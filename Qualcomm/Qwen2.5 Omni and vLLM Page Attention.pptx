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2533940" r:id="rId2"/>
    <p:sldId id="2142533941" r:id="rId3"/>
    <p:sldId id="2142533958" r:id="rId4"/>
    <p:sldId id="2142533944" r:id="rId5"/>
    <p:sldId id="2142533942" r:id="rId6"/>
    <p:sldId id="2142533943" r:id="rId7"/>
    <p:sldId id="2142533945" r:id="rId8"/>
    <p:sldId id="2142533946" r:id="rId9"/>
    <p:sldId id="2142533947" r:id="rId10"/>
    <p:sldId id="2142533948" r:id="rId11"/>
    <p:sldId id="2142533973" r:id="rId12"/>
    <p:sldId id="2142533959" r:id="rId13"/>
    <p:sldId id="2142533960" r:id="rId14"/>
    <p:sldId id="2142533964" r:id="rId15"/>
    <p:sldId id="2142533966" r:id="rId16"/>
    <p:sldId id="2142533963" r:id="rId17"/>
    <p:sldId id="2142533965" r:id="rId18"/>
    <p:sldId id="2142533961" r:id="rId19"/>
    <p:sldId id="2142533962" r:id="rId20"/>
    <p:sldId id="2142533949" r:id="rId21"/>
    <p:sldId id="2142533950" r:id="rId22"/>
    <p:sldId id="2142533951" r:id="rId23"/>
    <p:sldId id="2142533952" r:id="rId24"/>
    <p:sldId id="2142533953" r:id="rId25"/>
    <p:sldId id="2142533971" r:id="rId26"/>
    <p:sldId id="2142533967" r:id="rId27"/>
    <p:sldId id="2142533954" r:id="rId28"/>
    <p:sldId id="2142533956" r:id="rId29"/>
    <p:sldId id="2142533955" r:id="rId30"/>
    <p:sldId id="2142533957" r:id="rId31"/>
    <p:sldId id="2142533968" r:id="rId32"/>
    <p:sldId id="2142533969" r:id="rId33"/>
    <p:sldId id="2142533970" r:id="rId34"/>
    <p:sldId id="214253397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7F57B0-69F9-450C-89E6-168E5F0448DC}" v="312" dt="2026-06-04T22:45:32.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64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 Ren" userId="f40b33cb-1a17-4208-a7f7-00b78dc065a9" providerId="ADAL" clId="{91F8170C-907B-495E-865E-F11C752A9A05}"/>
    <pc:docChg chg="undo custSel addSld delSld modSld sldOrd delMainMaster">
      <pc:chgData name="Hao Ren" userId="f40b33cb-1a17-4208-a7f7-00b78dc065a9" providerId="ADAL" clId="{91F8170C-907B-495E-865E-F11C752A9A05}" dt="2026-06-04T22:45:55.966" v="11747" actId="20577"/>
      <pc:docMkLst>
        <pc:docMk/>
      </pc:docMkLst>
      <pc:sldChg chg="addSp modSp add del mod ord">
        <pc:chgData name="Hao Ren" userId="f40b33cb-1a17-4208-a7f7-00b78dc065a9" providerId="ADAL" clId="{91F8170C-907B-495E-865E-F11C752A9A05}" dt="2026-06-03T19:42:35.345" v="8041" actId="20577"/>
        <pc:sldMkLst>
          <pc:docMk/>
          <pc:sldMk cId="2065653633" sldId="2142533940"/>
        </pc:sldMkLst>
        <pc:spChg chg="mod">
          <ac:chgData name="Hao Ren" userId="f40b33cb-1a17-4208-a7f7-00b78dc065a9" providerId="ADAL" clId="{91F8170C-907B-495E-865E-F11C752A9A05}" dt="2026-06-03T19:42:35.345" v="8041" actId="20577"/>
          <ac:spMkLst>
            <pc:docMk/>
            <pc:sldMk cId="2065653633" sldId="2142533940"/>
            <ac:spMk id="2" creationId="{6273488D-54FC-9E57-84F3-E82E2F54BC1B}"/>
          </ac:spMkLst>
        </pc:spChg>
        <pc:spChg chg="add mod">
          <ac:chgData name="Hao Ren" userId="f40b33cb-1a17-4208-a7f7-00b78dc065a9" providerId="ADAL" clId="{91F8170C-907B-495E-865E-F11C752A9A05}" dt="2026-05-27T00:03:21.605" v="138" actId="20577"/>
          <ac:spMkLst>
            <pc:docMk/>
            <pc:sldMk cId="2065653633" sldId="2142533940"/>
            <ac:spMk id="3" creationId="{A960E984-B356-2089-608A-26893E1B27EC}"/>
          </ac:spMkLst>
        </pc:spChg>
      </pc:sldChg>
      <pc:sldChg chg="modSp new mod">
        <pc:chgData name="Hao Ren" userId="f40b33cb-1a17-4208-a7f7-00b78dc065a9" providerId="ADAL" clId="{91F8170C-907B-495E-865E-F11C752A9A05}" dt="2026-06-03T19:42:31.435" v="8040" actId="20577"/>
        <pc:sldMkLst>
          <pc:docMk/>
          <pc:sldMk cId="2361413065" sldId="2142533941"/>
        </pc:sldMkLst>
        <pc:spChg chg="mod">
          <ac:chgData name="Hao Ren" userId="f40b33cb-1a17-4208-a7f7-00b78dc065a9" providerId="ADAL" clId="{91F8170C-907B-495E-865E-F11C752A9A05}" dt="2026-06-03T19:42:31.435" v="8040" actId="20577"/>
          <ac:spMkLst>
            <pc:docMk/>
            <pc:sldMk cId="2361413065" sldId="2142533941"/>
            <ac:spMk id="2" creationId="{A09C1DA0-D950-D681-9F5A-789FFF1A9FA6}"/>
          </ac:spMkLst>
        </pc:spChg>
      </pc:sldChg>
      <pc:sldChg chg="addSp delSp modSp new mod modAnim">
        <pc:chgData name="Hao Ren" userId="f40b33cb-1a17-4208-a7f7-00b78dc065a9" providerId="ADAL" clId="{91F8170C-907B-495E-865E-F11C752A9A05}" dt="2026-05-27T00:25:15.695" v="374" actId="1076"/>
        <pc:sldMkLst>
          <pc:docMk/>
          <pc:sldMk cId="2614588100" sldId="2142533942"/>
        </pc:sldMkLst>
        <pc:spChg chg="mod">
          <ac:chgData name="Hao Ren" userId="f40b33cb-1a17-4208-a7f7-00b78dc065a9" providerId="ADAL" clId="{91F8170C-907B-495E-865E-F11C752A9A05}" dt="2026-05-27T00:15:52.262" v="363" actId="20577"/>
          <ac:spMkLst>
            <pc:docMk/>
            <pc:sldMk cId="2614588100" sldId="2142533942"/>
            <ac:spMk id="3" creationId="{12A544B6-AFB3-09B3-5671-B96D2FD8E6CA}"/>
          </ac:spMkLst>
        </pc:spChg>
        <pc:picChg chg="add mod">
          <ac:chgData name="Hao Ren" userId="f40b33cb-1a17-4208-a7f7-00b78dc065a9" providerId="ADAL" clId="{91F8170C-907B-495E-865E-F11C752A9A05}" dt="2026-05-27T00:25:15.695" v="374" actId="1076"/>
          <ac:picMkLst>
            <pc:docMk/>
            <pc:sldMk cId="2614588100" sldId="2142533942"/>
            <ac:picMk id="6" creationId="{0BEB1E2A-8734-A928-D2BF-08BE0FE633C0}"/>
          </ac:picMkLst>
        </pc:picChg>
      </pc:sldChg>
      <pc:sldChg chg="addSp delSp modSp new mod modAnim">
        <pc:chgData name="Hao Ren" userId="f40b33cb-1a17-4208-a7f7-00b78dc065a9" providerId="ADAL" clId="{91F8170C-907B-495E-865E-F11C752A9A05}" dt="2026-05-27T00:26:58.888" v="416" actId="164"/>
        <pc:sldMkLst>
          <pc:docMk/>
          <pc:sldMk cId="2696293964" sldId="2142533943"/>
        </pc:sldMkLst>
        <pc:spChg chg="mod">
          <ac:chgData name="Hao Ren" userId="f40b33cb-1a17-4208-a7f7-00b78dc065a9" providerId="ADAL" clId="{91F8170C-907B-495E-865E-F11C752A9A05}" dt="2026-05-27T00:26:08.697" v="407" actId="20577"/>
          <ac:spMkLst>
            <pc:docMk/>
            <pc:sldMk cId="2696293964" sldId="2142533943"/>
            <ac:spMk id="3" creationId="{9B1B807A-B032-90D1-AC49-F1C00272AF9A}"/>
          </ac:spMkLst>
        </pc:spChg>
        <pc:spChg chg="mod">
          <ac:chgData name="Hao Ren" userId="f40b33cb-1a17-4208-a7f7-00b78dc065a9" providerId="ADAL" clId="{91F8170C-907B-495E-865E-F11C752A9A05}" dt="2026-05-27T00:26:32.735" v="410"/>
          <ac:spMkLst>
            <pc:docMk/>
            <pc:sldMk cId="2696293964" sldId="2142533943"/>
            <ac:spMk id="7" creationId="{6D08AE3B-4EDE-4B8C-9659-8A5E0A8B72F6}"/>
          </ac:spMkLst>
        </pc:spChg>
        <pc:spChg chg="mod">
          <ac:chgData name="Hao Ren" userId="f40b33cb-1a17-4208-a7f7-00b78dc065a9" providerId="ADAL" clId="{91F8170C-907B-495E-865E-F11C752A9A05}" dt="2026-05-27T00:26:32.735" v="410"/>
          <ac:spMkLst>
            <pc:docMk/>
            <pc:sldMk cId="2696293964" sldId="2142533943"/>
            <ac:spMk id="10" creationId="{AA3D4E22-3C98-F7FA-4B6B-00ECFDF92B7A}"/>
          </ac:spMkLst>
        </pc:spChg>
        <pc:spChg chg="mod">
          <ac:chgData name="Hao Ren" userId="f40b33cb-1a17-4208-a7f7-00b78dc065a9" providerId="ADAL" clId="{91F8170C-907B-495E-865E-F11C752A9A05}" dt="2026-05-27T00:26:32.735" v="410"/>
          <ac:spMkLst>
            <pc:docMk/>
            <pc:sldMk cId="2696293964" sldId="2142533943"/>
            <ac:spMk id="11" creationId="{087EF03E-DC7B-4D55-302C-6606A38A31B2}"/>
          </ac:spMkLst>
        </pc:spChg>
        <pc:spChg chg="mod">
          <ac:chgData name="Hao Ren" userId="f40b33cb-1a17-4208-a7f7-00b78dc065a9" providerId="ADAL" clId="{91F8170C-907B-495E-865E-F11C752A9A05}" dt="2026-05-27T00:26:43.226" v="412"/>
          <ac:spMkLst>
            <pc:docMk/>
            <pc:sldMk cId="2696293964" sldId="2142533943"/>
            <ac:spMk id="15" creationId="{38E546F5-E285-73B0-20DA-0BC1593C342B}"/>
          </ac:spMkLst>
        </pc:spChg>
        <pc:spChg chg="mod">
          <ac:chgData name="Hao Ren" userId="f40b33cb-1a17-4208-a7f7-00b78dc065a9" providerId="ADAL" clId="{91F8170C-907B-495E-865E-F11C752A9A05}" dt="2026-05-27T00:26:43.226" v="412"/>
          <ac:spMkLst>
            <pc:docMk/>
            <pc:sldMk cId="2696293964" sldId="2142533943"/>
            <ac:spMk id="16" creationId="{72FE6402-5399-C124-2DD3-1CECAEF0BE96}"/>
          </ac:spMkLst>
        </pc:spChg>
        <pc:spChg chg="mod">
          <ac:chgData name="Hao Ren" userId="f40b33cb-1a17-4208-a7f7-00b78dc065a9" providerId="ADAL" clId="{91F8170C-907B-495E-865E-F11C752A9A05}" dt="2026-05-27T00:26:43.226" v="412"/>
          <ac:spMkLst>
            <pc:docMk/>
            <pc:sldMk cId="2696293964" sldId="2142533943"/>
            <ac:spMk id="17" creationId="{6F35E81E-3F50-8469-3325-27E1A035C7D9}"/>
          </ac:spMkLst>
        </pc:spChg>
        <pc:grpChg chg="add mod">
          <ac:chgData name="Hao Ren" userId="f40b33cb-1a17-4208-a7f7-00b78dc065a9" providerId="ADAL" clId="{91F8170C-907B-495E-865E-F11C752A9A05}" dt="2026-05-27T00:26:36.277" v="411" actId="1076"/>
          <ac:grpSpMkLst>
            <pc:docMk/>
            <pc:sldMk cId="2696293964" sldId="2142533943"/>
            <ac:grpSpMk id="6" creationId="{156DE4FC-705B-658C-13AE-C17C18F8FE66}"/>
          </ac:grpSpMkLst>
        </pc:grpChg>
        <pc:grpChg chg="add mod">
          <ac:chgData name="Hao Ren" userId="f40b33cb-1a17-4208-a7f7-00b78dc065a9" providerId="ADAL" clId="{91F8170C-907B-495E-865E-F11C752A9A05}" dt="2026-05-27T00:26:58.888" v="416" actId="164"/>
          <ac:grpSpMkLst>
            <pc:docMk/>
            <pc:sldMk cId="2696293964" sldId="2142533943"/>
            <ac:grpSpMk id="12" creationId="{649AB372-9177-31BC-57A0-B015BBEFB61E}"/>
          </ac:grpSpMkLst>
        </pc:grpChg>
        <pc:grpChg chg="mod">
          <ac:chgData name="Hao Ren" userId="f40b33cb-1a17-4208-a7f7-00b78dc065a9" providerId="ADAL" clId="{91F8170C-907B-495E-865E-F11C752A9A05}" dt="2026-05-27T00:26:43.226" v="412"/>
          <ac:grpSpMkLst>
            <pc:docMk/>
            <pc:sldMk cId="2696293964" sldId="2142533943"/>
            <ac:grpSpMk id="13" creationId="{77C89A3D-CA85-BB86-8C52-773F0D7BC3B7}"/>
          </ac:grpSpMkLst>
        </pc:grpChg>
        <pc:grpChg chg="add mod">
          <ac:chgData name="Hao Ren" userId="f40b33cb-1a17-4208-a7f7-00b78dc065a9" providerId="ADAL" clId="{91F8170C-907B-495E-865E-F11C752A9A05}" dt="2026-05-27T00:26:58.888" v="416" actId="164"/>
          <ac:grpSpMkLst>
            <pc:docMk/>
            <pc:sldMk cId="2696293964" sldId="2142533943"/>
            <ac:grpSpMk id="19" creationId="{87898858-7420-ADDA-CB16-0AFB20561024}"/>
          </ac:grpSpMkLst>
        </pc:grpChg>
        <pc:picChg chg="mod">
          <ac:chgData name="Hao Ren" userId="f40b33cb-1a17-4208-a7f7-00b78dc065a9" providerId="ADAL" clId="{91F8170C-907B-495E-865E-F11C752A9A05}" dt="2026-05-27T00:26:32.735" v="410"/>
          <ac:picMkLst>
            <pc:docMk/>
            <pc:sldMk cId="2696293964" sldId="2142533943"/>
            <ac:picMk id="8" creationId="{69A0C73C-1BA0-9DE2-B9E5-8AEF042E27F4}"/>
          </ac:picMkLst>
        </pc:picChg>
        <pc:picChg chg="mod">
          <ac:chgData name="Hao Ren" userId="f40b33cb-1a17-4208-a7f7-00b78dc065a9" providerId="ADAL" clId="{91F8170C-907B-495E-865E-F11C752A9A05}" dt="2026-05-27T00:26:32.735" v="410"/>
          <ac:picMkLst>
            <pc:docMk/>
            <pc:sldMk cId="2696293964" sldId="2142533943"/>
            <ac:picMk id="9" creationId="{196CE481-3B45-0CB4-B63F-D5A8574A0E72}"/>
          </ac:picMkLst>
        </pc:picChg>
        <pc:picChg chg="mod">
          <ac:chgData name="Hao Ren" userId="f40b33cb-1a17-4208-a7f7-00b78dc065a9" providerId="ADAL" clId="{91F8170C-907B-495E-865E-F11C752A9A05}" dt="2026-05-27T00:26:43.226" v="412"/>
          <ac:picMkLst>
            <pc:docMk/>
            <pc:sldMk cId="2696293964" sldId="2142533943"/>
            <ac:picMk id="14" creationId="{246E9303-8536-2F55-83D0-75E9E2A16D64}"/>
          </ac:picMkLst>
        </pc:picChg>
        <pc:picChg chg="add mod">
          <ac:chgData name="Hao Ren" userId="f40b33cb-1a17-4208-a7f7-00b78dc065a9" providerId="ADAL" clId="{91F8170C-907B-495E-865E-F11C752A9A05}" dt="2026-05-27T00:26:58.888" v="416" actId="164"/>
          <ac:picMkLst>
            <pc:docMk/>
            <pc:sldMk cId="2696293964" sldId="2142533943"/>
            <ac:picMk id="18" creationId="{6231F0CE-543C-266E-FEC3-EF2BD21FC1E7}"/>
          </ac:picMkLst>
        </pc:picChg>
      </pc:sldChg>
      <pc:sldChg chg="addSp delSp modSp new mod ord">
        <pc:chgData name="Hao Ren" userId="f40b33cb-1a17-4208-a7f7-00b78dc065a9" providerId="ADAL" clId="{91F8170C-907B-495E-865E-F11C752A9A05}" dt="2026-06-03T19:44:06.290" v="8067" actId="1076"/>
        <pc:sldMkLst>
          <pc:docMk/>
          <pc:sldMk cId="3543499820" sldId="2142533944"/>
        </pc:sldMkLst>
        <pc:spChg chg="mod">
          <ac:chgData name="Hao Ren" userId="f40b33cb-1a17-4208-a7f7-00b78dc065a9" providerId="ADAL" clId="{91F8170C-907B-495E-865E-F11C752A9A05}" dt="2026-05-27T00:38:06.688" v="470" actId="20577"/>
          <ac:spMkLst>
            <pc:docMk/>
            <pc:sldMk cId="3543499820" sldId="2142533944"/>
            <ac:spMk id="3" creationId="{8DB07C81-19BC-CCAF-3CE5-72AB73DAE8C0}"/>
          </ac:spMkLst>
        </pc:spChg>
        <pc:spChg chg="mod">
          <ac:chgData name="Hao Ren" userId="f40b33cb-1a17-4208-a7f7-00b78dc065a9" providerId="ADAL" clId="{91F8170C-907B-495E-865E-F11C752A9A05}" dt="2026-06-03T19:44:01.972" v="8066" actId="404"/>
          <ac:spMkLst>
            <pc:docMk/>
            <pc:sldMk cId="3543499820" sldId="2142533944"/>
            <ac:spMk id="4" creationId="{900F738B-932C-0A29-D9C4-2D4DDEE9BDC0}"/>
          </ac:spMkLst>
        </pc:spChg>
        <pc:spChg chg="add mod">
          <ac:chgData name="Hao Ren" userId="f40b33cb-1a17-4208-a7f7-00b78dc065a9" providerId="ADAL" clId="{91F8170C-907B-495E-865E-F11C752A9A05}" dt="2026-06-03T19:44:06.290" v="8067" actId="1076"/>
          <ac:spMkLst>
            <pc:docMk/>
            <pc:sldMk cId="3543499820" sldId="2142533944"/>
            <ac:spMk id="6" creationId="{DDDFFF71-20A2-7DFC-7027-8E17713B0539}"/>
          </ac:spMkLst>
        </pc:spChg>
      </pc:sldChg>
      <pc:sldChg chg="addSp delSp modSp new mod">
        <pc:chgData name="Hao Ren" userId="f40b33cb-1a17-4208-a7f7-00b78dc065a9" providerId="ADAL" clId="{91F8170C-907B-495E-865E-F11C752A9A05}" dt="2026-06-03T22:58:08.109" v="11465" actId="20577"/>
        <pc:sldMkLst>
          <pc:docMk/>
          <pc:sldMk cId="1569676938" sldId="2142533945"/>
        </pc:sldMkLst>
        <pc:spChg chg="mod">
          <ac:chgData name="Hao Ren" userId="f40b33cb-1a17-4208-a7f7-00b78dc065a9" providerId="ADAL" clId="{91F8170C-907B-495E-865E-F11C752A9A05}" dt="2026-05-27T06:38:12.393" v="659" actId="20577"/>
          <ac:spMkLst>
            <pc:docMk/>
            <pc:sldMk cId="1569676938" sldId="2142533945"/>
            <ac:spMk id="3" creationId="{E4F6A978-43BC-3C6B-122F-7584486048F5}"/>
          </ac:spMkLst>
        </pc:spChg>
        <pc:spChg chg="add mod">
          <ac:chgData name="Hao Ren" userId="f40b33cb-1a17-4208-a7f7-00b78dc065a9" providerId="ADAL" clId="{91F8170C-907B-495E-865E-F11C752A9A05}" dt="2026-06-03T22:58:08.109" v="11465" actId="20577"/>
          <ac:spMkLst>
            <pc:docMk/>
            <pc:sldMk cId="1569676938" sldId="2142533945"/>
            <ac:spMk id="8" creationId="{644AD11F-EA07-8AD5-DE1A-C8E6C5392492}"/>
          </ac:spMkLst>
        </pc:spChg>
        <pc:picChg chg="add mod">
          <ac:chgData name="Hao Ren" userId="f40b33cb-1a17-4208-a7f7-00b78dc065a9" providerId="ADAL" clId="{91F8170C-907B-495E-865E-F11C752A9A05}" dt="2026-06-02T18:13:11.656" v="667" actId="1076"/>
          <ac:picMkLst>
            <pc:docMk/>
            <pc:sldMk cId="1569676938" sldId="2142533945"/>
            <ac:picMk id="7" creationId="{AF8DB3E8-981D-AEB6-0B54-C43C22311323}"/>
          </ac:picMkLst>
        </pc:picChg>
      </pc:sldChg>
      <pc:sldChg chg="addSp delSp modSp add mod ord">
        <pc:chgData name="Hao Ren" userId="f40b33cb-1a17-4208-a7f7-00b78dc065a9" providerId="ADAL" clId="{91F8170C-907B-495E-865E-F11C752A9A05}" dt="2026-06-03T00:44:25.493" v="3844" actId="14100"/>
        <pc:sldMkLst>
          <pc:docMk/>
          <pc:sldMk cId="1279268442" sldId="2142533946"/>
        </pc:sldMkLst>
        <pc:spChg chg="mod">
          <ac:chgData name="Hao Ren" userId="f40b33cb-1a17-4208-a7f7-00b78dc065a9" providerId="ADAL" clId="{91F8170C-907B-495E-865E-F11C752A9A05}" dt="2026-06-02T18:18:04.013" v="955" actId="20577"/>
          <ac:spMkLst>
            <pc:docMk/>
            <pc:sldMk cId="1279268442" sldId="2142533946"/>
            <ac:spMk id="3" creationId="{AEC87BF6-B741-0195-FB9C-433D8BC537CC}"/>
          </ac:spMkLst>
        </pc:spChg>
        <pc:spChg chg="mod">
          <ac:chgData name="Hao Ren" userId="f40b33cb-1a17-4208-a7f7-00b78dc065a9" providerId="ADAL" clId="{91F8170C-907B-495E-865E-F11C752A9A05}" dt="2026-06-03T00:44:25.493" v="3844" actId="14100"/>
          <ac:spMkLst>
            <pc:docMk/>
            <pc:sldMk cId="1279268442" sldId="2142533946"/>
            <ac:spMk id="4" creationId="{0E49CA76-FE15-B396-85E8-C4473B42F849}"/>
          </ac:spMkLst>
        </pc:spChg>
        <pc:spChg chg="add mod">
          <ac:chgData name="Hao Ren" userId="f40b33cb-1a17-4208-a7f7-00b78dc065a9" providerId="ADAL" clId="{91F8170C-907B-495E-865E-F11C752A9A05}" dt="2026-06-02T20:01:34.172" v="1031" actId="1076"/>
          <ac:spMkLst>
            <pc:docMk/>
            <pc:sldMk cId="1279268442" sldId="2142533946"/>
            <ac:spMk id="5" creationId="{AE7A22BC-34EA-3E80-F61C-3E365FB81312}"/>
          </ac:spMkLst>
        </pc:spChg>
        <pc:spChg chg="add mod">
          <ac:chgData name="Hao Ren" userId="f40b33cb-1a17-4208-a7f7-00b78dc065a9" providerId="ADAL" clId="{91F8170C-907B-495E-865E-F11C752A9A05}" dt="2026-06-02T20:01:34.172" v="1031" actId="1076"/>
          <ac:spMkLst>
            <pc:docMk/>
            <pc:sldMk cId="1279268442" sldId="2142533946"/>
            <ac:spMk id="6" creationId="{7B056D3E-22F3-C501-4C7A-6C916BC03E7A}"/>
          </ac:spMkLst>
        </pc:spChg>
        <pc:spChg chg="add mod">
          <ac:chgData name="Hao Ren" userId="f40b33cb-1a17-4208-a7f7-00b78dc065a9" providerId="ADAL" clId="{91F8170C-907B-495E-865E-F11C752A9A05}" dt="2026-06-02T20:01:34.172" v="1031" actId="1076"/>
          <ac:spMkLst>
            <pc:docMk/>
            <pc:sldMk cId="1279268442" sldId="2142533946"/>
            <ac:spMk id="7" creationId="{DE0D0EC7-00CF-88D4-649F-DC1CCDF2372C}"/>
          </ac:spMkLst>
        </pc:spChg>
        <pc:spChg chg="add mod">
          <ac:chgData name="Hao Ren" userId="f40b33cb-1a17-4208-a7f7-00b78dc065a9" providerId="ADAL" clId="{91F8170C-907B-495E-865E-F11C752A9A05}" dt="2026-06-02T20:01:34.172" v="1031" actId="1076"/>
          <ac:spMkLst>
            <pc:docMk/>
            <pc:sldMk cId="1279268442" sldId="2142533946"/>
            <ac:spMk id="8" creationId="{0E0941D5-9589-96D8-94EA-9C00175A25B7}"/>
          </ac:spMkLst>
        </pc:spChg>
        <pc:spChg chg="add mod">
          <ac:chgData name="Hao Ren" userId="f40b33cb-1a17-4208-a7f7-00b78dc065a9" providerId="ADAL" clId="{91F8170C-907B-495E-865E-F11C752A9A05}" dt="2026-06-02T21:03:46.364" v="1426" actId="20577"/>
          <ac:spMkLst>
            <pc:docMk/>
            <pc:sldMk cId="1279268442" sldId="2142533946"/>
            <ac:spMk id="9" creationId="{3ACD544E-F7AB-970A-3280-1697AE3B9D49}"/>
          </ac:spMkLst>
        </pc:spChg>
        <pc:spChg chg="add mod">
          <ac:chgData name="Hao Ren" userId="f40b33cb-1a17-4208-a7f7-00b78dc065a9" providerId="ADAL" clId="{91F8170C-907B-495E-865E-F11C752A9A05}" dt="2026-06-03T00:43:57.556" v="3778" actId="20577"/>
          <ac:spMkLst>
            <pc:docMk/>
            <pc:sldMk cId="1279268442" sldId="2142533946"/>
            <ac:spMk id="10" creationId="{0E5562D9-27B3-3745-C976-55B3D972704E}"/>
          </ac:spMkLst>
        </pc:spChg>
        <pc:spChg chg="add mod">
          <ac:chgData name="Hao Ren" userId="f40b33cb-1a17-4208-a7f7-00b78dc065a9" providerId="ADAL" clId="{91F8170C-907B-495E-865E-F11C752A9A05}" dt="2026-06-02T20:02:29.013" v="1109" actId="1076"/>
          <ac:spMkLst>
            <pc:docMk/>
            <pc:sldMk cId="1279268442" sldId="2142533946"/>
            <ac:spMk id="11" creationId="{657A8E59-0CDE-EE70-2A44-F8EEB10C8FD1}"/>
          </ac:spMkLst>
        </pc:spChg>
        <pc:spChg chg="add mod">
          <ac:chgData name="Hao Ren" userId="f40b33cb-1a17-4208-a7f7-00b78dc065a9" providerId="ADAL" clId="{91F8170C-907B-495E-865E-F11C752A9A05}" dt="2026-06-02T20:10:32.755" v="1261" actId="14100"/>
          <ac:spMkLst>
            <pc:docMk/>
            <pc:sldMk cId="1279268442" sldId="2142533946"/>
            <ac:spMk id="12" creationId="{C4BDCFCE-1734-E27E-C5E0-BC671B42EE92}"/>
          </ac:spMkLst>
        </pc:spChg>
        <pc:spChg chg="add mod">
          <ac:chgData name="Hao Ren" userId="f40b33cb-1a17-4208-a7f7-00b78dc065a9" providerId="ADAL" clId="{91F8170C-907B-495E-865E-F11C752A9A05}" dt="2026-06-02T20:03:43.280" v="1133" actId="14100"/>
          <ac:spMkLst>
            <pc:docMk/>
            <pc:sldMk cId="1279268442" sldId="2142533946"/>
            <ac:spMk id="13" creationId="{1FB13FC9-7D53-25E9-7A73-06B615B48623}"/>
          </ac:spMkLst>
        </pc:spChg>
        <pc:spChg chg="add mod">
          <ac:chgData name="Hao Ren" userId="f40b33cb-1a17-4208-a7f7-00b78dc065a9" providerId="ADAL" clId="{91F8170C-907B-495E-865E-F11C752A9A05}" dt="2026-06-02T20:03:54.631" v="1134" actId="1076"/>
          <ac:spMkLst>
            <pc:docMk/>
            <pc:sldMk cId="1279268442" sldId="2142533946"/>
            <ac:spMk id="14" creationId="{4E93104F-A4B5-17A9-7041-29F14CA36DD4}"/>
          </ac:spMkLst>
        </pc:spChg>
        <pc:spChg chg="add mod">
          <ac:chgData name="Hao Ren" userId="f40b33cb-1a17-4208-a7f7-00b78dc065a9" providerId="ADAL" clId="{91F8170C-907B-495E-865E-F11C752A9A05}" dt="2026-06-02T20:12:11.869" v="1295" actId="1076"/>
          <ac:spMkLst>
            <pc:docMk/>
            <pc:sldMk cId="1279268442" sldId="2142533946"/>
            <ac:spMk id="27" creationId="{329F93A8-508B-49A0-F315-703883BC7F33}"/>
          </ac:spMkLst>
        </pc:spChg>
        <pc:spChg chg="add mod">
          <ac:chgData name="Hao Ren" userId="f40b33cb-1a17-4208-a7f7-00b78dc065a9" providerId="ADAL" clId="{91F8170C-907B-495E-865E-F11C752A9A05}" dt="2026-06-02T20:12:15.076" v="1296" actId="1076"/>
          <ac:spMkLst>
            <pc:docMk/>
            <pc:sldMk cId="1279268442" sldId="2142533946"/>
            <ac:spMk id="28" creationId="{7DABECB4-DBA4-49BB-1C99-734A5A9682E4}"/>
          </ac:spMkLst>
        </pc:spChg>
        <pc:spChg chg="add mod">
          <ac:chgData name="Hao Ren" userId="f40b33cb-1a17-4208-a7f7-00b78dc065a9" providerId="ADAL" clId="{91F8170C-907B-495E-865E-F11C752A9A05}" dt="2026-06-02T20:08:18.474" v="1214" actId="14100"/>
          <ac:spMkLst>
            <pc:docMk/>
            <pc:sldMk cId="1279268442" sldId="2142533946"/>
            <ac:spMk id="29" creationId="{5B11FC53-B88A-78E2-5E03-754778F36FCF}"/>
          </ac:spMkLst>
        </pc:spChg>
        <pc:spChg chg="add mod">
          <ac:chgData name="Hao Ren" userId="f40b33cb-1a17-4208-a7f7-00b78dc065a9" providerId="ADAL" clId="{91F8170C-907B-495E-865E-F11C752A9A05}" dt="2026-06-02T20:11:51.034" v="1290" actId="1076"/>
          <ac:spMkLst>
            <pc:docMk/>
            <pc:sldMk cId="1279268442" sldId="2142533946"/>
            <ac:spMk id="42" creationId="{F9478CB6-D27A-8028-616E-74864C97C065}"/>
          </ac:spMkLst>
        </pc:spChg>
        <pc:spChg chg="add mod">
          <ac:chgData name="Hao Ren" userId="f40b33cb-1a17-4208-a7f7-00b78dc065a9" providerId="ADAL" clId="{91F8170C-907B-495E-865E-F11C752A9A05}" dt="2026-06-02T20:12:21.060" v="1298" actId="1076"/>
          <ac:spMkLst>
            <pc:docMk/>
            <pc:sldMk cId="1279268442" sldId="2142533946"/>
            <ac:spMk id="43" creationId="{FAA699CA-0A29-881B-ACBF-974067988254}"/>
          </ac:spMkLst>
        </pc:spChg>
        <pc:spChg chg="add mod">
          <ac:chgData name="Hao Ren" userId="f40b33cb-1a17-4208-a7f7-00b78dc065a9" providerId="ADAL" clId="{91F8170C-907B-495E-865E-F11C752A9A05}" dt="2026-06-02T20:11:21.779" v="1285" actId="20577"/>
          <ac:spMkLst>
            <pc:docMk/>
            <pc:sldMk cId="1279268442" sldId="2142533946"/>
            <ac:spMk id="54" creationId="{D0FD09CD-4DB5-9C1A-2BBD-56C15114AA5A}"/>
          </ac:spMkLst>
        </pc:spChg>
        <pc:spChg chg="add mod">
          <ac:chgData name="Hao Ren" userId="f40b33cb-1a17-4208-a7f7-00b78dc065a9" providerId="ADAL" clId="{91F8170C-907B-495E-865E-F11C752A9A05}" dt="2026-06-02T20:13:45.091" v="1350" actId="1076"/>
          <ac:spMkLst>
            <pc:docMk/>
            <pc:sldMk cId="1279268442" sldId="2142533946"/>
            <ac:spMk id="83" creationId="{CB43DD60-9638-4C03-9F9F-71342F9F6A7B}"/>
          </ac:spMkLst>
        </pc:spChg>
        <pc:spChg chg="add mod">
          <ac:chgData name="Hao Ren" userId="f40b33cb-1a17-4208-a7f7-00b78dc065a9" providerId="ADAL" clId="{91F8170C-907B-495E-865E-F11C752A9A05}" dt="2026-06-02T20:14:12.963" v="1376" actId="1076"/>
          <ac:spMkLst>
            <pc:docMk/>
            <pc:sldMk cId="1279268442" sldId="2142533946"/>
            <ac:spMk id="92" creationId="{E4EF04E1-D027-7574-2EF8-AAC4DE7851FB}"/>
          </ac:spMkLst>
        </pc:spChg>
        <pc:spChg chg="add mod">
          <ac:chgData name="Hao Ren" userId="f40b33cb-1a17-4208-a7f7-00b78dc065a9" providerId="ADAL" clId="{91F8170C-907B-495E-865E-F11C752A9A05}" dt="2026-06-02T20:14:32.267" v="1381" actId="1076"/>
          <ac:spMkLst>
            <pc:docMk/>
            <pc:sldMk cId="1279268442" sldId="2142533946"/>
            <ac:spMk id="93" creationId="{194DDB8F-7670-58CD-326B-BF032AF473EB}"/>
          </ac:spMkLst>
        </pc:spChg>
        <pc:grpChg chg="add mod">
          <ac:chgData name="Hao Ren" userId="f40b33cb-1a17-4208-a7f7-00b78dc065a9" providerId="ADAL" clId="{91F8170C-907B-495E-865E-F11C752A9A05}" dt="2026-06-02T20:07:34.225" v="1189" actId="14100"/>
          <ac:grpSpMkLst>
            <pc:docMk/>
            <pc:sldMk cId="1279268442" sldId="2142533946"/>
            <ac:grpSpMk id="15" creationId="{24EAA961-B3FC-75C0-A364-2495B02E4B51}"/>
          </ac:grpSpMkLst>
        </pc:grpChg>
        <pc:cxnChg chg="add">
          <ac:chgData name="Hao Ren" userId="f40b33cb-1a17-4208-a7f7-00b78dc065a9" providerId="ADAL" clId="{91F8170C-907B-495E-865E-F11C752A9A05}" dt="2026-06-02T20:05:32.462" v="1135" actId="11529"/>
          <ac:cxnSpMkLst>
            <pc:docMk/>
            <pc:sldMk cId="1279268442" sldId="2142533946"/>
            <ac:cxnSpMk id="17" creationId="{84A925DB-294B-10AB-EAF5-B7F2460C0FAC}"/>
          </ac:cxnSpMkLst>
        </pc:cxnChg>
        <pc:cxnChg chg="add">
          <ac:chgData name="Hao Ren" userId="f40b33cb-1a17-4208-a7f7-00b78dc065a9" providerId="ADAL" clId="{91F8170C-907B-495E-865E-F11C752A9A05}" dt="2026-06-02T20:05:37.329" v="1136" actId="11529"/>
          <ac:cxnSpMkLst>
            <pc:docMk/>
            <pc:sldMk cId="1279268442" sldId="2142533946"/>
            <ac:cxnSpMk id="19" creationId="{AC3FFB2B-DDB2-DECD-79BC-7C17A1197476}"/>
          </ac:cxnSpMkLst>
        </pc:cxnChg>
        <pc:cxnChg chg="add">
          <ac:chgData name="Hao Ren" userId="f40b33cb-1a17-4208-a7f7-00b78dc065a9" providerId="ADAL" clId="{91F8170C-907B-495E-865E-F11C752A9A05}" dt="2026-06-02T20:05:40.596" v="1137" actId="11529"/>
          <ac:cxnSpMkLst>
            <pc:docMk/>
            <pc:sldMk cId="1279268442" sldId="2142533946"/>
            <ac:cxnSpMk id="21" creationId="{ABB7E0D1-DA3D-4CC6-D784-82DD568C82FC}"/>
          </ac:cxnSpMkLst>
        </pc:cxnChg>
        <pc:cxnChg chg="add mod">
          <ac:chgData name="Hao Ren" userId="f40b33cb-1a17-4208-a7f7-00b78dc065a9" providerId="ADAL" clId="{91F8170C-907B-495E-865E-F11C752A9A05}" dt="2026-06-02T20:10:32.755" v="1261" actId="14100"/>
          <ac:cxnSpMkLst>
            <pc:docMk/>
            <pc:sldMk cId="1279268442" sldId="2142533946"/>
            <ac:cxnSpMk id="23" creationId="{DD415609-F19C-D0E2-C36A-DB6DBF7BBECE}"/>
          </ac:cxnSpMkLst>
        </pc:cxnChg>
        <pc:cxnChg chg="add mod">
          <ac:chgData name="Hao Ren" userId="f40b33cb-1a17-4208-a7f7-00b78dc065a9" providerId="ADAL" clId="{91F8170C-907B-495E-865E-F11C752A9A05}" dt="2026-06-02T20:12:11.869" v="1295" actId="1076"/>
          <ac:cxnSpMkLst>
            <pc:docMk/>
            <pc:sldMk cId="1279268442" sldId="2142533946"/>
            <ac:cxnSpMk id="31" creationId="{E921D260-D135-BA4C-0CED-888757376C52}"/>
          </ac:cxnSpMkLst>
        </pc:cxnChg>
        <pc:cxnChg chg="add mod">
          <ac:chgData name="Hao Ren" userId="f40b33cb-1a17-4208-a7f7-00b78dc065a9" providerId="ADAL" clId="{91F8170C-907B-495E-865E-F11C752A9A05}" dt="2026-06-02T20:12:11.869" v="1295" actId="1076"/>
          <ac:cxnSpMkLst>
            <pc:docMk/>
            <pc:sldMk cId="1279268442" sldId="2142533946"/>
            <ac:cxnSpMk id="34" creationId="{F4BA8A6E-AE70-0F39-3DEA-2E48F5F411F8}"/>
          </ac:cxnSpMkLst>
        </pc:cxnChg>
        <pc:cxnChg chg="add mod">
          <ac:chgData name="Hao Ren" userId="f40b33cb-1a17-4208-a7f7-00b78dc065a9" providerId="ADAL" clId="{91F8170C-907B-495E-865E-F11C752A9A05}" dt="2026-06-02T20:12:11.869" v="1295" actId="1076"/>
          <ac:cxnSpMkLst>
            <pc:docMk/>
            <pc:sldMk cId="1279268442" sldId="2142533946"/>
            <ac:cxnSpMk id="36" creationId="{AFBAAAF8-A5DA-37E2-AB80-FFF8A7592748}"/>
          </ac:cxnSpMkLst>
        </pc:cxnChg>
        <pc:cxnChg chg="add mod">
          <ac:chgData name="Hao Ren" userId="f40b33cb-1a17-4208-a7f7-00b78dc065a9" providerId="ADAL" clId="{91F8170C-907B-495E-865E-F11C752A9A05}" dt="2026-06-02T20:12:11.869" v="1295" actId="1076"/>
          <ac:cxnSpMkLst>
            <pc:docMk/>
            <pc:sldMk cId="1279268442" sldId="2142533946"/>
            <ac:cxnSpMk id="38" creationId="{37962AE9-7687-A38F-CF62-BF0B92FC5E9A}"/>
          </ac:cxnSpMkLst>
        </pc:cxnChg>
        <pc:cxnChg chg="add mod">
          <ac:chgData name="Hao Ren" userId="f40b33cb-1a17-4208-a7f7-00b78dc065a9" providerId="ADAL" clId="{91F8170C-907B-495E-865E-F11C752A9A05}" dt="2026-06-02T20:12:11.869" v="1295" actId="1076"/>
          <ac:cxnSpMkLst>
            <pc:docMk/>
            <pc:sldMk cId="1279268442" sldId="2142533946"/>
            <ac:cxnSpMk id="40" creationId="{1F0A2A67-EDA0-7C5A-E44B-FA0BB371E6E5}"/>
          </ac:cxnSpMkLst>
        </pc:cxnChg>
        <pc:cxnChg chg="add mod">
          <ac:chgData name="Hao Ren" userId="f40b33cb-1a17-4208-a7f7-00b78dc065a9" providerId="ADAL" clId="{91F8170C-907B-495E-865E-F11C752A9A05}" dt="2026-06-02T20:11:51.034" v="1290" actId="1076"/>
          <ac:cxnSpMkLst>
            <pc:docMk/>
            <pc:sldMk cId="1279268442" sldId="2142533946"/>
            <ac:cxnSpMk id="45" creationId="{8995385F-3857-BE80-03C3-867154DB9128}"/>
          </ac:cxnSpMkLst>
        </pc:cxnChg>
        <pc:cxnChg chg="add mod">
          <ac:chgData name="Hao Ren" userId="f40b33cb-1a17-4208-a7f7-00b78dc065a9" providerId="ADAL" clId="{91F8170C-907B-495E-865E-F11C752A9A05}" dt="2026-06-02T20:11:51.034" v="1290" actId="1076"/>
          <ac:cxnSpMkLst>
            <pc:docMk/>
            <pc:sldMk cId="1279268442" sldId="2142533946"/>
            <ac:cxnSpMk id="49" creationId="{DA3F5E98-429C-9F6C-6037-7A7E83AB8DEB}"/>
          </ac:cxnSpMkLst>
        </pc:cxnChg>
        <pc:cxnChg chg="add mod">
          <ac:chgData name="Hao Ren" userId="f40b33cb-1a17-4208-a7f7-00b78dc065a9" providerId="ADAL" clId="{91F8170C-907B-495E-865E-F11C752A9A05}" dt="2026-06-02T20:11:51.034" v="1290" actId="1076"/>
          <ac:cxnSpMkLst>
            <pc:docMk/>
            <pc:sldMk cId="1279268442" sldId="2142533946"/>
            <ac:cxnSpMk id="51" creationId="{E6F2CAFD-890E-EC0B-4CEC-CBEA3603FD2B}"/>
          </ac:cxnSpMkLst>
        </pc:cxnChg>
        <pc:cxnChg chg="add mod">
          <ac:chgData name="Hao Ren" userId="f40b33cb-1a17-4208-a7f7-00b78dc065a9" providerId="ADAL" clId="{91F8170C-907B-495E-865E-F11C752A9A05}" dt="2026-06-02T20:11:51.034" v="1290" actId="1076"/>
          <ac:cxnSpMkLst>
            <pc:docMk/>
            <pc:sldMk cId="1279268442" sldId="2142533946"/>
            <ac:cxnSpMk id="53" creationId="{1CDD8C30-5313-E7B5-E621-E7A71907E05A}"/>
          </ac:cxnSpMkLst>
        </pc:cxnChg>
        <pc:cxnChg chg="add mod">
          <ac:chgData name="Hao Ren" userId="f40b33cb-1a17-4208-a7f7-00b78dc065a9" providerId="ADAL" clId="{91F8170C-907B-495E-865E-F11C752A9A05}" dt="2026-06-02T20:12:15.076" v="1296" actId="1076"/>
          <ac:cxnSpMkLst>
            <pc:docMk/>
            <pc:sldMk cId="1279268442" sldId="2142533946"/>
            <ac:cxnSpMk id="69" creationId="{6A74CFD0-02E2-7504-CE02-D46A22B72D43}"/>
          </ac:cxnSpMkLst>
        </pc:cxnChg>
        <pc:cxnChg chg="add mod">
          <ac:chgData name="Hao Ren" userId="f40b33cb-1a17-4208-a7f7-00b78dc065a9" providerId="ADAL" clId="{91F8170C-907B-495E-865E-F11C752A9A05}" dt="2026-06-02T20:12:21.060" v="1298" actId="1076"/>
          <ac:cxnSpMkLst>
            <pc:docMk/>
            <pc:sldMk cId="1279268442" sldId="2142533946"/>
            <ac:cxnSpMk id="79" creationId="{1A22815D-4802-DB22-AD0A-4D5F4BF0017E}"/>
          </ac:cxnSpMkLst>
        </pc:cxnChg>
        <pc:cxnChg chg="add mod">
          <ac:chgData name="Hao Ren" userId="f40b33cb-1a17-4208-a7f7-00b78dc065a9" providerId="ADAL" clId="{91F8170C-907B-495E-865E-F11C752A9A05}" dt="2026-06-02T20:13:26.603" v="1345" actId="14100"/>
          <ac:cxnSpMkLst>
            <pc:docMk/>
            <pc:sldMk cId="1279268442" sldId="2142533946"/>
            <ac:cxnSpMk id="82" creationId="{458B3400-D553-EED3-E648-7B040B376A6A}"/>
          </ac:cxnSpMkLst>
        </pc:cxnChg>
        <pc:cxnChg chg="add">
          <ac:chgData name="Hao Ren" userId="f40b33cb-1a17-4208-a7f7-00b78dc065a9" providerId="ADAL" clId="{91F8170C-907B-495E-865E-F11C752A9A05}" dt="2026-06-02T20:13:32.403" v="1346" actId="11529"/>
          <ac:cxnSpMkLst>
            <pc:docMk/>
            <pc:sldMk cId="1279268442" sldId="2142533946"/>
            <ac:cxnSpMk id="87" creationId="{141C156E-EC37-FB71-BDB1-6F1260FACF6A}"/>
          </ac:cxnSpMkLst>
        </pc:cxnChg>
        <pc:cxnChg chg="add">
          <ac:chgData name="Hao Ren" userId="f40b33cb-1a17-4208-a7f7-00b78dc065a9" providerId="ADAL" clId="{91F8170C-907B-495E-865E-F11C752A9A05}" dt="2026-06-02T20:13:38.246" v="1348" actId="11529"/>
          <ac:cxnSpMkLst>
            <pc:docMk/>
            <pc:sldMk cId="1279268442" sldId="2142533946"/>
            <ac:cxnSpMk id="89" creationId="{B921784A-1BE4-79A2-E5AB-EB430F5CA86C}"/>
          </ac:cxnSpMkLst>
        </pc:cxnChg>
        <pc:cxnChg chg="add">
          <ac:chgData name="Hao Ren" userId="f40b33cb-1a17-4208-a7f7-00b78dc065a9" providerId="ADAL" clId="{91F8170C-907B-495E-865E-F11C752A9A05}" dt="2026-06-02T20:13:42.285" v="1349" actId="11529"/>
          <ac:cxnSpMkLst>
            <pc:docMk/>
            <pc:sldMk cId="1279268442" sldId="2142533946"/>
            <ac:cxnSpMk id="91" creationId="{5CCC2461-1C78-41D5-5FCA-90BB1F7426AC}"/>
          </ac:cxnSpMkLst>
        </pc:cxnChg>
        <pc:cxnChg chg="add mod">
          <ac:chgData name="Hao Ren" userId="f40b33cb-1a17-4208-a7f7-00b78dc065a9" providerId="ADAL" clId="{91F8170C-907B-495E-865E-F11C752A9A05}" dt="2026-06-02T20:14:15.491" v="1377" actId="14100"/>
          <ac:cxnSpMkLst>
            <pc:docMk/>
            <pc:sldMk cId="1279268442" sldId="2142533946"/>
            <ac:cxnSpMk id="95" creationId="{ADDF021E-F5C6-B198-D9AF-6E4DBF0FACB0}"/>
          </ac:cxnSpMkLst>
        </pc:cxnChg>
        <pc:cxnChg chg="add mod">
          <ac:chgData name="Hao Ren" userId="f40b33cb-1a17-4208-a7f7-00b78dc065a9" providerId="ADAL" clId="{91F8170C-907B-495E-865E-F11C752A9A05}" dt="2026-06-02T20:14:35.051" v="1382" actId="14100"/>
          <ac:cxnSpMkLst>
            <pc:docMk/>
            <pc:sldMk cId="1279268442" sldId="2142533946"/>
            <ac:cxnSpMk id="98" creationId="{863AA907-CCAF-F0DA-5B8D-C377EAD6379F}"/>
          </ac:cxnSpMkLst>
        </pc:cxnChg>
      </pc:sldChg>
      <pc:sldChg chg="addSp modSp add mod ord">
        <pc:chgData name="Hao Ren" userId="f40b33cb-1a17-4208-a7f7-00b78dc065a9" providerId="ADAL" clId="{91F8170C-907B-495E-865E-F11C752A9A05}" dt="2026-06-02T23:46:39.409" v="3357" actId="20577"/>
        <pc:sldMkLst>
          <pc:docMk/>
          <pc:sldMk cId="544496773" sldId="2142533947"/>
        </pc:sldMkLst>
        <pc:spChg chg="mod">
          <ac:chgData name="Hao Ren" userId="f40b33cb-1a17-4208-a7f7-00b78dc065a9" providerId="ADAL" clId="{91F8170C-907B-495E-865E-F11C752A9A05}" dt="2026-06-02T21:02:22.504" v="1424" actId="20577"/>
          <ac:spMkLst>
            <pc:docMk/>
            <pc:sldMk cId="544496773" sldId="2142533947"/>
            <ac:spMk id="3" creationId="{C6ADCAC6-E534-ADA9-907F-9D0D433DFD6A}"/>
          </ac:spMkLst>
        </pc:spChg>
        <pc:spChg chg="mod">
          <ac:chgData name="Hao Ren" userId="f40b33cb-1a17-4208-a7f7-00b78dc065a9" providerId="ADAL" clId="{91F8170C-907B-495E-865E-F11C752A9A05}" dt="2026-06-02T23:46:39.409" v="3357" actId="20577"/>
          <ac:spMkLst>
            <pc:docMk/>
            <pc:sldMk cId="544496773" sldId="2142533947"/>
            <ac:spMk id="4" creationId="{77158DD8-E634-F5B7-8632-F67C948FA047}"/>
          </ac:spMkLst>
        </pc:spChg>
      </pc:sldChg>
      <pc:sldChg chg="addSp delSp modSp add mod">
        <pc:chgData name="Hao Ren" userId="f40b33cb-1a17-4208-a7f7-00b78dc065a9" providerId="ADAL" clId="{91F8170C-907B-495E-865E-F11C752A9A05}" dt="2026-06-02T23:35:52.482" v="3229"/>
        <pc:sldMkLst>
          <pc:docMk/>
          <pc:sldMk cId="2031922680" sldId="2142533948"/>
        </pc:sldMkLst>
        <pc:spChg chg="mod">
          <ac:chgData name="Hao Ren" userId="f40b33cb-1a17-4208-a7f7-00b78dc065a9" providerId="ADAL" clId="{91F8170C-907B-495E-865E-F11C752A9A05}" dt="2026-06-02T22:12:41.789" v="2446" actId="20577"/>
          <ac:spMkLst>
            <pc:docMk/>
            <pc:sldMk cId="2031922680" sldId="2142533948"/>
            <ac:spMk id="3" creationId="{941E19EE-8F17-98E7-F1D5-2FAEB21544B7}"/>
          </ac:spMkLst>
        </pc:spChg>
        <pc:spChg chg="add mod">
          <ac:chgData name="Hao Ren" userId="f40b33cb-1a17-4208-a7f7-00b78dc065a9" providerId="ADAL" clId="{91F8170C-907B-495E-865E-F11C752A9A05}" dt="2026-06-02T22:47:07.532" v="3014" actId="1076"/>
          <ac:spMkLst>
            <pc:docMk/>
            <pc:sldMk cId="2031922680" sldId="2142533948"/>
            <ac:spMk id="5" creationId="{5890A8DE-8DA0-58B1-510A-F9FFE0410DA1}"/>
          </ac:spMkLst>
        </pc:spChg>
        <pc:spChg chg="add mod">
          <ac:chgData name="Hao Ren" userId="f40b33cb-1a17-4208-a7f7-00b78dc065a9" providerId="ADAL" clId="{91F8170C-907B-495E-865E-F11C752A9A05}" dt="2026-06-02T22:35:52.226" v="2782" actId="1076"/>
          <ac:spMkLst>
            <pc:docMk/>
            <pc:sldMk cId="2031922680" sldId="2142533948"/>
            <ac:spMk id="6" creationId="{828C2227-4DFF-D296-D6C2-F308A41A6215}"/>
          </ac:spMkLst>
        </pc:spChg>
        <pc:spChg chg="add mod">
          <ac:chgData name="Hao Ren" userId="f40b33cb-1a17-4208-a7f7-00b78dc065a9" providerId="ADAL" clId="{91F8170C-907B-495E-865E-F11C752A9A05}" dt="2026-06-02T22:39:16.839" v="2832" actId="20577"/>
          <ac:spMkLst>
            <pc:docMk/>
            <pc:sldMk cId="2031922680" sldId="2142533948"/>
            <ac:spMk id="7" creationId="{0B7B3864-3AC0-D308-5B7B-8CDF47A0E3AE}"/>
          </ac:spMkLst>
        </pc:spChg>
        <pc:spChg chg="add mod">
          <ac:chgData name="Hao Ren" userId="f40b33cb-1a17-4208-a7f7-00b78dc065a9" providerId="ADAL" clId="{91F8170C-907B-495E-865E-F11C752A9A05}" dt="2026-06-02T22:47:07.532" v="3014" actId="1076"/>
          <ac:spMkLst>
            <pc:docMk/>
            <pc:sldMk cId="2031922680" sldId="2142533948"/>
            <ac:spMk id="8" creationId="{50F619FD-AADE-32E3-306F-5C73EDFCD506}"/>
          </ac:spMkLst>
        </pc:spChg>
        <pc:spChg chg="add mod">
          <ac:chgData name="Hao Ren" userId="f40b33cb-1a17-4208-a7f7-00b78dc065a9" providerId="ADAL" clId="{91F8170C-907B-495E-865E-F11C752A9A05}" dt="2026-06-02T22:39:19.900" v="2833" actId="1076"/>
          <ac:spMkLst>
            <pc:docMk/>
            <pc:sldMk cId="2031922680" sldId="2142533948"/>
            <ac:spMk id="9" creationId="{64869CF6-9B72-7FE8-FA5D-3011026160E3}"/>
          </ac:spMkLst>
        </pc:spChg>
        <pc:spChg chg="add mod">
          <ac:chgData name="Hao Ren" userId="f40b33cb-1a17-4208-a7f7-00b78dc065a9" providerId="ADAL" clId="{91F8170C-907B-495E-865E-F11C752A9A05}" dt="2026-06-02T22:36:23.758" v="2807" actId="20577"/>
          <ac:spMkLst>
            <pc:docMk/>
            <pc:sldMk cId="2031922680" sldId="2142533948"/>
            <ac:spMk id="13" creationId="{BB0087DB-C5A2-B3E8-0059-894A11DCE9FD}"/>
          </ac:spMkLst>
        </pc:spChg>
        <pc:spChg chg="add mod">
          <ac:chgData name="Hao Ren" userId="f40b33cb-1a17-4208-a7f7-00b78dc065a9" providerId="ADAL" clId="{91F8170C-907B-495E-865E-F11C752A9A05}" dt="2026-06-02T23:22:57.853" v="3054" actId="20577"/>
          <ac:spMkLst>
            <pc:docMk/>
            <pc:sldMk cId="2031922680" sldId="2142533948"/>
            <ac:spMk id="14" creationId="{6C4E97BE-8D41-B911-B795-AECFA1AECC01}"/>
          </ac:spMkLst>
        </pc:spChg>
        <pc:spChg chg="add mod">
          <ac:chgData name="Hao Ren" userId="f40b33cb-1a17-4208-a7f7-00b78dc065a9" providerId="ADAL" clId="{91F8170C-907B-495E-865E-F11C752A9A05}" dt="2026-06-02T22:45:31.849" v="2989" actId="20577"/>
          <ac:spMkLst>
            <pc:docMk/>
            <pc:sldMk cId="2031922680" sldId="2142533948"/>
            <ac:spMk id="15" creationId="{98725EB4-110A-3071-6735-463DEEF823E9}"/>
          </ac:spMkLst>
        </pc:spChg>
        <pc:spChg chg="add mod">
          <ac:chgData name="Hao Ren" userId="f40b33cb-1a17-4208-a7f7-00b78dc065a9" providerId="ADAL" clId="{91F8170C-907B-495E-865E-F11C752A9A05}" dt="2026-06-02T22:47:01.027" v="3013" actId="1076"/>
          <ac:spMkLst>
            <pc:docMk/>
            <pc:sldMk cId="2031922680" sldId="2142533948"/>
            <ac:spMk id="16" creationId="{C7E5CD97-00A4-0388-D3A2-881CC0FC423E}"/>
          </ac:spMkLst>
        </pc:spChg>
        <pc:spChg chg="add mod">
          <ac:chgData name="Hao Ren" userId="f40b33cb-1a17-4208-a7f7-00b78dc065a9" providerId="ADAL" clId="{91F8170C-907B-495E-865E-F11C752A9A05}" dt="2026-06-02T23:22:48.081" v="3026" actId="20577"/>
          <ac:spMkLst>
            <pc:docMk/>
            <pc:sldMk cId="2031922680" sldId="2142533948"/>
            <ac:spMk id="17" creationId="{7F9E2BB0-166F-DBD8-EB01-5CE11AA87BBF}"/>
          </ac:spMkLst>
        </pc:spChg>
        <pc:spChg chg="add mod">
          <ac:chgData name="Hao Ren" userId="f40b33cb-1a17-4208-a7f7-00b78dc065a9" providerId="ADAL" clId="{91F8170C-907B-495E-865E-F11C752A9A05}" dt="2026-06-02T23:23:27.146" v="3085" actId="14100"/>
          <ac:spMkLst>
            <pc:docMk/>
            <pc:sldMk cId="2031922680" sldId="2142533948"/>
            <ac:spMk id="18" creationId="{97F16346-AD60-1E9A-19A8-A9D8229D8C5B}"/>
          </ac:spMkLst>
        </pc:spChg>
        <pc:spChg chg="add mod">
          <ac:chgData name="Hao Ren" userId="f40b33cb-1a17-4208-a7f7-00b78dc065a9" providerId="ADAL" clId="{91F8170C-907B-495E-865E-F11C752A9A05}" dt="2026-06-02T23:30:05.142" v="3106" actId="20577"/>
          <ac:spMkLst>
            <pc:docMk/>
            <pc:sldMk cId="2031922680" sldId="2142533948"/>
            <ac:spMk id="19" creationId="{7E4A5FDE-B4D7-7171-926D-25FA6CB9056C}"/>
          </ac:spMkLst>
        </pc:spChg>
        <pc:spChg chg="add mod">
          <ac:chgData name="Hao Ren" userId="f40b33cb-1a17-4208-a7f7-00b78dc065a9" providerId="ADAL" clId="{91F8170C-907B-495E-865E-F11C752A9A05}" dt="2026-06-02T23:29:47.131" v="3101" actId="20577"/>
          <ac:spMkLst>
            <pc:docMk/>
            <pc:sldMk cId="2031922680" sldId="2142533948"/>
            <ac:spMk id="20" creationId="{22ECC85D-C334-AB55-CB91-3B02A461EDD4}"/>
          </ac:spMkLst>
        </pc:spChg>
        <pc:spChg chg="add mod">
          <ac:chgData name="Hao Ren" userId="f40b33cb-1a17-4208-a7f7-00b78dc065a9" providerId="ADAL" clId="{91F8170C-907B-495E-865E-F11C752A9A05}" dt="2026-06-02T23:30:22.866" v="3152" actId="20577"/>
          <ac:spMkLst>
            <pc:docMk/>
            <pc:sldMk cId="2031922680" sldId="2142533948"/>
            <ac:spMk id="21" creationId="{4F658B16-F66B-F32C-EA3D-C69716E756BE}"/>
          </ac:spMkLst>
        </pc:spChg>
        <pc:spChg chg="add mod">
          <ac:chgData name="Hao Ren" userId="f40b33cb-1a17-4208-a7f7-00b78dc065a9" providerId="ADAL" clId="{91F8170C-907B-495E-865E-F11C752A9A05}" dt="2026-06-02T23:30:31.750" v="3154" actId="1076"/>
          <ac:spMkLst>
            <pc:docMk/>
            <pc:sldMk cId="2031922680" sldId="2142533948"/>
            <ac:spMk id="22" creationId="{BA2DF5A8-8228-965E-4D08-50F6B8AA1EE6}"/>
          </ac:spMkLst>
        </pc:spChg>
        <pc:spChg chg="add mod">
          <ac:chgData name="Hao Ren" userId="f40b33cb-1a17-4208-a7f7-00b78dc065a9" providerId="ADAL" clId="{91F8170C-907B-495E-865E-F11C752A9A05}" dt="2026-06-02T23:32:05.349" v="3192" actId="20577"/>
          <ac:spMkLst>
            <pc:docMk/>
            <pc:sldMk cId="2031922680" sldId="2142533948"/>
            <ac:spMk id="23" creationId="{96DAC4E8-3001-E3D9-01C0-3964094DE51A}"/>
          </ac:spMkLst>
        </pc:spChg>
        <pc:spChg chg="add mod">
          <ac:chgData name="Hao Ren" userId="f40b33cb-1a17-4208-a7f7-00b78dc065a9" providerId="ADAL" clId="{91F8170C-907B-495E-865E-F11C752A9A05}" dt="2026-06-02T23:32:12.860" v="3198" actId="20577"/>
          <ac:spMkLst>
            <pc:docMk/>
            <pc:sldMk cId="2031922680" sldId="2142533948"/>
            <ac:spMk id="24" creationId="{A8CDB745-E1B3-5BD6-3FA4-52D740E9F21E}"/>
          </ac:spMkLst>
        </pc:spChg>
        <pc:spChg chg="add mod">
          <ac:chgData name="Hao Ren" userId="f40b33cb-1a17-4208-a7f7-00b78dc065a9" providerId="ADAL" clId="{91F8170C-907B-495E-865E-F11C752A9A05}" dt="2026-06-02T23:33:51.736" v="3210" actId="20577"/>
          <ac:spMkLst>
            <pc:docMk/>
            <pc:sldMk cId="2031922680" sldId="2142533948"/>
            <ac:spMk id="25" creationId="{6FAC956B-2FF5-FFB4-EFAF-FF20F4F36613}"/>
          </ac:spMkLst>
        </pc:spChg>
        <pc:spChg chg="add mod">
          <ac:chgData name="Hao Ren" userId="f40b33cb-1a17-4208-a7f7-00b78dc065a9" providerId="ADAL" clId="{91F8170C-907B-495E-865E-F11C752A9A05}" dt="2026-06-02T23:34:20.520" v="3216" actId="20577"/>
          <ac:spMkLst>
            <pc:docMk/>
            <pc:sldMk cId="2031922680" sldId="2142533948"/>
            <ac:spMk id="26" creationId="{EE063E59-7F9E-6F1A-D508-6C2CBCBED1E5}"/>
          </ac:spMkLst>
        </pc:spChg>
        <pc:spChg chg="add mod">
          <ac:chgData name="Hao Ren" userId="f40b33cb-1a17-4208-a7f7-00b78dc065a9" providerId="ADAL" clId="{91F8170C-907B-495E-865E-F11C752A9A05}" dt="2026-06-02T23:35:52.482" v="3229"/>
          <ac:spMkLst>
            <pc:docMk/>
            <pc:sldMk cId="2031922680" sldId="2142533948"/>
            <ac:spMk id="39" creationId="{7DC61669-329D-E96F-2CBB-DC7437B548B7}"/>
          </ac:spMkLst>
        </pc:spChg>
        <pc:cxnChg chg="add mod">
          <ac:chgData name="Hao Ren" userId="f40b33cb-1a17-4208-a7f7-00b78dc065a9" providerId="ADAL" clId="{91F8170C-907B-495E-865E-F11C752A9A05}" dt="2026-06-02T22:47:07.532" v="3014" actId="1076"/>
          <ac:cxnSpMkLst>
            <pc:docMk/>
            <pc:sldMk cId="2031922680" sldId="2142533948"/>
            <ac:cxnSpMk id="11" creationId="{C5067FC1-54EC-55CD-BEC3-3D7F37C4A793}"/>
          </ac:cxnSpMkLst>
        </pc:cxnChg>
        <pc:cxnChg chg="add">
          <ac:chgData name="Hao Ren" userId="f40b33cb-1a17-4208-a7f7-00b78dc065a9" providerId="ADAL" clId="{91F8170C-907B-495E-865E-F11C752A9A05}" dt="2026-06-02T23:34:35.397" v="3217" actId="11529"/>
          <ac:cxnSpMkLst>
            <pc:docMk/>
            <pc:sldMk cId="2031922680" sldId="2142533948"/>
            <ac:cxnSpMk id="28" creationId="{16B9A0D9-CE67-C5C0-EC19-8063DF662191}"/>
          </ac:cxnSpMkLst>
        </pc:cxnChg>
        <pc:cxnChg chg="add">
          <ac:chgData name="Hao Ren" userId="f40b33cb-1a17-4208-a7f7-00b78dc065a9" providerId="ADAL" clId="{91F8170C-907B-495E-865E-F11C752A9A05}" dt="2026-06-02T23:34:40.179" v="3218" actId="11529"/>
          <ac:cxnSpMkLst>
            <pc:docMk/>
            <pc:sldMk cId="2031922680" sldId="2142533948"/>
            <ac:cxnSpMk id="30" creationId="{D26B1BAA-27C8-BCCE-0CBD-55C31A93DCA4}"/>
          </ac:cxnSpMkLst>
        </pc:cxnChg>
        <pc:cxnChg chg="add">
          <ac:chgData name="Hao Ren" userId="f40b33cb-1a17-4208-a7f7-00b78dc065a9" providerId="ADAL" clId="{91F8170C-907B-495E-865E-F11C752A9A05}" dt="2026-06-02T23:34:46.957" v="3219" actId="11529"/>
          <ac:cxnSpMkLst>
            <pc:docMk/>
            <pc:sldMk cId="2031922680" sldId="2142533948"/>
            <ac:cxnSpMk id="32" creationId="{53B795C4-34CE-73E8-F451-A0A87A6DEE32}"/>
          </ac:cxnSpMkLst>
        </pc:cxnChg>
        <pc:cxnChg chg="add">
          <ac:chgData name="Hao Ren" userId="f40b33cb-1a17-4208-a7f7-00b78dc065a9" providerId="ADAL" clId="{91F8170C-907B-495E-865E-F11C752A9A05}" dt="2026-06-02T23:34:53.133" v="3220" actId="11529"/>
          <ac:cxnSpMkLst>
            <pc:docMk/>
            <pc:sldMk cId="2031922680" sldId="2142533948"/>
            <ac:cxnSpMk id="34" creationId="{92E2BD1E-3913-4545-B19B-DCCE176F5927}"/>
          </ac:cxnSpMkLst>
        </pc:cxnChg>
        <pc:cxnChg chg="add">
          <ac:chgData name="Hao Ren" userId="f40b33cb-1a17-4208-a7f7-00b78dc065a9" providerId="ADAL" clId="{91F8170C-907B-495E-865E-F11C752A9A05}" dt="2026-06-02T23:34:58.134" v="3221" actId="11529"/>
          <ac:cxnSpMkLst>
            <pc:docMk/>
            <pc:sldMk cId="2031922680" sldId="2142533948"/>
            <ac:cxnSpMk id="36" creationId="{EA2E96C7-0A86-131F-529F-D385186B662F}"/>
          </ac:cxnSpMkLst>
        </pc:cxnChg>
        <pc:cxnChg chg="add">
          <ac:chgData name="Hao Ren" userId="f40b33cb-1a17-4208-a7f7-00b78dc065a9" providerId="ADAL" clId="{91F8170C-907B-495E-865E-F11C752A9A05}" dt="2026-06-02T23:35:03.150" v="3222" actId="11529"/>
          <ac:cxnSpMkLst>
            <pc:docMk/>
            <pc:sldMk cId="2031922680" sldId="2142533948"/>
            <ac:cxnSpMk id="38" creationId="{E0B9548F-1544-6277-DC2F-FF7B5F0F0B9C}"/>
          </ac:cxnSpMkLst>
        </pc:cxnChg>
      </pc:sldChg>
      <pc:sldChg chg="addSp modSp add mod">
        <pc:chgData name="Hao Ren" userId="f40b33cb-1a17-4208-a7f7-00b78dc065a9" providerId="ADAL" clId="{91F8170C-907B-495E-865E-F11C752A9A05}" dt="2026-06-03T18:58:21.837" v="6391" actId="113"/>
        <pc:sldMkLst>
          <pc:docMk/>
          <pc:sldMk cId="711527420" sldId="2142533949"/>
        </pc:sldMkLst>
        <pc:spChg chg="mod">
          <ac:chgData name="Hao Ren" userId="f40b33cb-1a17-4208-a7f7-00b78dc065a9" providerId="ADAL" clId="{91F8170C-907B-495E-865E-F11C752A9A05}" dt="2026-06-03T18:42:24.966" v="5997"/>
          <ac:spMkLst>
            <pc:docMk/>
            <pc:sldMk cId="711527420" sldId="2142533949"/>
            <ac:spMk id="3" creationId="{91C16422-DCFA-B04D-4E41-F44A3C328771}"/>
          </ac:spMkLst>
        </pc:spChg>
        <pc:spChg chg="mod">
          <ac:chgData name="Hao Ren" userId="f40b33cb-1a17-4208-a7f7-00b78dc065a9" providerId="ADAL" clId="{91F8170C-907B-495E-865E-F11C752A9A05}" dt="2026-06-03T18:58:21.837" v="6391" actId="113"/>
          <ac:spMkLst>
            <pc:docMk/>
            <pc:sldMk cId="711527420" sldId="2142533949"/>
            <ac:spMk id="4" creationId="{1A5559DB-AB10-44A3-005B-1DBE0C88494C}"/>
          </ac:spMkLst>
        </pc:spChg>
        <pc:picChg chg="add mod">
          <ac:chgData name="Hao Ren" userId="f40b33cb-1a17-4208-a7f7-00b78dc065a9" providerId="ADAL" clId="{91F8170C-907B-495E-865E-F11C752A9A05}" dt="2026-06-03T18:43:24.360" v="6077" actId="1076"/>
          <ac:picMkLst>
            <pc:docMk/>
            <pc:sldMk cId="711527420" sldId="2142533949"/>
            <ac:picMk id="6" creationId="{219BDEB5-FC58-01A1-3EBA-8993C80A026E}"/>
          </ac:picMkLst>
        </pc:picChg>
      </pc:sldChg>
      <pc:sldChg chg="addSp delSp modSp add mod">
        <pc:chgData name="Hao Ren" userId="f40b33cb-1a17-4208-a7f7-00b78dc065a9" providerId="ADAL" clId="{91F8170C-907B-495E-865E-F11C752A9A05}" dt="2026-06-03T19:19:16.040" v="6990" actId="1076"/>
        <pc:sldMkLst>
          <pc:docMk/>
          <pc:sldMk cId="2537485662" sldId="2142533950"/>
        </pc:sldMkLst>
        <pc:spChg chg="mod">
          <ac:chgData name="Hao Ren" userId="f40b33cb-1a17-4208-a7f7-00b78dc065a9" providerId="ADAL" clId="{91F8170C-907B-495E-865E-F11C752A9A05}" dt="2026-06-03T18:59:00.230" v="6398" actId="20577"/>
          <ac:spMkLst>
            <pc:docMk/>
            <pc:sldMk cId="2537485662" sldId="2142533950"/>
            <ac:spMk id="3" creationId="{179105C6-09DC-6F22-EBB1-8A0252833594}"/>
          </ac:spMkLst>
        </pc:spChg>
        <pc:spChg chg="add del mod">
          <ac:chgData name="Hao Ren" userId="f40b33cb-1a17-4208-a7f7-00b78dc065a9" providerId="ADAL" clId="{91F8170C-907B-495E-865E-F11C752A9A05}" dt="2026-06-03T19:19:16.040" v="6990" actId="1076"/>
          <ac:spMkLst>
            <pc:docMk/>
            <pc:sldMk cId="2537485662" sldId="2142533950"/>
            <ac:spMk id="4" creationId="{51A82576-E838-7614-47AB-C954AEB405FC}"/>
          </ac:spMkLst>
        </pc:spChg>
        <pc:spChg chg="add del mod">
          <ac:chgData name="Hao Ren" userId="f40b33cb-1a17-4208-a7f7-00b78dc065a9" providerId="ADAL" clId="{91F8170C-907B-495E-865E-F11C752A9A05}" dt="2026-06-03T19:10:35.817" v="6740"/>
          <ac:spMkLst>
            <pc:docMk/>
            <pc:sldMk cId="2537485662" sldId="2142533950"/>
            <ac:spMk id="7" creationId="{7B872D67-2F55-B7E7-AFF9-E0DCE247CBAA}"/>
          </ac:spMkLst>
        </pc:spChg>
        <pc:spChg chg="add del mod">
          <ac:chgData name="Hao Ren" userId="f40b33cb-1a17-4208-a7f7-00b78dc065a9" providerId="ADAL" clId="{91F8170C-907B-495E-865E-F11C752A9A05}" dt="2026-06-03T19:18:52.730" v="6981"/>
          <ac:spMkLst>
            <pc:docMk/>
            <pc:sldMk cId="2537485662" sldId="2142533950"/>
            <ac:spMk id="8" creationId="{D007EF6F-9F85-D172-5503-60F60DA8FA5E}"/>
          </ac:spMkLst>
        </pc:spChg>
        <pc:spChg chg="add del mod">
          <ac:chgData name="Hao Ren" userId="f40b33cb-1a17-4208-a7f7-00b78dc065a9" providerId="ADAL" clId="{91F8170C-907B-495E-865E-F11C752A9A05}" dt="2026-06-03T19:18:52.730" v="6983"/>
          <ac:spMkLst>
            <pc:docMk/>
            <pc:sldMk cId="2537485662" sldId="2142533950"/>
            <ac:spMk id="9" creationId="{BE2A0EF3-528B-4A2E-D273-68A3BD10D46B}"/>
          </ac:spMkLst>
        </pc:spChg>
        <pc:picChg chg="add mod">
          <ac:chgData name="Hao Ren" userId="f40b33cb-1a17-4208-a7f7-00b78dc065a9" providerId="ADAL" clId="{91F8170C-907B-495E-865E-F11C752A9A05}" dt="2026-06-03T19:02:10.419" v="6401"/>
          <ac:picMkLst>
            <pc:docMk/>
            <pc:sldMk cId="2537485662" sldId="2142533950"/>
            <ac:picMk id="5" creationId="{4F2648A3-5E8D-F2E8-96C1-0048A1A0B080}"/>
          </ac:picMkLst>
        </pc:picChg>
        <pc:picChg chg="add mod">
          <ac:chgData name="Hao Ren" userId="f40b33cb-1a17-4208-a7f7-00b78dc065a9" providerId="ADAL" clId="{91F8170C-907B-495E-865E-F11C752A9A05}" dt="2026-06-03T19:02:15.204" v="6404" actId="1076"/>
          <ac:picMkLst>
            <pc:docMk/>
            <pc:sldMk cId="2537485662" sldId="2142533950"/>
            <ac:picMk id="6" creationId="{5B6A2789-5E35-073D-171E-8FB87AA71469}"/>
          </ac:picMkLst>
        </pc:picChg>
      </pc:sldChg>
      <pc:sldChg chg="addSp modSp add mod">
        <pc:chgData name="Hao Ren" userId="f40b33cb-1a17-4208-a7f7-00b78dc065a9" providerId="ADAL" clId="{91F8170C-907B-495E-865E-F11C752A9A05}" dt="2026-06-03T19:30:18.806" v="7396" actId="20577"/>
        <pc:sldMkLst>
          <pc:docMk/>
          <pc:sldMk cId="2446319284" sldId="2142533951"/>
        </pc:sldMkLst>
        <pc:spChg chg="mod">
          <ac:chgData name="Hao Ren" userId="f40b33cb-1a17-4208-a7f7-00b78dc065a9" providerId="ADAL" clId="{91F8170C-907B-495E-865E-F11C752A9A05}" dt="2026-06-03T19:19:34.585" v="7022" actId="20577"/>
          <ac:spMkLst>
            <pc:docMk/>
            <pc:sldMk cId="2446319284" sldId="2142533951"/>
            <ac:spMk id="3" creationId="{AA25DF4C-5C60-C7C0-2BE9-E57744E23EDA}"/>
          </ac:spMkLst>
        </pc:spChg>
        <pc:spChg chg="mod">
          <ac:chgData name="Hao Ren" userId="f40b33cb-1a17-4208-a7f7-00b78dc065a9" providerId="ADAL" clId="{91F8170C-907B-495E-865E-F11C752A9A05}" dt="2026-06-03T19:28:08.020" v="7236" actId="20577"/>
          <ac:spMkLst>
            <pc:docMk/>
            <pc:sldMk cId="2446319284" sldId="2142533951"/>
            <ac:spMk id="4" creationId="{685DA7AB-8B9F-1588-FB15-EFCC5E50698B}"/>
          </ac:spMkLst>
        </pc:spChg>
        <pc:spChg chg="add mod">
          <ac:chgData name="Hao Ren" userId="f40b33cb-1a17-4208-a7f7-00b78dc065a9" providerId="ADAL" clId="{91F8170C-907B-495E-865E-F11C752A9A05}" dt="2026-06-03T19:25:12.213" v="7143" actId="1076"/>
          <ac:spMkLst>
            <pc:docMk/>
            <pc:sldMk cId="2446319284" sldId="2142533951"/>
            <ac:spMk id="7" creationId="{0A16D8DF-EB4D-FBA6-FD72-0CA1F8A29EF6}"/>
          </ac:spMkLst>
        </pc:spChg>
        <pc:spChg chg="add mod">
          <ac:chgData name="Hao Ren" userId="f40b33cb-1a17-4208-a7f7-00b78dc065a9" providerId="ADAL" clId="{91F8170C-907B-495E-865E-F11C752A9A05}" dt="2026-06-03T19:30:18.806" v="7396" actId="20577"/>
          <ac:spMkLst>
            <pc:docMk/>
            <pc:sldMk cId="2446319284" sldId="2142533951"/>
            <ac:spMk id="10" creationId="{724CB1B1-3F40-6B08-FCB8-27800A3649FA}"/>
          </ac:spMkLst>
        </pc:spChg>
        <pc:picChg chg="add mod">
          <ac:chgData name="Hao Ren" userId="f40b33cb-1a17-4208-a7f7-00b78dc065a9" providerId="ADAL" clId="{91F8170C-907B-495E-865E-F11C752A9A05}" dt="2026-06-03T19:21:18.395" v="7025" actId="1076"/>
          <ac:picMkLst>
            <pc:docMk/>
            <pc:sldMk cId="2446319284" sldId="2142533951"/>
            <ac:picMk id="6" creationId="{F97B8382-DA03-F686-5B1B-8B2082256709}"/>
          </ac:picMkLst>
        </pc:picChg>
        <pc:picChg chg="add mod">
          <ac:chgData name="Hao Ren" userId="f40b33cb-1a17-4208-a7f7-00b78dc065a9" providerId="ADAL" clId="{91F8170C-907B-495E-865E-F11C752A9A05}" dt="2026-06-03T19:28:18.381" v="7241" actId="1076"/>
          <ac:picMkLst>
            <pc:docMk/>
            <pc:sldMk cId="2446319284" sldId="2142533951"/>
            <ac:picMk id="9" creationId="{CFD60690-D0DC-5434-1796-5D4FCC81A1C4}"/>
          </ac:picMkLst>
        </pc:picChg>
      </pc:sldChg>
      <pc:sldChg chg="addSp modSp add mod">
        <pc:chgData name="Hao Ren" userId="f40b33cb-1a17-4208-a7f7-00b78dc065a9" providerId="ADAL" clId="{91F8170C-907B-495E-865E-F11C752A9A05}" dt="2026-06-03T19:41:06.265" v="7995" actId="1076"/>
        <pc:sldMkLst>
          <pc:docMk/>
          <pc:sldMk cId="800231532" sldId="2142533952"/>
        </pc:sldMkLst>
        <pc:spChg chg="mod">
          <ac:chgData name="Hao Ren" userId="f40b33cb-1a17-4208-a7f7-00b78dc065a9" providerId="ADAL" clId="{91F8170C-907B-495E-865E-F11C752A9A05}" dt="2026-06-03T19:31:19.937" v="7440" actId="20577"/>
          <ac:spMkLst>
            <pc:docMk/>
            <pc:sldMk cId="800231532" sldId="2142533952"/>
            <ac:spMk id="3" creationId="{D3921496-5641-A6BB-2AAF-98C304628FB0}"/>
          </ac:spMkLst>
        </pc:spChg>
        <pc:spChg chg="mod">
          <ac:chgData name="Hao Ren" userId="f40b33cb-1a17-4208-a7f7-00b78dc065a9" providerId="ADAL" clId="{91F8170C-907B-495E-865E-F11C752A9A05}" dt="2026-06-03T19:39:36.857" v="7898" actId="1076"/>
          <ac:spMkLst>
            <pc:docMk/>
            <pc:sldMk cId="800231532" sldId="2142533952"/>
            <ac:spMk id="4" creationId="{50CC7617-C007-A2FF-D2F3-B1F86369ADED}"/>
          </ac:spMkLst>
        </pc:spChg>
        <pc:spChg chg="add mod">
          <ac:chgData name="Hao Ren" userId="f40b33cb-1a17-4208-a7f7-00b78dc065a9" providerId="ADAL" clId="{91F8170C-907B-495E-865E-F11C752A9A05}" dt="2026-06-03T19:41:03.038" v="7994" actId="20577"/>
          <ac:spMkLst>
            <pc:docMk/>
            <pc:sldMk cId="800231532" sldId="2142533952"/>
            <ac:spMk id="5" creationId="{C221967E-636A-4F8A-128A-BC9A73F1AAF4}"/>
          </ac:spMkLst>
        </pc:spChg>
        <pc:spChg chg="add mod">
          <ac:chgData name="Hao Ren" userId="f40b33cb-1a17-4208-a7f7-00b78dc065a9" providerId="ADAL" clId="{91F8170C-907B-495E-865E-F11C752A9A05}" dt="2026-06-03T19:41:06.265" v="7995" actId="1076"/>
          <ac:spMkLst>
            <pc:docMk/>
            <pc:sldMk cId="800231532" sldId="2142533952"/>
            <ac:spMk id="6" creationId="{293A1271-8D41-2222-21BA-A4842CD60C0F}"/>
          </ac:spMkLst>
        </pc:spChg>
        <pc:spChg chg="add mod">
          <ac:chgData name="Hao Ren" userId="f40b33cb-1a17-4208-a7f7-00b78dc065a9" providerId="ADAL" clId="{91F8170C-907B-495E-865E-F11C752A9A05}" dt="2026-06-03T19:39:59.473" v="7913" actId="1076"/>
          <ac:spMkLst>
            <pc:docMk/>
            <pc:sldMk cId="800231532" sldId="2142533952"/>
            <ac:spMk id="7" creationId="{9B010414-2C0F-53F2-6EA3-06CAA8DC090E}"/>
          </ac:spMkLst>
        </pc:spChg>
        <pc:spChg chg="add mod">
          <ac:chgData name="Hao Ren" userId="f40b33cb-1a17-4208-a7f7-00b78dc065a9" providerId="ADAL" clId="{91F8170C-907B-495E-865E-F11C752A9A05}" dt="2026-06-03T19:40:06.637" v="7928" actId="20577"/>
          <ac:spMkLst>
            <pc:docMk/>
            <pc:sldMk cId="800231532" sldId="2142533952"/>
            <ac:spMk id="8" creationId="{55845610-9EB0-B5D4-D619-2481996EC406}"/>
          </ac:spMkLst>
        </pc:spChg>
      </pc:sldChg>
      <pc:sldChg chg="addSp modSp add mod">
        <pc:chgData name="Hao Ren" userId="f40b33cb-1a17-4208-a7f7-00b78dc065a9" providerId="ADAL" clId="{91F8170C-907B-495E-865E-F11C752A9A05}" dt="2026-06-03T19:42:04.073" v="7999" actId="1076"/>
        <pc:sldMkLst>
          <pc:docMk/>
          <pc:sldMk cId="3032711353" sldId="2142533953"/>
        </pc:sldMkLst>
        <pc:spChg chg="mod">
          <ac:chgData name="Hao Ren" userId="f40b33cb-1a17-4208-a7f7-00b78dc065a9" providerId="ADAL" clId="{91F8170C-907B-495E-865E-F11C752A9A05}" dt="2026-06-03T19:41:19.364" v="7996"/>
          <ac:spMkLst>
            <pc:docMk/>
            <pc:sldMk cId="3032711353" sldId="2142533953"/>
            <ac:spMk id="3" creationId="{AE1C0548-4260-306D-1259-AC1C887CE62F}"/>
          </ac:spMkLst>
        </pc:spChg>
        <pc:picChg chg="add mod">
          <ac:chgData name="Hao Ren" userId="f40b33cb-1a17-4208-a7f7-00b78dc065a9" providerId="ADAL" clId="{91F8170C-907B-495E-865E-F11C752A9A05}" dt="2026-06-03T19:42:04.073" v="7999" actId="1076"/>
          <ac:picMkLst>
            <pc:docMk/>
            <pc:sldMk cId="3032711353" sldId="2142533953"/>
            <ac:picMk id="6" creationId="{032E51AC-FA4B-E4AF-F050-C9613DF9345B}"/>
          </ac:picMkLst>
        </pc:picChg>
      </pc:sldChg>
      <pc:sldChg chg="addSp modSp add mod">
        <pc:chgData name="Hao Ren" userId="f40b33cb-1a17-4208-a7f7-00b78dc065a9" providerId="ADAL" clId="{91F8170C-907B-495E-865E-F11C752A9A05}" dt="2026-06-03T21:27:56.464" v="8641" actId="1076"/>
        <pc:sldMkLst>
          <pc:docMk/>
          <pc:sldMk cId="668076943" sldId="2142533954"/>
        </pc:sldMkLst>
        <pc:spChg chg="mod">
          <ac:chgData name="Hao Ren" userId="f40b33cb-1a17-4208-a7f7-00b78dc065a9" providerId="ADAL" clId="{91F8170C-907B-495E-865E-F11C752A9A05}" dt="2026-06-03T21:01:12.492" v="8135" actId="20577"/>
          <ac:spMkLst>
            <pc:docMk/>
            <pc:sldMk cId="668076943" sldId="2142533954"/>
            <ac:spMk id="3" creationId="{58224F28-C136-259E-5EE4-158DC3BA93FC}"/>
          </ac:spMkLst>
        </pc:spChg>
        <pc:spChg chg="mod">
          <ac:chgData name="Hao Ren" userId="f40b33cb-1a17-4208-a7f7-00b78dc065a9" providerId="ADAL" clId="{91F8170C-907B-495E-865E-F11C752A9A05}" dt="2026-06-03T21:27:56.464" v="8641" actId="1076"/>
          <ac:spMkLst>
            <pc:docMk/>
            <pc:sldMk cId="668076943" sldId="2142533954"/>
            <ac:spMk id="4" creationId="{14437AC2-0772-88BF-ABCD-B8E84D1232FA}"/>
          </ac:spMkLst>
        </pc:spChg>
        <pc:picChg chg="add mod">
          <ac:chgData name="Hao Ren" userId="f40b33cb-1a17-4208-a7f7-00b78dc065a9" providerId="ADAL" clId="{91F8170C-907B-495E-865E-F11C752A9A05}" dt="2026-06-03T21:27:26.202" v="8634" actId="1076"/>
          <ac:picMkLst>
            <pc:docMk/>
            <pc:sldMk cId="668076943" sldId="2142533954"/>
            <ac:picMk id="6" creationId="{16A733DA-6358-FB40-F1C9-0BD69B1A76D0}"/>
          </ac:picMkLst>
        </pc:picChg>
        <pc:picChg chg="add mod">
          <ac:chgData name="Hao Ren" userId="f40b33cb-1a17-4208-a7f7-00b78dc065a9" providerId="ADAL" clId="{91F8170C-907B-495E-865E-F11C752A9A05}" dt="2026-06-03T21:27:48.906" v="8638" actId="1076"/>
          <ac:picMkLst>
            <pc:docMk/>
            <pc:sldMk cId="668076943" sldId="2142533954"/>
            <ac:picMk id="8" creationId="{EBF793A8-7769-947D-75A1-E92CEE931A85}"/>
          </ac:picMkLst>
        </pc:picChg>
      </pc:sldChg>
      <pc:sldChg chg="addSp modSp add mod">
        <pc:chgData name="Hao Ren" userId="f40b33cb-1a17-4208-a7f7-00b78dc065a9" providerId="ADAL" clId="{91F8170C-907B-495E-865E-F11C752A9A05}" dt="2026-06-03T22:03:19.695" v="9116" actId="14100"/>
        <pc:sldMkLst>
          <pc:docMk/>
          <pc:sldMk cId="1600336688" sldId="2142533955"/>
        </pc:sldMkLst>
        <pc:spChg chg="mod">
          <ac:chgData name="Hao Ren" userId="f40b33cb-1a17-4208-a7f7-00b78dc065a9" providerId="ADAL" clId="{91F8170C-907B-495E-865E-F11C752A9A05}" dt="2026-06-03T21:28:37.157" v="8650" actId="20577"/>
          <ac:spMkLst>
            <pc:docMk/>
            <pc:sldMk cId="1600336688" sldId="2142533955"/>
            <ac:spMk id="3" creationId="{31E7B570-355B-2A6A-BE02-CECCA35CAF9C}"/>
          </ac:spMkLst>
        </pc:spChg>
        <pc:spChg chg="mod">
          <ac:chgData name="Hao Ren" userId="f40b33cb-1a17-4208-a7f7-00b78dc065a9" providerId="ADAL" clId="{91F8170C-907B-495E-865E-F11C752A9A05}" dt="2026-06-03T22:03:00.344" v="9110" actId="255"/>
          <ac:spMkLst>
            <pc:docMk/>
            <pc:sldMk cId="1600336688" sldId="2142533955"/>
            <ac:spMk id="4" creationId="{7D7D2A25-2668-F73A-BA5A-2BD2DE03352B}"/>
          </ac:spMkLst>
        </pc:spChg>
        <pc:picChg chg="add mod">
          <ac:chgData name="Hao Ren" userId="f40b33cb-1a17-4208-a7f7-00b78dc065a9" providerId="ADAL" clId="{91F8170C-907B-495E-865E-F11C752A9A05}" dt="2026-06-03T22:03:08.601" v="9113" actId="1076"/>
          <ac:picMkLst>
            <pc:docMk/>
            <pc:sldMk cId="1600336688" sldId="2142533955"/>
            <ac:picMk id="6" creationId="{68BAE6D9-2E7A-85BB-FFA3-40BDB18F5015}"/>
          </ac:picMkLst>
        </pc:picChg>
        <pc:picChg chg="add mod">
          <ac:chgData name="Hao Ren" userId="f40b33cb-1a17-4208-a7f7-00b78dc065a9" providerId="ADAL" clId="{91F8170C-907B-495E-865E-F11C752A9A05}" dt="2026-06-03T22:03:15.093" v="9115" actId="1076"/>
          <ac:picMkLst>
            <pc:docMk/>
            <pc:sldMk cId="1600336688" sldId="2142533955"/>
            <ac:picMk id="8" creationId="{3D49526F-E1FA-F896-2A9C-977E2C635B3F}"/>
          </ac:picMkLst>
        </pc:picChg>
        <pc:picChg chg="add mod">
          <ac:chgData name="Hao Ren" userId="f40b33cb-1a17-4208-a7f7-00b78dc065a9" providerId="ADAL" clId="{91F8170C-907B-495E-865E-F11C752A9A05}" dt="2026-06-03T22:03:19.695" v="9116" actId="14100"/>
          <ac:picMkLst>
            <pc:docMk/>
            <pc:sldMk cId="1600336688" sldId="2142533955"/>
            <ac:picMk id="12" creationId="{8DAECA9A-5BA6-F2F9-86FF-994DDB32BE98}"/>
          </ac:picMkLst>
        </pc:picChg>
        <pc:cxnChg chg="add mod">
          <ac:chgData name="Hao Ren" userId="f40b33cb-1a17-4208-a7f7-00b78dc065a9" providerId="ADAL" clId="{91F8170C-907B-495E-865E-F11C752A9A05}" dt="2026-06-03T22:03:12.873" v="9114" actId="1076"/>
          <ac:cxnSpMkLst>
            <pc:docMk/>
            <pc:sldMk cId="1600336688" sldId="2142533955"/>
            <ac:cxnSpMk id="10" creationId="{7F28884A-E60E-653B-5627-A716F772DB50}"/>
          </ac:cxnSpMkLst>
        </pc:cxnChg>
      </pc:sldChg>
      <pc:sldChg chg="addSp modSp add mod ord">
        <pc:chgData name="Hao Ren" userId="f40b33cb-1a17-4208-a7f7-00b78dc065a9" providerId="ADAL" clId="{91F8170C-907B-495E-865E-F11C752A9A05}" dt="2026-06-03T21:47:11.094" v="8751" actId="1076"/>
        <pc:sldMkLst>
          <pc:docMk/>
          <pc:sldMk cId="1772962746" sldId="2142533956"/>
        </pc:sldMkLst>
        <pc:spChg chg="mod">
          <ac:chgData name="Hao Ren" userId="f40b33cb-1a17-4208-a7f7-00b78dc065a9" providerId="ADAL" clId="{91F8170C-907B-495E-865E-F11C752A9A05}" dt="2026-06-03T21:46:58.653" v="8749"/>
          <ac:spMkLst>
            <pc:docMk/>
            <pc:sldMk cId="1772962746" sldId="2142533956"/>
            <ac:spMk id="3" creationId="{E728923F-92BD-74C2-A37E-CE6B8F3AEDBE}"/>
          </ac:spMkLst>
        </pc:spChg>
        <pc:spChg chg="mod">
          <ac:chgData name="Hao Ren" userId="f40b33cb-1a17-4208-a7f7-00b78dc065a9" providerId="ADAL" clId="{91F8170C-907B-495E-865E-F11C752A9A05}" dt="2026-06-03T21:47:08.448" v="8750"/>
          <ac:spMkLst>
            <pc:docMk/>
            <pc:sldMk cId="1772962746" sldId="2142533956"/>
            <ac:spMk id="4" creationId="{114779B2-8F59-D0C0-1909-654129425845}"/>
          </ac:spMkLst>
        </pc:spChg>
        <pc:picChg chg="add mod">
          <ac:chgData name="Hao Ren" userId="f40b33cb-1a17-4208-a7f7-00b78dc065a9" providerId="ADAL" clId="{91F8170C-907B-495E-865E-F11C752A9A05}" dt="2026-06-03T21:47:11.094" v="8751" actId="1076"/>
          <ac:picMkLst>
            <pc:docMk/>
            <pc:sldMk cId="1772962746" sldId="2142533956"/>
            <ac:picMk id="6" creationId="{32D4B3BF-6639-058F-2053-BAB81DD56A7E}"/>
          </ac:picMkLst>
        </pc:picChg>
      </pc:sldChg>
      <pc:sldChg chg="addSp modSp add mod">
        <pc:chgData name="Hao Ren" userId="f40b33cb-1a17-4208-a7f7-00b78dc065a9" providerId="ADAL" clId="{91F8170C-907B-495E-865E-F11C752A9A05}" dt="2026-06-03T22:27:54.768" v="9591" actId="313"/>
        <pc:sldMkLst>
          <pc:docMk/>
          <pc:sldMk cId="1734691257" sldId="2142533957"/>
        </pc:sldMkLst>
        <pc:spChg chg="mod">
          <ac:chgData name="Hao Ren" userId="f40b33cb-1a17-4208-a7f7-00b78dc065a9" providerId="ADAL" clId="{91F8170C-907B-495E-865E-F11C752A9A05}" dt="2026-06-03T22:03:28.372" v="9117"/>
          <ac:spMkLst>
            <pc:docMk/>
            <pc:sldMk cId="1734691257" sldId="2142533957"/>
            <ac:spMk id="3" creationId="{61451032-3E42-E971-DC1D-C87858982D7C}"/>
          </ac:spMkLst>
        </pc:spChg>
        <pc:spChg chg="mod">
          <ac:chgData name="Hao Ren" userId="f40b33cb-1a17-4208-a7f7-00b78dc065a9" providerId="ADAL" clId="{91F8170C-907B-495E-865E-F11C752A9A05}" dt="2026-06-03T22:18:56.604" v="9290" actId="15"/>
          <ac:spMkLst>
            <pc:docMk/>
            <pc:sldMk cId="1734691257" sldId="2142533957"/>
            <ac:spMk id="4" creationId="{56475A5A-EB4E-C19D-5237-3C9E67CD798E}"/>
          </ac:spMkLst>
        </pc:spChg>
        <pc:spChg chg="add mod">
          <ac:chgData name="Hao Ren" userId="f40b33cb-1a17-4208-a7f7-00b78dc065a9" providerId="ADAL" clId="{91F8170C-907B-495E-865E-F11C752A9A05}" dt="2026-06-03T22:27:54.768" v="9591" actId="313"/>
          <ac:spMkLst>
            <pc:docMk/>
            <pc:sldMk cId="1734691257" sldId="2142533957"/>
            <ac:spMk id="6" creationId="{31F5CAD2-D9BF-FE74-AAB9-DD188BF91459}"/>
          </ac:spMkLst>
        </pc:spChg>
        <pc:picChg chg="add mod">
          <ac:chgData name="Hao Ren" userId="f40b33cb-1a17-4208-a7f7-00b78dc065a9" providerId="ADAL" clId="{91F8170C-907B-495E-865E-F11C752A9A05}" dt="2026-06-03T22:21:43.240" v="9437" actId="1076"/>
          <ac:picMkLst>
            <pc:docMk/>
            <pc:sldMk cId="1734691257" sldId="2142533957"/>
            <ac:picMk id="5" creationId="{5F26ABAF-835E-1D0F-D292-E189115327DB}"/>
          </ac:picMkLst>
        </pc:picChg>
        <pc:picChg chg="add mod">
          <ac:chgData name="Hao Ren" userId="f40b33cb-1a17-4208-a7f7-00b78dc065a9" providerId="ADAL" clId="{91F8170C-907B-495E-865E-F11C752A9A05}" dt="2026-06-03T22:21:53.518" v="9443" actId="1076"/>
          <ac:picMkLst>
            <pc:docMk/>
            <pc:sldMk cId="1734691257" sldId="2142533957"/>
            <ac:picMk id="8" creationId="{CCDDD3C5-96A6-DBC5-BA8D-855B726F00B8}"/>
          </ac:picMkLst>
        </pc:picChg>
      </pc:sldChg>
      <pc:sldChg chg="addSp delSp modSp add mod ord">
        <pc:chgData name="Hao Ren" userId="f40b33cb-1a17-4208-a7f7-00b78dc065a9" providerId="ADAL" clId="{91F8170C-907B-495E-865E-F11C752A9A05}" dt="2026-06-02T21:41:59.749" v="1889" actId="1076"/>
        <pc:sldMkLst>
          <pc:docMk/>
          <pc:sldMk cId="123774411" sldId="2142533958"/>
        </pc:sldMkLst>
        <pc:spChg chg="add mod">
          <ac:chgData name="Hao Ren" userId="f40b33cb-1a17-4208-a7f7-00b78dc065a9" providerId="ADAL" clId="{91F8170C-907B-495E-865E-F11C752A9A05}" dt="2026-06-02T21:41:56.966" v="1888" actId="1076"/>
          <ac:spMkLst>
            <pc:docMk/>
            <pc:sldMk cId="123774411" sldId="2142533958"/>
            <ac:spMk id="6" creationId="{CE4BF0A8-E5D2-B3A9-1156-7A29F1B43475}"/>
          </ac:spMkLst>
        </pc:spChg>
        <pc:picChg chg="add mod">
          <ac:chgData name="Hao Ren" userId="f40b33cb-1a17-4208-a7f7-00b78dc065a9" providerId="ADAL" clId="{91F8170C-907B-495E-865E-F11C752A9A05}" dt="2026-06-02T21:41:59.749" v="1889" actId="1076"/>
          <ac:picMkLst>
            <pc:docMk/>
            <pc:sldMk cId="123774411" sldId="2142533958"/>
            <ac:picMk id="2050" creationId="{CA47F525-DD32-EFC1-F6B6-BD1E0DD53EA7}"/>
          </ac:picMkLst>
        </pc:picChg>
      </pc:sldChg>
      <pc:sldChg chg="modSp add mod">
        <pc:chgData name="Hao Ren" userId="f40b33cb-1a17-4208-a7f7-00b78dc065a9" providerId="ADAL" clId="{91F8170C-907B-495E-865E-F11C752A9A05}" dt="2026-06-03T03:42:50.710" v="4026" actId="21"/>
        <pc:sldMkLst>
          <pc:docMk/>
          <pc:sldMk cId="2041646207" sldId="2142533959"/>
        </pc:sldMkLst>
        <pc:spChg chg="mod">
          <ac:chgData name="Hao Ren" userId="f40b33cb-1a17-4208-a7f7-00b78dc065a9" providerId="ADAL" clId="{91F8170C-907B-495E-865E-F11C752A9A05}" dt="2026-06-02T23:41:50.738" v="3264" actId="20577"/>
          <ac:spMkLst>
            <pc:docMk/>
            <pc:sldMk cId="2041646207" sldId="2142533959"/>
            <ac:spMk id="3" creationId="{4FA3F342-0BAB-B3DE-1F38-773139312E1A}"/>
          </ac:spMkLst>
        </pc:spChg>
        <pc:spChg chg="mod">
          <ac:chgData name="Hao Ren" userId="f40b33cb-1a17-4208-a7f7-00b78dc065a9" providerId="ADAL" clId="{91F8170C-907B-495E-865E-F11C752A9A05}" dt="2026-06-03T03:42:50.710" v="4026" actId="21"/>
          <ac:spMkLst>
            <pc:docMk/>
            <pc:sldMk cId="2041646207" sldId="2142533959"/>
            <ac:spMk id="4" creationId="{F32526C2-8EB6-DDC4-F118-1289BAF68D62}"/>
          </ac:spMkLst>
        </pc:spChg>
      </pc:sldChg>
      <pc:sldChg chg="addSp delSp modSp add mod">
        <pc:chgData name="Hao Ren" userId="f40b33cb-1a17-4208-a7f7-00b78dc065a9" providerId="ADAL" clId="{91F8170C-907B-495E-865E-F11C752A9A05}" dt="2026-06-03T18:38:48.357" v="5838" actId="478"/>
        <pc:sldMkLst>
          <pc:docMk/>
          <pc:sldMk cId="3418801178" sldId="2142533960"/>
        </pc:sldMkLst>
        <pc:spChg chg="mod">
          <ac:chgData name="Hao Ren" userId="f40b33cb-1a17-4208-a7f7-00b78dc065a9" providerId="ADAL" clId="{91F8170C-907B-495E-865E-F11C752A9A05}" dt="2026-06-03T03:29:22.430" v="3910" actId="20577"/>
          <ac:spMkLst>
            <pc:docMk/>
            <pc:sldMk cId="3418801178" sldId="2142533960"/>
            <ac:spMk id="3" creationId="{5638F7AB-44FE-E5E8-6C5E-6E016A966636}"/>
          </ac:spMkLst>
        </pc:spChg>
        <pc:spChg chg="mod">
          <ac:chgData name="Hao Ren" userId="f40b33cb-1a17-4208-a7f7-00b78dc065a9" providerId="ADAL" clId="{91F8170C-907B-495E-865E-F11C752A9A05}" dt="2026-06-03T17:38:31.245" v="5421" actId="20577"/>
          <ac:spMkLst>
            <pc:docMk/>
            <pc:sldMk cId="3418801178" sldId="2142533960"/>
            <ac:spMk id="4" creationId="{AE233555-2704-1970-8E8F-3F529C644C9C}"/>
          </ac:spMkLst>
        </pc:spChg>
        <pc:spChg chg="add mod">
          <ac:chgData name="Hao Ren" userId="f40b33cb-1a17-4208-a7f7-00b78dc065a9" providerId="ADAL" clId="{91F8170C-907B-495E-865E-F11C752A9A05}" dt="2026-06-03T03:41:46.559" v="4014" actId="1076"/>
          <ac:spMkLst>
            <pc:docMk/>
            <pc:sldMk cId="3418801178" sldId="2142533960"/>
            <ac:spMk id="5" creationId="{D58B56CD-11C1-2532-DDE6-9D626B866503}"/>
          </ac:spMkLst>
        </pc:spChg>
        <pc:spChg chg="add mod">
          <ac:chgData name="Hao Ren" userId="f40b33cb-1a17-4208-a7f7-00b78dc065a9" providerId="ADAL" clId="{91F8170C-907B-495E-865E-F11C752A9A05}" dt="2026-06-03T03:41:46.559" v="4014" actId="1076"/>
          <ac:spMkLst>
            <pc:docMk/>
            <pc:sldMk cId="3418801178" sldId="2142533960"/>
            <ac:spMk id="6" creationId="{AC099003-1585-DFD8-11FC-EE9AF0462827}"/>
          </ac:spMkLst>
        </pc:spChg>
        <pc:spChg chg="add mod">
          <ac:chgData name="Hao Ren" userId="f40b33cb-1a17-4208-a7f7-00b78dc065a9" providerId="ADAL" clId="{91F8170C-907B-495E-865E-F11C752A9A05}" dt="2026-06-03T03:41:13.080" v="4006" actId="1076"/>
          <ac:spMkLst>
            <pc:docMk/>
            <pc:sldMk cId="3418801178" sldId="2142533960"/>
            <ac:spMk id="7" creationId="{F9BC6CA2-9239-8CF9-7310-99095083E4CB}"/>
          </ac:spMkLst>
        </pc:spChg>
        <pc:spChg chg="add mod">
          <ac:chgData name="Hao Ren" userId="f40b33cb-1a17-4208-a7f7-00b78dc065a9" providerId="ADAL" clId="{91F8170C-907B-495E-865E-F11C752A9A05}" dt="2026-06-03T03:39:01.702" v="3953" actId="1076"/>
          <ac:spMkLst>
            <pc:docMk/>
            <pc:sldMk cId="3418801178" sldId="2142533960"/>
            <ac:spMk id="8" creationId="{F78520E8-BC3C-5C06-6067-6B0F60DC367E}"/>
          </ac:spMkLst>
        </pc:spChg>
        <pc:spChg chg="add mod">
          <ac:chgData name="Hao Ren" userId="f40b33cb-1a17-4208-a7f7-00b78dc065a9" providerId="ADAL" clId="{91F8170C-907B-495E-865E-F11C752A9A05}" dt="2026-06-03T03:41:13.080" v="4006" actId="1076"/>
          <ac:spMkLst>
            <pc:docMk/>
            <pc:sldMk cId="3418801178" sldId="2142533960"/>
            <ac:spMk id="9" creationId="{C91B6859-01AB-EDD4-84B7-800CA71880FF}"/>
          </ac:spMkLst>
        </pc:spChg>
        <pc:spChg chg="add mod">
          <ac:chgData name="Hao Ren" userId="f40b33cb-1a17-4208-a7f7-00b78dc065a9" providerId="ADAL" clId="{91F8170C-907B-495E-865E-F11C752A9A05}" dt="2026-06-03T03:42:14.749" v="4023" actId="164"/>
          <ac:spMkLst>
            <pc:docMk/>
            <pc:sldMk cId="3418801178" sldId="2142533960"/>
            <ac:spMk id="10" creationId="{465E07D7-BB9F-1EF6-EAD3-3052AA63430E}"/>
          </ac:spMkLst>
        </pc:spChg>
        <pc:spChg chg="add mod">
          <ac:chgData name="Hao Ren" userId="f40b33cb-1a17-4208-a7f7-00b78dc065a9" providerId="ADAL" clId="{91F8170C-907B-495E-865E-F11C752A9A05}" dt="2026-06-03T03:42:14.749" v="4023" actId="164"/>
          <ac:spMkLst>
            <pc:docMk/>
            <pc:sldMk cId="3418801178" sldId="2142533960"/>
            <ac:spMk id="11" creationId="{67F9BBBB-1C2D-3340-4B26-A4871938D043}"/>
          </ac:spMkLst>
        </pc:spChg>
        <pc:spChg chg="add del mod">
          <ac:chgData name="Hao Ren" userId="f40b33cb-1a17-4208-a7f7-00b78dc065a9" providerId="ADAL" clId="{91F8170C-907B-495E-865E-F11C752A9A05}" dt="2026-06-03T03:38:06.808" v="3932" actId="478"/>
          <ac:spMkLst>
            <pc:docMk/>
            <pc:sldMk cId="3418801178" sldId="2142533960"/>
            <ac:spMk id="12" creationId="{16EB2904-3CAC-A0A4-6B0D-9C99BFBA1B23}"/>
          </ac:spMkLst>
        </pc:spChg>
        <pc:spChg chg="add mod">
          <ac:chgData name="Hao Ren" userId="f40b33cb-1a17-4208-a7f7-00b78dc065a9" providerId="ADAL" clId="{91F8170C-907B-495E-865E-F11C752A9A05}" dt="2026-06-03T03:42:14.749" v="4023" actId="164"/>
          <ac:spMkLst>
            <pc:docMk/>
            <pc:sldMk cId="3418801178" sldId="2142533960"/>
            <ac:spMk id="13" creationId="{9F25ADB1-0290-D039-6E97-864370A63315}"/>
          </ac:spMkLst>
        </pc:spChg>
        <pc:spChg chg="add mod">
          <ac:chgData name="Hao Ren" userId="f40b33cb-1a17-4208-a7f7-00b78dc065a9" providerId="ADAL" clId="{91F8170C-907B-495E-865E-F11C752A9A05}" dt="2026-06-03T03:41:13.080" v="4006" actId="1076"/>
          <ac:spMkLst>
            <pc:docMk/>
            <pc:sldMk cId="3418801178" sldId="2142533960"/>
            <ac:spMk id="14" creationId="{C75F9A2D-E27C-30E9-59A7-77CFB968A02D}"/>
          </ac:spMkLst>
        </pc:spChg>
        <pc:spChg chg="add mod">
          <ac:chgData name="Hao Ren" userId="f40b33cb-1a17-4208-a7f7-00b78dc065a9" providerId="ADAL" clId="{91F8170C-907B-495E-865E-F11C752A9A05}" dt="2026-06-03T03:39:01.702" v="3953" actId="1076"/>
          <ac:spMkLst>
            <pc:docMk/>
            <pc:sldMk cId="3418801178" sldId="2142533960"/>
            <ac:spMk id="15" creationId="{32DCAE54-98D3-E05E-BA01-0EE3D01CC289}"/>
          </ac:spMkLst>
        </pc:spChg>
        <pc:spChg chg="add mod">
          <ac:chgData name="Hao Ren" userId="f40b33cb-1a17-4208-a7f7-00b78dc065a9" providerId="ADAL" clId="{91F8170C-907B-495E-865E-F11C752A9A05}" dt="2026-06-03T03:39:01.702" v="3953" actId="1076"/>
          <ac:spMkLst>
            <pc:docMk/>
            <pc:sldMk cId="3418801178" sldId="2142533960"/>
            <ac:spMk id="16" creationId="{AFCC2D4F-2CA4-72A5-3A18-5E0FCEFEF43F}"/>
          </ac:spMkLst>
        </pc:spChg>
        <pc:spChg chg="add mod">
          <ac:chgData name="Hao Ren" userId="f40b33cb-1a17-4208-a7f7-00b78dc065a9" providerId="ADAL" clId="{91F8170C-907B-495E-865E-F11C752A9A05}" dt="2026-06-03T03:38:27.974" v="3943" actId="1076"/>
          <ac:spMkLst>
            <pc:docMk/>
            <pc:sldMk cId="3418801178" sldId="2142533960"/>
            <ac:spMk id="17" creationId="{4BB946C5-4001-D7AD-3416-3B3635F21D4B}"/>
          </ac:spMkLst>
        </pc:spChg>
        <pc:spChg chg="add mod">
          <ac:chgData name="Hao Ren" userId="f40b33cb-1a17-4208-a7f7-00b78dc065a9" providerId="ADAL" clId="{91F8170C-907B-495E-865E-F11C752A9A05}" dt="2026-06-03T03:39:12.472" v="3955" actId="1076"/>
          <ac:spMkLst>
            <pc:docMk/>
            <pc:sldMk cId="3418801178" sldId="2142533960"/>
            <ac:spMk id="18" creationId="{C1CCF799-8C9E-4687-4AB2-67271DDDCC01}"/>
          </ac:spMkLst>
        </pc:spChg>
        <pc:spChg chg="add mod">
          <ac:chgData name="Hao Ren" userId="f40b33cb-1a17-4208-a7f7-00b78dc065a9" providerId="ADAL" clId="{91F8170C-907B-495E-865E-F11C752A9A05}" dt="2026-06-03T03:41:13.080" v="4006" actId="1076"/>
          <ac:spMkLst>
            <pc:docMk/>
            <pc:sldMk cId="3418801178" sldId="2142533960"/>
            <ac:spMk id="19" creationId="{BC344F35-5093-C0EA-9831-C34CAFDE1DAB}"/>
          </ac:spMkLst>
        </pc:spChg>
        <pc:spChg chg="add mod">
          <ac:chgData name="Hao Ren" userId="f40b33cb-1a17-4208-a7f7-00b78dc065a9" providerId="ADAL" clId="{91F8170C-907B-495E-865E-F11C752A9A05}" dt="2026-06-03T03:41:13.080" v="4006" actId="1076"/>
          <ac:spMkLst>
            <pc:docMk/>
            <pc:sldMk cId="3418801178" sldId="2142533960"/>
            <ac:spMk id="20" creationId="{1ED7D1F1-CCA3-2E93-796A-8B48835BD08A}"/>
          </ac:spMkLst>
        </pc:spChg>
        <pc:spChg chg="add mod">
          <ac:chgData name="Hao Ren" userId="f40b33cb-1a17-4208-a7f7-00b78dc065a9" providerId="ADAL" clId="{91F8170C-907B-495E-865E-F11C752A9A05}" dt="2026-06-03T03:41:13.080" v="4006" actId="1076"/>
          <ac:spMkLst>
            <pc:docMk/>
            <pc:sldMk cId="3418801178" sldId="2142533960"/>
            <ac:spMk id="21" creationId="{984AA753-5E8E-2D6B-5E77-2A1581E565FC}"/>
          </ac:spMkLst>
        </pc:spChg>
        <pc:spChg chg="add mod">
          <ac:chgData name="Hao Ren" userId="f40b33cb-1a17-4208-a7f7-00b78dc065a9" providerId="ADAL" clId="{91F8170C-907B-495E-865E-F11C752A9A05}" dt="2026-06-03T03:42:14.749" v="4023" actId="164"/>
          <ac:spMkLst>
            <pc:docMk/>
            <pc:sldMk cId="3418801178" sldId="2142533960"/>
            <ac:spMk id="22" creationId="{3ED59331-A44E-C80F-DE7C-8BAF7FE610E9}"/>
          </ac:spMkLst>
        </pc:spChg>
        <pc:spChg chg="add mod">
          <ac:chgData name="Hao Ren" userId="f40b33cb-1a17-4208-a7f7-00b78dc065a9" providerId="ADAL" clId="{91F8170C-907B-495E-865E-F11C752A9A05}" dt="2026-06-03T03:38:57.877" v="3952" actId="1076"/>
          <ac:spMkLst>
            <pc:docMk/>
            <pc:sldMk cId="3418801178" sldId="2142533960"/>
            <ac:spMk id="23" creationId="{F31635D2-3C51-DE40-DAF1-B3AD4A5C2CED}"/>
          </ac:spMkLst>
        </pc:spChg>
        <pc:spChg chg="add mod">
          <ac:chgData name="Hao Ren" userId="f40b33cb-1a17-4208-a7f7-00b78dc065a9" providerId="ADAL" clId="{91F8170C-907B-495E-865E-F11C752A9A05}" dt="2026-06-03T03:42:14.749" v="4023" actId="164"/>
          <ac:spMkLst>
            <pc:docMk/>
            <pc:sldMk cId="3418801178" sldId="2142533960"/>
            <ac:spMk id="24" creationId="{9D0F6279-6DDF-BE28-C34B-8AE3440B19A3}"/>
          </ac:spMkLst>
        </pc:spChg>
        <pc:spChg chg="add mod">
          <ac:chgData name="Hao Ren" userId="f40b33cb-1a17-4208-a7f7-00b78dc065a9" providerId="ADAL" clId="{91F8170C-907B-495E-865E-F11C752A9A05}" dt="2026-06-03T03:53:24.486" v="4111" actId="20577"/>
          <ac:spMkLst>
            <pc:docMk/>
            <pc:sldMk cId="3418801178" sldId="2142533960"/>
            <ac:spMk id="25" creationId="{7C814DB8-F7E5-6DED-4F68-61A64D3F4E31}"/>
          </ac:spMkLst>
        </pc:spChg>
        <pc:spChg chg="add mod">
          <ac:chgData name="Hao Ren" userId="f40b33cb-1a17-4208-a7f7-00b78dc065a9" providerId="ADAL" clId="{91F8170C-907B-495E-865E-F11C752A9A05}" dt="2026-06-03T03:41:13.080" v="4006" actId="1076"/>
          <ac:spMkLst>
            <pc:docMk/>
            <pc:sldMk cId="3418801178" sldId="2142533960"/>
            <ac:spMk id="26" creationId="{58137356-9723-4A05-32DD-DA4AFCA2AA5E}"/>
          </ac:spMkLst>
        </pc:spChg>
        <pc:spChg chg="add mod">
          <ac:chgData name="Hao Ren" userId="f40b33cb-1a17-4208-a7f7-00b78dc065a9" providerId="ADAL" clId="{91F8170C-907B-495E-865E-F11C752A9A05}" dt="2026-06-03T03:53:27.364" v="4116" actId="20577"/>
          <ac:spMkLst>
            <pc:docMk/>
            <pc:sldMk cId="3418801178" sldId="2142533960"/>
            <ac:spMk id="27" creationId="{BE12FB04-79EB-A5FE-440A-FF4BC6B732C2}"/>
          </ac:spMkLst>
        </pc:spChg>
        <pc:spChg chg="add mod">
          <ac:chgData name="Hao Ren" userId="f40b33cb-1a17-4208-a7f7-00b78dc065a9" providerId="ADAL" clId="{91F8170C-907B-495E-865E-F11C752A9A05}" dt="2026-06-03T03:41:50.471" v="4015" actId="1076"/>
          <ac:spMkLst>
            <pc:docMk/>
            <pc:sldMk cId="3418801178" sldId="2142533960"/>
            <ac:spMk id="28" creationId="{C13E9806-0B9E-56E2-DCB0-C4F867A8553E}"/>
          </ac:spMkLst>
        </pc:spChg>
        <pc:spChg chg="add mod">
          <ac:chgData name="Hao Ren" userId="f40b33cb-1a17-4208-a7f7-00b78dc065a9" providerId="ADAL" clId="{91F8170C-907B-495E-865E-F11C752A9A05}" dt="2026-06-03T03:42:14.749" v="4023" actId="164"/>
          <ac:spMkLst>
            <pc:docMk/>
            <pc:sldMk cId="3418801178" sldId="2142533960"/>
            <ac:spMk id="29" creationId="{4959BB2B-DFD6-E738-8618-3874EBBD0F94}"/>
          </ac:spMkLst>
        </pc:spChg>
        <pc:spChg chg="add mod">
          <ac:chgData name="Hao Ren" userId="f40b33cb-1a17-4208-a7f7-00b78dc065a9" providerId="ADAL" clId="{91F8170C-907B-495E-865E-F11C752A9A05}" dt="2026-06-03T03:41:46.559" v="4014" actId="1076"/>
          <ac:spMkLst>
            <pc:docMk/>
            <pc:sldMk cId="3418801178" sldId="2142533960"/>
            <ac:spMk id="30" creationId="{B047B0D3-502D-A1CD-D874-5CBDA987C1EB}"/>
          </ac:spMkLst>
        </pc:spChg>
        <pc:spChg chg="add mod">
          <ac:chgData name="Hao Ren" userId="f40b33cb-1a17-4208-a7f7-00b78dc065a9" providerId="ADAL" clId="{91F8170C-907B-495E-865E-F11C752A9A05}" dt="2026-06-03T03:41:46.559" v="4014" actId="1076"/>
          <ac:spMkLst>
            <pc:docMk/>
            <pc:sldMk cId="3418801178" sldId="2142533960"/>
            <ac:spMk id="31" creationId="{AB2FD66C-4934-C7C7-9153-67EAF35436AC}"/>
          </ac:spMkLst>
        </pc:spChg>
        <pc:spChg chg="add mod">
          <ac:chgData name="Hao Ren" userId="f40b33cb-1a17-4208-a7f7-00b78dc065a9" providerId="ADAL" clId="{91F8170C-907B-495E-865E-F11C752A9A05}" dt="2026-06-03T03:42:14.749" v="4023" actId="164"/>
          <ac:spMkLst>
            <pc:docMk/>
            <pc:sldMk cId="3418801178" sldId="2142533960"/>
            <ac:spMk id="32" creationId="{024AB4C8-E1CD-C8E6-A09E-A00AB6816FE3}"/>
          </ac:spMkLst>
        </pc:spChg>
        <pc:spChg chg="add mod">
          <ac:chgData name="Hao Ren" userId="f40b33cb-1a17-4208-a7f7-00b78dc065a9" providerId="ADAL" clId="{91F8170C-907B-495E-865E-F11C752A9A05}" dt="2026-06-03T03:42:14.749" v="4023" actId="164"/>
          <ac:spMkLst>
            <pc:docMk/>
            <pc:sldMk cId="3418801178" sldId="2142533960"/>
            <ac:spMk id="33" creationId="{FF622402-5E43-CB99-F862-098ED4D09330}"/>
          </ac:spMkLst>
        </pc:spChg>
        <pc:spChg chg="add mod">
          <ac:chgData name="Hao Ren" userId="f40b33cb-1a17-4208-a7f7-00b78dc065a9" providerId="ADAL" clId="{91F8170C-907B-495E-865E-F11C752A9A05}" dt="2026-06-03T03:42:14.749" v="4023" actId="164"/>
          <ac:spMkLst>
            <pc:docMk/>
            <pc:sldMk cId="3418801178" sldId="2142533960"/>
            <ac:spMk id="34" creationId="{049C8C85-8D15-932A-BF90-F30A734B6D22}"/>
          </ac:spMkLst>
        </pc:spChg>
        <pc:spChg chg="add mod">
          <ac:chgData name="Hao Ren" userId="f40b33cb-1a17-4208-a7f7-00b78dc065a9" providerId="ADAL" clId="{91F8170C-907B-495E-865E-F11C752A9A05}" dt="2026-06-03T03:42:01.258" v="4021" actId="20577"/>
          <ac:spMkLst>
            <pc:docMk/>
            <pc:sldMk cId="3418801178" sldId="2142533960"/>
            <ac:spMk id="35" creationId="{B4358148-42CB-FDB3-DFE6-FF107D8F45F1}"/>
          </ac:spMkLst>
        </pc:spChg>
        <pc:spChg chg="add mod">
          <ac:chgData name="Hao Ren" userId="f40b33cb-1a17-4208-a7f7-00b78dc065a9" providerId="ADAL" clId="{91F8170C-907B-495E-865E-F11C752A9A05}" dt="2026-06-03T03:49:24.449" v="4070" actId="1076"/>
          <ac:spMkLst>
            <pc:docMk/>
            <pc:sldMk cId="3418801178" sldId="2142533960"/>
            <ac:spMk id="37" creationId="{0C3432A6-723A-6254-E7AA-29B63A36C787}"/>
          </ac:spMkLst>
        </pc:spChg>
        <pc:spChg chg="add mod">
          <ac:chgData name="Hao Ren" userId="f40b33cb-1a17-4208-a7f7-00b78dc065a9" providerId="ADAL" clId="{91F8170C-907B-495E-865E-F11C752A9A05}" dt="2026-06-03T03:49:24.449" v="4070" actId="1076"/>
          <ac:spMkLst>
            <pc:docMk/>
            <pc:sldMk cId="3418801178" sldId="2142533960"/>
            <ac:spMk id="38" creationId="{A4E9BB4E-A98D-960D-DBC2-0225C5985189}"/>
          </ac:spMkLst>
        </pc:spChg>
        <pc:spChg chg="add del mod">
          <ac:chgData name="Hao Ren" userId="f40b33cb-1a17-4208-a7f7-00b78dc065a9" providerId="ADAL" clId="{91F8170C-907B-495E-865E-F11C752A9A05}" dt="2026-06-03T03:50:04.524" v="4071" actId="478"/>
          <ac:spMkLst>
            <pc:docMk/>
            <pc:sldMk cId="3418801178" sldId="2142533960"/>
            <ac:spMk id="39" creationId="{77D5682B-0EE5-1626-477D-0FBF4EADAABF}"/>
          </ac:spMkLst>
        </pc:spChg>
        <pc:spChg chg="add mod">
          <ac:chgData name="Hao Ren" userId="f40b33cb-1a17-4208-a7f7-00b78dc065a9" providerId="ADAL" clId="{91F8170C-907B-495E-865E-F11C752A9A05}" dt="2026-06-03T03:49:24.449" v="4070" actId="1076"/>
          <ac:spMkLst>
            <pc:docMk/>
            <pc:sldMk cId="3418801178" sldId="2142533960"/>
            <ac:spMk id="40" creationId="{FC891291-6FBC-996C-DB20-33D8757A5E43}"/>
          </ac:spMkLst>
        </pc:spChg>
        <pc:spChg chg="add mod">
          <ac:chgData name="Hao Ren" userId="f40b33cb-1a17-4208-a7f7-00b78dc065a9" providerId="ADAL" clId="{91F8170C-907B-495E-865E-F11C752A9A05}" dt="2026-06-03T03:49:24.449" v="4070" actId="1076"/>
          <ac:spMkLst>
            <pc:docMk/>
            <pc:sldMk cId="3418801178" sldId="2142533960"/>
            <ac:spMk id="41" creationId="{8F6FBAF6-1105-29C9-9F28-F40D5F4F45EF}"/>
          </ac:spMkLst>
        </pc:spChg>
        <pc:spChg chg="add mod">
          <ac:chgData name="Hao Ren" userId="f40b33cb-1a17-4208-a7f7-00b78dc065a9" providerId="ADAL" clId="{91F8170C-907B-495E-865E-F11C752A9A05}" dt="2026-06-03T03:49:24.449" v="4070" actId="1076"/>
          <ac:spMkLst>
            <pc:docMk/>
            <pc:sldMk cId="3418801178" sldId="2142533960"/>
            <ac:spMk id="42" creationId="{DBB41E3B-1565-5D17-7051-7C6033F510FC}"/>
          </ac:spMkLst>
        </pc:spChg>
        <pc:spChg chg="add mod">
          <ac:chgData name="Hao Ren" userId="f40b33cb-1a17-4208-a7f7-00b78dc065a9" providerId="ADAL" clId="{91F8170C-907B-495E-865E-F11C752A9A05}" dt="2026-06-03T03:49:24.449" v="4070" actId="1076"/>
          <ac:spMkLst>
            <pc:docMk/>
            <pc:sldMk cId="3418801178" sldId="2142533960"/>
            <ac:spMk id="43" creationId="{9C275BEA-0FCC-D5B5-1E0F-7C56A713864F}"/>
          </ac:spMkLst>
        </pc:spChg>
        <pc:spChg chg="add mod">
          <ac:chgData name="Hao Ren" userId="f40b33cb-1a17-4208-a7f7-00b78dc065a9" providerId="ADAL" clId="{91F8170C-907B-495E-865E-F11C752A9A05}" dt="2026-06-03T03:49:24.449" v="4070" actId="1076"/>
          <ac:spMkLst>
            <pc:docMk/>
            <pc:sldMk cId="3418801178" sldId="2142533960"/>
            <ac:spMk id="44" creationId="{686BDDBB-D4B9-F5A6-D996-AE70DC3FD6BB}"/>
          </ac:spMkLst>
        </pc:spChg>
        <pc:spChg chg="add mod">
          <ac:chgData name="Hao Ren" userId="f40b33cb-1a17-4208-a7f7-00b78dc065a9" providerId="ADAL" clId="{91F8170C-907B-495E-865E-F11C752A9A05}" dt="2026-06-03T03:49:24.449" v="4070" actId="1076"/>
          <ac:spMkLst>
            <pc:docMk/>
            <pc:sldMk cId="3418801178" sldId="2142533960"/>
            <ac:spMk id="45" creationId="{5A3F9801-13B8-2B3D-10BA-2D999A670C26}"/>
          </ac:spMkLst>
        </pc:spChg>
        <pc:spChg chg="add mod">
          <ac:chgData name="Hao Ren" userId="f40b33cb-1a17-4208-a7f7-00b78dc065a9" providerId="ADAL" clId="{91F8170C-907B-495E-865E-F11C752A9A05}" dt="2026-06-03T03:50:22.914" v="4074" actId="1076"/>
          <ac:spMkLst>
            <pc:docMk/>
            <pc:sldMk cId="3418801178" sldId="2142533960"/>
            <ac:spMk id="46" creationId="{B28CA4E5-9F99-4D8C-47BA-9EA012293627}"/>
          </ac:spMkLst>
        </pc:spChg>
        <pc:spChg chg="add mod">
          <ac:chgData name="Hao Ren" userId="f40b33cb-1a17-4208-a7f7-00b78dc065a9" providerId="ADAL" clId="{91F8170C-907B-495E-865E-F11C752A9A05}" dt="2026-06-03T03:50:22.914" v="4074" actId="1076"/>
          <ac:spMkLst>
            <pc:docMk/>
            <pc:sldMk cId="3418801178" sldId="2142533960"/>
            <ac:spMk id="47" creationId="{56722896-458D-41EC-174C-46E5E8E214F2}"/>
          </ac:spMkLst>
        </pc:spChg>
        <pc:spChg chg="add mod">
          <ac:chgData name="Hao Ren" userId="f40b33cb-1a17-4208-a7f7-00b78dc065a9" providerId="ADAL" clId="{91F8170C-907B-495E-865E-F11C752A9A05}" dt="2026-06-03T03:50:22.914" v="4074" actId="1076"/>
          <ac:spMkLst>
            <pc:docMk/>
            <pc:sldMk cId="3418801178" sldId="2142533960"/>
            <ac:spMk id="48" creationId="{FB4A5902-D2D4-B2A2-D427-7B7287C56AB2}"/>
          </ac:spMkLst>
        </pc:spChg>
        <pc:spChg chg="add mod">
          <ac:chgData name="Hao Ren" userId="f40b33cb-1a17-4208-a7f7-00b78dc065a9" providerId="ADAL" clId="{91F8170C-907B-495E-865E-F11C752A9A05}" dt="2026-06-03T03:50:22.914" v="4074" actId="1076"/>
          <ac:spMkLst>
            <pc:docMk/>
            <pc:sldMk cId="3418801178" sldId="2142533960"/>
            <ac:spMk id="49" creationId="{A5B8FB01-D953-C371-47C9-405967F6789A}"/>
          </ac:spMkLst>
        </pc:spChg>
        <pc:spChg chg="add mod">
          <ac:chgData name="Hao Ren" userId="f40b33cb-1a17-4208-a7f7-00b78dc065a9" providerId="ADAL" clId="{91F8170C-907B-495E-865E-F11C752A9A05}" dt="2026-06-03T03:50:22.914" v="4074" actId="1076"/>
          <ac:spMkLst>
            <pc:docMk/>
            <pc:sldMk cId="3418801178" sldId="2142533960"/>
            <ac:spMk id="50" creationId="{E4C26A8C-181E-1C30-63FA-6B60A7BE6398}"/>
          </ac:spMkLst>
        </pc:spChg>
        <pc:spChg chg="add mod">
          <ac:chgData name="Hao Ren" userId="f40b33cb-1a17-4208-a7f7-00b78dc065a9" providerId="ADAL" clId="{91F8170C-907B-495E-865E-F11C752A9A05}" dt="2026-06-03T03:50:22.914" v="4074" actId="1076"/>
          <ac:spMkLst>
            <pc:docMk/>
            <pc:sldMk cId="3418801178" sldId="2142533960"/>
            <ac:spMk id="51" creationId="{C506F0F3-EA3C-8E96-F6D9-2392C98D8193}"/>
          </ac:spMkLst>
        </pc:spChg>
        <pc:spChg chg="add mod">
          <ac:chgData name="Hao Ren" userId="f40b33cb-1a17-4208-a7f7-00b78dc065a9" providerId="ADAL" clId="{91F8170C-907B-495E-865E-F11C752A9A05}" dt="2026-06-03T03:50:22.914" v="4074" actId="1076"/>
          <ac:spMkLst>
            <pc:docMk/>
            <pc:sldMk cId="3418801178" sldId="2142533960"/>
            <ac:spMk id="52" creationId="{852BBF76-0BA8-44F3-B02D-39657375344A}"/>
          </ac:spMkLst>
        </pc:spChg>
        <pc:spChg chg="add mod">
          <ac:chgData name="Hao Ren" userId="f40b33cb-1a17-4208-a7f7-00b78dc065a9" providerId="ADAL" clId="{91F8170C-907B-495E-865E-F11C752A9A05}" dt="2026-06-03T03:50:22.914" v="4074" actId="1076"/>
          <ac:spMkLst>
            <pc:docMk/>
            <pc:sldMk cId="3418801178" sldId="2142533960"/>
            <ac:spMk id="53" creationId="{636FDBC8-0C59-63FA-B5FB-5846CA6F69C2}"/>
          </ac:spMkLst>
        </pc:spChg>
        <pc:spChg chg="add mod">
          <ac:chgData name="Hao Ren" userId="f40b33cb-1a17-4208-a7f7-00b78dc065a9" providerId="ADAL" clId="{91F8170C-907B-495E-865E-F11C752A9A05}" dt="2026-06-03T03:50:27.721" v="4076" actId="1076"/>
          <ac:spMkLst>
            <pc:docMk/>
            <pc:sldMk cId="3418801178" sldId="2142533960"/>
            <ac:spMk id="54" creationId="{E7394619-E0C6-948E-5581-E001C1C8C2AC}"/>
          </ac:spMkLst>
        </pc:spChg>
        <pc:spChg chg="add mod">
          <ac:chgData name="Hao Ren" userId="f40b33cb-1a17-4208-a7f7-00b78dc065a9" providerId="ADAL" clId="{91F8170C-907B-495E-865E-F11C752A9A05}" dt="2026-06-03T03:50:27.721" v="4076" actId="1076"/>
          <ac:spMkLst>
            <pc:docMk/>
            <pc:sldMk cId="3418801178" sldId="2142533960"/>
            <ac:spMk id="55" creationId="{32A7489D-787A-0AFF-3579-B6AA98C1D930}"/>
          </ac:spMkLst>
        </pc:spChg>
        <pc:spChg chg="add mod">
          <ac:chgData name="Hao Ren" userId="f40b33cb-1a17-4208-a7f7-00b78dc065a9" providerId="ADAL" clId="{91F8170C-907B-495E-865E-F11C752A9A05}" dt="2026-06-03T03:50:27.721" v="4076" actId="1076"/>
          <ac:spMkLst>
            <pc:docMk/>
            <pc:sldMk cId="3418801178" sldId="2142533960"/>
            <ac:spMk id="56" creationId="{4E67B039-24CD-51AF-C52F-4EA41E4F1043}"/>
          </ac:spMkLst>
        </pc:spChg>
        <pc:spChg chg="add mod">
          <ac:chgData name="Hao Ren" userId="f40b33cb-1a17-4208-a7f7-00b78dc065a9" providerId="ADAL" clId="{91F8170C-907B-495E-865E-F11C752A9A05}" dt="2026-06-03T03:50:27.721" v="4076" actId="1076"/>
          <ac:spMkLst>
            <pc:docMk/>
            <pc:sldMk cId="3418801178" sldId="2142533960"/>
            <ac:spMk id="57" creationId="{E617176C-9B58-ADD1-5555-EF954123A8B9}"/>
          </ac:spMkLst>
        </pc:spChg>
        <pc:spChg chg="add mod">
          <ac:chgData name="Hao Ren" userId="f40b33cb-1a17-4208-a7f7-00b78dc065a9" providerId="ADAL" clId="{91F8170C-907B-495E-865E-F11C752A9A05}" dt="2026-06-03T03:50:27.721" v="4076" actId="1076"/>
          <ac:spMkLst>
            <pc:docMk/>
            <pc:sldMk cId="3418801178" sldId="2142533960"/>
            <ac:spMk id="58" creationId="{FE504767-354A-6556-5BB6-CECB8FC0EF54}"/>
          </ac:spMkLst>
        </pc:spChg>
        <pc:spChg chg="add mod">
          <ac:chgData name="Hao Ren" userId="f40b33cb-1a17-4208-a7f7-00b78dc065a9" providerId="ADAL" clId="{91F8170C-907B-495E-865E-F11C752A9A05}" dt="2026-06-03T03:50:27.721" v="4076" actId="1076"/>
          <ac:spMkLst>
            <pc:docMk/>
            <pc:sldMk cId="3418801178" sldId="2142533960"/>
            <ac:spMk id="59" creationId="{ED385C6F-9817-A221-7284-8D10FC9FB16F}"/>
          </ac:spMkLst>
        </pc:spChg>
        <pc:spChg chg="add mod">
          <ac:chgData name="Hao Ren" userId="f40b33cb-1a17-4208-a7f7-00b78dc065a9" providerId="ADAL" clId="{91F8170C-907B-495E-865E-F11C752A9A05}" dt="2026-06-03T03:50:27.721" v="4076" actId="1076"/>
          <ac:spMkLst>
            <pc:docMk/>
            <pc:sldMk cId="3418801178" sldId="2142533960"/>
            <ac:spMk id="60" creationId="{EB40C1A1-108F-312F-B57E-B796A4973E8F}"/>
          </ac:spMkLst>
        </pc:spChg>
        <pc:spChg chg="add mod">
          <ac:chgData name="Hao Ren" userId="f40b33cb-1a17-4208-a7f7-00b78dc065a9" providerId="ADAL" clId="{91F8170C-907B-495E-865E-F11C752A9A05}" dt="2026-06-03T03:51:10.971" v="4091" actId="1076"/>
          <ac:spMkLst>
            <pc:docMk/>
            <pc:sldMk cId="3418801178" sldId="2142533960"/>
            <ac:spMk id="61" creationId="{97D003CA-0C4C-0BBD-A318-5C333DB90D06}"/>
          </ac:spMkLst>
        </pc:spChg>
        <pc:spChg chg="add mod">
          <ac:chgData name="Hao Ren" userId="f40b33cb-1a17-4208-a7f7-00b78dc065a9" providerId="ADAL" clId="{91F8170C-907B-495E-865E-F11C752A9A05}" dt="2026-06-03T03:51:03.623" v="4088" actId="1076"/>
          <ac:spMkLst>
            <pc:docMk/>
            <pc:sldMk cId="3418801178" sldId="2142533960"/>
            <ac:spMk id="62" creationId="{0EDE1ABF-52B3-1E3A-ED34-DC94D8D8E3AF}"/>
          </ac:spMkLst>
        </pc:spChg>
        <pc:spChg chg="add mod">
          <ac:chgData name="Hao Ren" userId="f40b33cb-1a17-4208-a7f7-00b78dc065a9" providerId="ADAL" clId="{91F8170C-907B-495E-865E-F11C752A9A05}" dt="2026-06-03T03:51:06.967" v="4089" actId="1076"/>
          <ac:spMkLst>
            <pc:docMk/>
            <pc:sldMk cId="3418801178" sldId="2142533960"/>
            <ac:spMk id="63" creationId="{998DBDAF-C5EB-F606-3142-A5FA2F0AD01C}"/>
          </ac:spMkLst>
        </pc:spChg>
        <pc:spChg chg="add mod">
          <ac:chgData name="Hao Ren" userId="f40b33cb-1a17-4208-a7f7-00b78dc065a9" providerId="ADAL" clId="{91F8170C-907B-495E-865E-F11C752A9A05}" dt="2026-06-03T03:50:56.199" v="4087" actId="20577"/>
          <ac:spMkLst>
            <pc:docMk/>
            <pc:sldMk cId="3418801178" sldId="2142533960"/>
            <ac:spMk id="64" creationId="{9C4261AE-8F9E-7DBE-F1F1-C9780CD0E766}"/>
          </ac:spMkLst>
        </pc:spChg>
        <pc:spChg chg="add mod">
          <ac:chgData name="Hao Ren" userId="f40b33cb-1a17-4208-a7f7-00b78dc065a9" providerId="ADAL" clId="{91F8170C-907B-495E-865E-F11C752A9A05}" dt="2026-06-03T03:51:20.280" v="4093" actId="1076"/>
          <ac:spMkLst>
            <pc:docMk/>
            <pc:sldMk cId="3418801178" sldId="2142533960"/>
            <ac:spMk id="65" creationId="{F01FFD38-5A39-4142-313A-F97E436A1D53}"/>
          </ac:spMkLst>
        </pc:spChg>
        <pc:spChg chg="add mod">
          <ac:chgData name="Hao Ren" userId="f40b33cb-1a17-4208-a7f7-00b78dc065a9" providerId="ADAL" clId="{91F8170C-907B-495E-865E-F11C752A9A05}" dt="2026-06-03T03:51:20.280" v="4093" actId="1076"/>
          <ac:spMkLst>
            <pc:docMk/>
            <pc:sldMk cId="3418801178" sldId="2142533960"/>
            <ac:spMk id="66" creationId="{0BEC8E4D-5D60-5277-C583-458BED41C1F3}"/>
          </ac:spMkLst>
        </pc:spChg>
        <pc:spChg chg="add mod">
          <ac:chgData name="Hao Ren" userId="f40b33cb-1a17-4208-a7f7-00b78dc065a9" providerId="ADAL" clId="{91F8170C-907B-495E-865E-F11C752A9A05}" dt="2026-06-03T17:39:16.512" v="5465" actId="1076"/>
          <ac:spMkLst>
            <pc:docMk/>
            <pc:sldMk cId="3418801178" sldId="2142533960"/>
            <ac:spMk id="67" creationId="{A5CCBE30-C379-F584-1A9C-7D77FA016A18}"/>
          </ac:spMkLst>
        </pc:spChg>
        <pc:spChg chg="add mod">
          <ac:chgData name="Hao Ren" userId="f40b33cb-1a17-4208-a7f7-00b78dc065a9" providerId="ADAL" clId="{91F8170C-907B-495E-865E-F11C752A9A05}" dt="2026-06-03T18:37:33.834" v="5822"/>
          <ac:spMkLst>
            <pc:docMk/>
            <pc:sldMk cId="3418801178" sldId="2142533960"/>
            <ac:spMk id="68" creationId="{625C73AC-F680-5DA3-00E0-B3F8790F2AB5}"/>
          </ac:spMkLst>
        </pc:spChg>
        <pc:spChg chg="add mod">
          <ac:chgData name="Hao Ren" userId="f40b33cb-1a17-4208-a7f7-00b78dc065a9" providerId="ADAL" clId="{91F8170C-907B-495E-865E-F11C752A9A05}" dt="2026-06-03T18:37:33.834" v="5822"/>
          <ac:spMkLst>
            <pc:docMk/>
            <pc:sldMk cId="3418801178" sldId="2142533960"/>
            <ac:spMk id="69" creationId="{5FF8709F-61D3-D5A9-B54A-5D693DA76D40}"/>
          </ac:spMkLst>
        </pc:spChg>
        <pc:spChg chg="add mod">
          <ac:chgData name="Hao Ren" userId="f40b33cb-1a17-4208-a7f7-00b78dc065a9" providerId="ADAL" clId="{91F8170C-907B-495E-865E-F11C752A9A05}" dt="2026-06-03T18:37:33.834" v="5822"/>
          <ac:spMkLst>
            <pc:docMk/>
            <pc:sldMk cId="3418801178" sldId="2142533960"/>
            <ac:spMk id="78" creationId="{E44B9680-EF08-E089-A3EC-22883CD4D8B5}"/>
          </ac:spMkLst>
        </pc:spChg>
        <pc:spChg chg="add mod">
          <ac:chgData name="Hao Ren" userId="f40b33cb-1a17-4208-a7f7-00b78dc065a9" providerId="ADAL" clId="{91F8170C-907B-495E-865E-F11C752A9A05}" dt="2026-06-03T18:37:33.834" v="5822"/>
          <ac:spMkLst>
            <pc:docMk/>
            <pc:sldMk cId="3418801178" sldId="2142533960"/>
            <ac:spMk id="80" creationId="{396CD2BE-D519-B691-FA66-C9235D71ECF6}"/>
          </ac:spMkLst>
        </pc:spChg>
        <pc:spChg chg="add mod">
          <ac:chgData name="Hao Ren" userId="f40b33cb-1a17-4208-a7f7-00b78dc065a9" providerId="ADAL" clId="{91F8170C-907B-495E-865E-F11C752A9A05}" dt="2026-06-03T18:37:33.834" v="5822"/>
          <ac:spMkLst>
            <pc:docMk/>
            <pc:sldMk cId="3418801178" sldId="2142533960"/>
            <ac:spMk id="81" creationId="{522F09DC-CCC7-58E8-C517-B0A60C078CE4}"/>
          </ac:spMkLst>
        </pc:spChg>
        <pc:spChg chg="add mod">
          <ac:chgData name="Hao Ren" userId="f40b33cb-1a17-4208-a7f7-00b78dc065a9" providerId="ADAL" clId="{91F8170C-907B-495E-865E-F11C752A9A05}" dt="2026-06-03T18:37:33.834" v="5822"/>
          <ac:spMkLst>
            <pc:docMk/>
            <pc:sldMk cId="3418801178" sldId="2142533960"/>
            <ac:spMk id="84" creationId="{F7D92713-9162-CF63-01FC-B54B97599E05}"/>
          </ac:spMkLst>
        </pc:spChg>
        <pc:spChg chg="add mod">
          <ac:chgData name="Hao Ren" userId="f40b33cb-1a17-4208-a7f7-00b78dc065a9" providerId="ADAL" clId="{91F8170C-907B-495E-865E-F11C752A9A05}" dt="2026-06-03T18:37:33.834" v="5822"/>
          <ac:spMkLst>
            <pc:docMk/>
            <pc:sldMk cId="3418801178" sldId="2142533960"/>
            <ac:spMk id="90" creationId="{21F2C7A7-8069-4C8F-863B-5A071113F957}"/>
          </ac:spMkLst>
        </pc:spChg>
        <pc:spChg chg="add mod">
          <ac:chgData name="Hao Ren" userId="f40b33cb-1a17-4208-a7f7-00b78dc065a9" providerId="ADAL" clId="{91F8170C-907B-495E-865E-F11C752A9A05}" dt="2026-06-03T18:37:33.834" v="5822"/>
          <ac:spMkLst>
            <pc:docMk/>
            <pc:sldMk cId="3418801178" sldId="2142533960"/>
            <ac:spMk id="93" creationId="{E8CD9793-F009-491D-A88E-E653B232CB5B}"/>
          </ac:spMkLst>
        </pc:spChg>
        <pc:spChg chg="add mod">
          <ac:chgData name="Hao Ren" userId="f40b33cb-1a17-4208-a7f7-00b78dc065a9" providerId="ADAL" clId="{91F8170C-907B-495E-865E-F11C752A9A05}" dt="2026-06-03T18:37:33.834" v="5822"/>
          <ac:spMkLst>
            <pc:docMk/>
            <pc:sldMk cId="3418801178" sldId="2142533960"/>
            <ac:spMk id="95" creationId="{E2B021C3-26F4-7E2F-B555-7E5E124419BD}"/>
          </ac:spMkLst>
        </pc:spChg>
        <pc:spChg chg="add mod">
          <ac:chgData name="Hao Ren" userId="f40b33cb-1a17-4208-a7f7-00b78dc065a9" providerId="ADAL" clId="{91F8170C-907B-495E-865E-F11C752A9A05}" dt="2026-06-03T18:37:33.834" v="5822"/>
          <ac:spMkLst>
            <pc:docMk/>
            <pc:sldMk cId="3418801178" sldId="2142533960"/>
            <ac:spMk id="97" creationId="{921520C9-460E-4313-C2BF-FBAFF69E1C14}"/>
          </ac:spMkLst>
        </pc:spChg>
        <pc:spChg chg="del mod topLvl">
          <ac:chgData name="Hao Ren" userId="f40b33cb-1a17-4208-a7f7-00b78dc065a9" providerId="ADAL" clId="{91F8170C-907B-495E-865E-F11C752A9A05}" dt="2026-06-03T18:38:48.357" v="5838" actId="478"/>
          <ac:spMkLst>
            <pc:docMk/>
            <pc:sldMk cId="3418801178" sldId="2142533960"/>
            <ac:spMk id="102" creationId="{69A1C4FF-F8A2-49B5-3BEA-4142FDADE9E0}"/>
          </ac:spMkLst>
        </pc:spChg>
        <pc:spChg chg="del mod topLvl">
          <ac:chgData name="Hao Ren" userId="f40b33cb-1a17-4208-a7f7-00b78dc065a9" providerId="ADAL" clId="{91F8170C-907B-495E-865E-F11C752A9A05}" dt="2026-06-03T18:38:48.357" v="5838" actId="478"/>
          <ac:spMkLst>
            <pc:docMk/>
            <pc:sldMk cId="3418801178" sldId="2142533960"/>
            <ac:spMk id="104" creationId="{8F8DC368-6849-7714-D53B-E8E777EC3505}"/>
          </ac:spMkLst>
        </pc:spChg>
        <pc:spChg chg="mod">
          <ac:chgData name="Hao Ren" userId="f40b33cb-1a17-4208-a7f7-00b78dc065a9" providerId="ADAL" clId="{91F8170C-907B-495E-865E-F11C752A9A05}" dt="2026-06-03T18:38:32.082" v="5831" actId="207"/>
          <ac:spMkLst>
            <pc:docMk/>
            <pc:sldMk cId="3418801178" sldId="2142533960"/>
            <ac:spMk id="106" creationId="{15C64804-1E42-152A-D3A4-4F819CF4373A}"/>
          </ac:spMkLst>
        </pc:spChg>
        <pc:spChg chg="mod topLvl">
          <ac:chgData name="Hao Ren" userId="f40b33cb-1a17-4208-a7f7-00b78dc065a9" providerId="ADAL" clId="{91F8170C-907B-495E-865E-F11C752A9A05}" dt="2026-06-03T18:38:32.082" v="5831" actId="207"/>
          <ac:spMkLst>
            <pc:docMk/>
            <pc:sldMk cId="3418801178" sldId="2142533960"/>
            <ac:spMk id="107" creationId="{33EE7CA5-7DC3-D9B0-BF90-BE1938B990FD}"/>
          </ac:spMkLst>
        </pc:spChg>
        <pc:spChg chg="mod">
          <ac:chgData name="Hao Ren" userId="f40b33cb-1a17-4208-a7f7-00b78dc065a9" providerId="ADAL" clId="{91F8170C-907B-495E-865E-F11C752A9A05}" dt="2026-06-03T18:38:32.082" v="5831" actId="207"/>
          <ac:spMkLst>
            <pc:docMk/>
            <pc:sldMk cId="3418801178" sldId="2142533960"/>
            <ac:spMk id="108" creationId="{9CD63CC1-227C-68BA-5A63-4B0FF1A6F4A5}"/>
          </ac:spMkLst>
        </pc:spChg>
        <pc:spChg chg="mod">
          <ac:chgData name="Hao Ren" userId="f40b33cb-1a17-4208-a7f7-00b78dc065a9" providerId="ADAL" clId="{91F8170C-907B-495E-865E-F11C752A9A05}" dt="2026-06-03T18:38:32.082" v="5831" actId="207"/>
          <ac:spMkLst>
            <pc:docMk/>
            <pc:sldMk cId="3418801178" sldId="2142533960"/>
            <ac:spMk id="109" creationId="{F506EC8A-EE73-552D-5FBF-CC01FD8333AD}"/>
          </ac:spMkLst>
        </pc:spChg>
        <pc:spChg chg="mod">
          <ac:chgData name="Hao Ren" userId="f40b33cb-1a17-4208-a7f7-00b78dc065a9" providerId="ADAL" clId="{91F8170C-907B-495E-865E-F11C752A9A05}" dt="2026-06-03T18:38:32.082" v="5831" actId="207"/>
          <ac:spMkLst>
            <pc:docMk/>
            <pc:sldMk cId="3418801178" sldId="2142533960"/>
            <ac:spMk id="110" creationId="{43D0D832-F79B-9CEA-3713-DAEDD2496F91}"/>
          </ac:spMkLst>
        </pc:spChg>
        <pc:spChg chg="mod">
          <ac:chgData name="Hao Ren" userId="f40b33cb-1a17-4208-a7f7-00b78dc065a9" providerId="ADAL" clId="{91F8170C-907B-495E-865E-F11C752A9A05}" dt="2026-06-03T18:38:32.082" v="5831" actId="207"/>
          <ac:spMkLst>
            <pc:docMk/>
            <pc:sldMk cId="3418801178" sldId="2142533960"/>
            <ac:spMk id="111" creationId="{BA8589CE-5847-DD56-515A-5438C684D28B}"/>
          </ac:spMkLst>
        </pc:spChg>
        <pc:spChg chg="mod">
          <ac:chgData name="Hao Ren" userId="f40b33cb-1a17-4208-a7f7-00b78dc065a9" providerId="ADAL" clId="{91F8170C-907B-495E-865E-F11C752A9A05}" dt="2026-06-03T18:38:32.082" v="5831" actId="207"/>
          <ac:spMkLst>
            <pc:docMk/>
            <pc:sldMk cId="3418801178" sldId="2142533960"/>
            <ac:spMk id="112" creationId="{2AA1B447-C515-8569-8867-086472092742}"/>
          </ac:spMkLst>
        </pc:spChg>
        <pc:spChg chg="del mod topLvl">
          <ac:chgData name="Hao Ren" userId="f40b33cb-1a17-4208-a7f7-00b78dc065a9" providerId="ADAL" clId="{91F8170C-907B-495E-865E-F11C752A9A05}" dt="2026-06-03T18:38:48.357" v="5838" actId="478"/>
          <ac:spMkLst>
            <pc:docMk/>
            <pc:sldMk cId="3418801178" sldId="2142533960"/>
            <ac:spMk id="115" creationId="{CA8FD117-0D66-8A03-F0B0-0473764C02F2}"/>
          </ac:spMkLst>
        </pc:spChg>
        <pc:spChg chg="del mod topLvl">
          <ac:chgData name="Hao Ren" userId="f40b33cb-1a17-4208-a7f7-00b78dc065a9" providerId="ADAL" clId="{91F8170C-907B-495E-865E-F11C752A9A05}" dt="2026-06-03T18:38:48.357" v="5838" actId="478"/>
          <ac:spMkLst>
            <pc:docMk/>
            <pc:sldMk cId="3418801178" sldId="2142533960"/>
            <ac:spMk id="121" creationId="{3A844F75-FAC3-60DA-BC56-4A7A3B83659B}"/>
          </ac:spMkLst>
        </pc:spChg>
        <pc:spChg chg="del mod topLvl">
          <ac:chgData name="Hao Ren" userId="f40b33cb-1a17-4208-a7f7-00b78dc065a9" providerId="ADAL" clId="{91F8170C-907B-495E-865E-F11C752A9A05}" dt="2026-06-03T18:38:48.357" v="5838" actId="478"/>
          <ac:spMkLst>
            <pc:docMk/>
            <pc:sldMk cId="3418801178" sldId="2142533960"/>
            <ac:spMk id="122" creationId="{5F9AE1EB-9F1C-2912-0A1F-C77849E25D82}"/>
          </ac:spMkLst>
        </pc:spChg>
        <pc:spChg chg="del mod topLvl">
          <ac:chgData name="Hao Ren" userId="f40b33cb-1a17-4208-a7f7-00b78dc065a9" providerId="ADAL" clId="{91F8170C-907B-495E-865E-F11C752A9A05}" dt="2026-06-03T18:38:48.357" v="5838" actId="478"/>
          <ac:spMkLst>
            <pc:docMk/>
            <pc:sldMk cId="3418801178" sldId="2142533960"/>
            <ac:spMk id="123" creationId="{072A31A3-54C1-F5BE-AED8-5AAB8AF3FECF}"/>
          </ac:spMkLst>
        </pc:spChg>
        <pc:spChg chg="del mod topLvl">
          <ac:chgData name="Hao Ren" userId="f40b33cb-1a17-4208-a7f7-00b78dc065a9" providerId="ADAL" clId="{91F8170C-907B-495E-865E-F11C752A9A05}" dt="2026-06-03T18:38:48.357" v="5838" actId="478"/>
          <ac:spMkLst>
            <pc:docMk/>
            <pc:sldMk cId="3418801178" sldId="2142533960"/>
            <ac:spMk id="124" creationId="{D8EFA3F1-BA9E-A6DF-7F41-C5AFBC89E826}"/>
          </ac:spMkLst>
        </pc:spChg>
        <pc:spChg chg="del mod topLvl">
          <ac:chgData name="Hao Ren" userId="f40b33cb-1a17-4208-a7f7-00b78dc065a9" providerId="ADAL" clId="{91F8170C-907B-495E-865E-F11C752A9A05}" dt="2026-06-03T18:38:48.357" v="5838" actId="478"/>
          <ac:spMkLst>
            <pc:docMk/>
            <pc:sldMk cId="3418801178" sldId="2142533960"/>
            <ac:spMk id="127" creationId="{AB2A6232-1F43-F16E-00E8-B9E9D1ECCA34}"/>
          </ac:spMkLst>
        </pc:spChg>
        <pc:spChg chg="del">
          <ac:chgData name="Hao Ren" userId="f40b33cb-1a17-4208-a7f7-00b78dc065a9" providerId="ADAL" clId="{91F8170C-907B-495E-865E-F11C752A9A05}" dt="2026-06-03T18:38:48.357" v="5838" actId="478"/>
          <ac:spMkLst>
            <pc:docMk/>
            <pc:sldMk cId="3418801178" sldId="2142533960"/>
            <ac:spMk id="128" creationId="{979A1C86-F12E-0850-5802-E13E19D9304B}"/>
          </ac:spMkLst>
        </pc:spChg>
        <pc:spChg chg="del mod topLvl">
          <ac:chgData name="Hao Ren" userId="f40b33cb-1a17-4208-a7f7-00b78dc065a9" providerId="ADAL" clId="{91F8170C-907B-495E-865E-F11C752A9A05}" dt="2026-06-03T18:38:48.357" v="5838" actId="478"/>
          <ac:spMkLst>
            <pc:docMk/>
            <pc:sldMk cId="3418801178" sldId="2142533960"/>
            <ac:spMk id="129" creationId="{AF733D8A-7CD7-B792-5BAF-2A03A0D3924C}"/>
          </ac:spMkLst>
        </pc:spChg>
        <pc:spChg chg="add mod">
          <ac:chgData name="Hao Ren" userId="f40b33cb-1a17-4208-a7f7-00b78dc065a9" providerId="ADAL" clId="{91F8170C-907B-495E-865E-F11C752A9A05}" dt="2026-06-03T18:38:32.082" v="5831" actId="207"/>
          <ac:spMkLst>
            <pc:docMk/>
            <pc:sldMk cId="3418801178" sldId="2142533960"/>
            <ac:spMk id="132" creationId="{941590BF-F16F-18DD-3BBA-14A3F8D216CD}"/>
          </ac:spMkLst>
        </pc:spChg>
        <pc:spChg chg="add mod">
          <ac:chgData name="Hao Ren" userId="f40b33cb-1a17-4208-a7f7-00b78dc065a9" providerId="ADAL" clId="{91F8170C-907B-495E-865E-F11C752A9A05}" dt="2026-06-03T18:38:38.730" v="5832" actId="207"/>
          <ac:spMkLst>
            <pc:docMk/>
            <pc:sldMk cId="3418801178" sldId="2142533960"/>
            <ac:spMk id="133" creationId="{40053788-D5EA-9A83-871E-45144DAB54DD}"/>
          </ac:spMkLst>
        </pc:spChg>
        <pc:spChg chg="add mod">
          <ac:chgData name="Hao Ren" userId="f40b33cb-1a17-4208-a7f7-00b78dc065a9" providerId="ADAL" clId="{91F8170C-907B-495E-865E-F11C752A9A05}" dt="2026-06-03T18:38:41.113" v="5837" actId="20577"/>
          <ac:spMkLst>
            <pc:docMk/>
            <pc:sldMk cId="3418801178" sldId="2142533960"/>
            <ac:spMk id="134" creationId="{25C4E35B-3E64-3E68-EAF3-4053D11BC514}"/>
          </ac:spMkLst>
        </pc:spChg>
        <pc:grpChg chg="mod">
          <ac:chgData name="Hao Ren" userId="f40b33cb-1a17-4208-a7f7-00b78dc065a9" providerId="ADAL" clId="{91F8170C-907B-495E-865E-F11C752A9A05}" dt="2026-06-03T03:43:22.671" v="4066" actId="1076"/>
          <ac:grpSpMkLst>
            <pc:docMk/>
            <pc:sldMk cId="3418801178" sldId="2142533960"/>
            <ac:grpSpMk id="36" creationId="{DE97C8BE-6007-1C03-ABD9-97732FFACA1B}"/>
          </ac:grpSpMkLst>
        </pc:grpChg>
        <pc:grpChg chg="mod">
          <ac:chgData name="Hao Ren" userId="f40b33cb-1a17-4208-a7f7-00b78dc065a9" providerId="ADAL" clId="{91F8170C-907B-495E-865E-F11C752A9A05}" dt="2026-06-03T18:38:08.531" v="5827" actId="1076"/>
          <ac:grpSpMkLst>
            <pc:docMk/>
            <pc:sldMk cId="3418801178" sldId="2142533960"/>
            <ac:grpSpMk id="101" creationId="{2DFF8C64-9FE0-6C35-6C89-0002E4D0EEFD}"/>
          </ac:grpSpMkLst>
        </pc:grpChg>
      </pc:sldChg>
      <pc:sldChg chg="modSp add mod">
        <pc:chgData name="Hao Ren" userId="f40b33cb-1a17-4208-a7f7-00b78dc065a9" providerId="ADAL" clId="{91F8170C-907B-495E-865E-F11C752A9A05}" dt="2026-06-03T17:50:36.747" v="5524" actId="20577"/>
        <pc:sldMkLst>
          <pc:docMk/>
          <pc:sldMk cId="788540807" sldId="2142533961"/>
        </pc:sldMkLst>
        <pc:spChg chg="mod">
          <ac:chgData name="Hao Ren" userId="f40b33cb-1a17-4208-a7f7-00b78dc065a9" providerId="ADAL" clId="{91F8170C-907B-495E-865E-F11C752A9A05}" dt="2026-06-03T16:48:43.042" v="5071"/>
          <ac:spMkLst>
            <pc:docMk/>
            <pc:sldMk cId="788540807" sldId="2142533961"/>
            <ac:spMk id="3" creationId="{4E70B515-EA42-13C8-84CF-F31B9C245D19}"/>
          </ac:spMkLst>
        </pc:spChg>
        <pc:spChg chg="mod">
          <ac:chgData name="Hao Ren" userId="f40b33cb-1a17-4208-a7f7-00b78dc065a9" providerId="ADAL" clId="{91F8170C-907B-495E-865E-F11C752A9A05}" dt="2026-06-03T17:50:36.747" v="5524" actId="20577"/>
          <ac:spMkLst>
            <pc:docMk/>
            <pc:sldMk cId="788540807" sldId="2142533961"/>
            <ac:spMk id="4" creationId="{B1F121A2-EAF0-50E7-FC9B-0DFD23635F52}"/>
          </ac:spMkLst>
        </pc:spChg>
      </pc:sldChg>
      <pc:sldChg chg="addSp modSp add mod">
        <pc:chgData name="Hao Ren" userId="f40b33cb-1a17-4208-a7f7-00b78dc065a9" providerId="ADAL" clId="{91F8170C-907B-495E-865E-F11C752A9A05}" dt="2026-06-03T18:34:26.561" v="5657" actId="1076"/>
        <pc:sldMkLst>
          <pc:docMk/>
          <pc:sldMk cId="905405936" sldId="2142533962"/>
        </pc:sldMkLst>
        <pc:spChg chg="mod">
          <ac:chgData name="Hao Ren" userId="f40b33cb-1a17-4208-a7f7-00b78dc065a9" providerId="ADAL" clId="{91F8170C-907B-495E-865E-F11C752A9A05}" dt="2026-06-03T17:50:44.007" v="5525"/>
          <ac:spMkLst>
            <pc:docMk/>
            <pc:sldMk cId="905405936" sldId="2142533962"/>
            <ac:spMk id="3" creationId="{BD63C01C-2672-0054-234C-2C98F29908FE}"/>
          </ac:spMkLst>
        </pc:spChg>
        <pc:spChg chg="mod">
          <ac:chgData name="Hao Ren" userId="f40b33cb-1a17-4208-a7f7-00b78dc065a9" providerId="ADAL" clId="{91F8170C-907B-495E-865E-F11C752A9A05}" dt="2026-06-03T18:25:00.352" v="5529" actId="20577"/>
          <ac:spMkLst>
            <pc:docMk/>
            <pc:sldMk cId="905405936" sldId="2142533962"/>
            <ac:spMk id="4" creationId="{577E78D3-42DE-92D3-C085-362B6FB26FE6}"/>
          </ac:spMkLst>
        </pc:spChg>
        <pc:spChg chg="add mod">
          <ac:chgData name="Hao Ren" userId="f40b33cb-1a17-4208-a7f7-00b78dc065a9" providerId="ADAL" clId="{91F8170C-907B-495E-865E-F11C752A9A05}" dt="2026-06-03T18:32:11.791" v="5610" actId="20577"/>
          <ac:spMkLst>
            <pc:docMk/>
            <pc:sldMk cId="905405936" sldId="2142533962"/>
            <ac:spMk id="7" creationId="{0BA97282-B77E-1E29-1377-11F02AB99038}"/>
          </ac:spMkLst>
        </pc:spChg>
        <pc:spChg chg="add mod">
          <ac:chgData name="Hao Ren" userId="f40b33cb-1a17-4208-a7f7-00b78dc065a9" providerId="ADAL" clId="{91F8170C-907B-495E-865E-F11C752A9A05}" dt="2026-06-03T18:34:26.561" v="5657" actId="1076"/>
          <ac:spMkLst>
            <pc:docMk/>
            <pc:sldMk cId="905405936" sldId="2142533962"/>
            <ac:spMk id="14" creationId="{4FA07FD7-6AA0-63A4-E6A0-3E92D1C6AE42}"/>
          </ac:spMkLst>
        </pc:spChg>
        <pc:picChg chg="add mod">
          <ac:chgData name="Hao Ren" userId="f40b33cb-1a17-4208-a7f7-00b78dc065a9" providerId="ADAL" clId="{91F8170C-907B-495E-865E-F11C752A9A05}" dt="2026-06-03T18:25:06.929" v="5533" actId="14100"/>
          <ac:picMkLst>
            <pc:docMk/>
            <pc:sldMk cId="905405936" sldId="2142533962"/>
            <ac:picMk id="6" creationId="{205E49BE-6849-A82B-9910-974312BAE5B3}"/>
          </ac:picMkLst>
        </pc:picChg>
        <pc:picChg chg="add mod">
          <ac:chgData name="Hao Ren" userId="f40b33cb-1a17-4208-a7f7-00b78dc065a9" providerId="ADAL" clId="{91F8170C-907B-495E-865E-F11C752A9A05}" dt="2026-06-03T18:32:14.436" v="5611" actId="1076"/>
          <ac:picMkLst>
            <pc:docMk/>
            <pc:sldMk cId="905405936" sldId="2142533962"/>
            <ac:picMk id="9" creationId="{EA7CADD2-7AF6-B019-8B33-A05ED5063BEC}"/>
          </ac:picMkLst>
        </pc:picChg>
        <pc:picChg chg="add mod">
          <ac:chgData name="Hao Ren" userId="f40b33cb-1a17-4208-a7f7-00b78dc065a9" providerId="ADAL" clId="{91F8170C-907B-495E-865E-F11C752A9A05}" dt="2026-06-03T18:32:18.387" v="5613" actId="1076"/>
          <ac:picMkLst>
            <pc:docMk/>
            <pc:sldMk cId="905405936" sldId="2142533962"/>
            <ac:picMk id="11" creationId="{19767E43-F6A3-3607-8551-69D143846D56}"/>
          </ac:picMkLst>
        </pc:picChg>
        <pc:cxnChg chg="add mod">
          <ac:chgData name="Hao Ren" userId="f40b33cb-1a17-4208-a7f7-00b78dc065a9" providerId="ADAL" clId="{91F8170C-907B-495E-865E-F11C752A9A05}" dt="2026-06-03T18:32:16.819" v="5612" actId="1076"/>
          <ac:cxnSpMkLst>
            <pc:docMk/>
            <pc:sldMk cId="905405936" sldId="2142533962"/>
            <ac:cxnSpMk id="13" creationId="{632C97F3-CA71-E6AA-EFED-2E68792757FB}"/>
          </ac:cxnSpMkLst>
        </pc:cxnChg>
      </pc:sldChg>
      <pc:sldChg chg="addSp modSp add mod ord">
        <pc:chgData name="Hao Ren" userId="f40b33cb-1a17-4208-a7f7-00b78dc065a9" providerId="ADAL" clId="{91F8170C-907B-495E-865E-F11C752A9A05}" dt="2026-06-03T21:30:52.713" v="8654"/>
        <pc:sldMkLst>
          <pc:docMk/>
          <pc:sldMk cId="2722886311" sldId="2142533963"/>
        </pc:sldMkLst>
        <pc:spChg chg="mod">
          <ac:chgData name="Hao Ren" userId="f40b33cb-1a17-4208-a7f7-00b78dc065a9" providerId="ADAL" clId="{91F8170C-907B-495E-865E-F11C752A9A05}" dt="2026-06-03T18:34:33.390" v="5658"/>
          <ac:spMkLst>
            <pc:docMk/>
            <pc:sldMk cId="2722886311" sldId="2142533963"/>
            <ac:spMk id="3" creationId="{96519879-54F3-14DB-91B2-A06BBA462863}"/>
          </ac:spMkLst>
        </pc:spChg>
        <pc:spChg chg="mod">
          <ac:chgData name="Hao Ren" userId="f40b33cb-1a17-4208-a7f7-00b78dc065a9" providerId="ADAL" clId="{91F8170C-907B-495E-865E-F11C752A9A05}" dt="2026-06-03T18:41:23.925" v="5985" actId="207"/>
          <ac:spMkLst>
            <pc:docMk/>
            <pc:sldMk cId="2722886311" sldId="2142533963"/>
            <ac:spMk id="4" creationId="{DA471570-927E-B605-031F-23B1110B3714}"/>
          </ac:spMkLst>
        </pc:spChg>
        <pc:spChg chg="add mod">
          <ac:chgData name="Hao Ren" userId="f40b33cb-1a17-4208-a7f7-00b78dc065a9" providerId="ADAL" clId="{91F8170C-907B-495E-865E-F11C752A9A05}" dt="2026-06-03T18:42:03.617" v="5994" actId="207"/>
          <ac:spMkLst>
            <pc:docMk/>
            <pc:sldMk cId="2722886311" sldId="2142533963"/>
            <ac:spMk id="10" creationId="{8F2AFB34-17D8-9F5B-FAEC-025996412CE2}"/>
          </ac:spMkLst>
        </pc:spChg>
        <pc:spChg chg="add mod">
          <ac:chgData name="Hao Ren" userId="f40b33cb-1a17-4208-a7f7-00b78dc065a9" providerId="ADAL" clId="{91F8170C-907B-495E-865E-F11C752A9A05}" dt="2026-06-03T18:42:03.617" v="5994" actId="207"/>
          <ac:spMkLst>
            <pc:docMk/>
            <pc:sldMk cId="2722886311" sldId="2142533963"/>
            <ac:spMk id="14" creationId="{929C6B1B-ACBB-BC7B-07FF-46E317A7A9DC}"/>
          </ac:spMkLst>
        </pc:spChg>
        <pc:spChg chg="add mod">
          <ac:chgData name="Hao Ren" userId="f40b33cb-1a17-4208-a7f7-00b78dc065a9" providerId="ADAL" clId="{91F8170C-907B-495E-865E-F11C752A9A05}" dt="2026-06-03T18:42:03.617" v="5994" actId="207"/>
          <ac:spMkLst>
            <pc:docMk/>
            <pc:sldMk cId="2722886311" sldId="2142533963"/>
            <ac:spMk id="15" creationId="{21CBFEF4-EC6E-90AD-D08C-06D218E6B84D}"/>
          </ac:spMkLst>
        </pc:spChg>
        <pc:spChg chg="add mod">
          <ac:chgData name="Hao Ren" userId="f40b33cb-1a17-4208-a7f7-00b78dc065a9" providerId="ADAL" clId="{91F8170C-907B-495E-865E-F11C752A9A05}" dt="2026-06-03T18:42:03.617" v="5994" actId="207"/>
          <ac:spMkLst>
            <pc:docMk/>
            <pc:sldMk cId="2722886311" sldId="2142533963"/>
            <ac:spMk id="19" creationId="{138C687F-91AC-EB69-D097-D2E67F7E712B}"/>
          </ac:spMkLst>
        </pc:spChg>
        <pc:spChg chg="add mod">
          <ac:chgData name="Hao Ren" userId="f40b33cb-1a17-4208-a7f7-00b78dc065a9" providerId="ADAL" clId="{91F8170C-907B-495E-865E-F11C752A9A05}" dt="2026-06-03T18:42:03.617" v="5994" actId="207"/>
          <ac:spMkLst>
            <pc:docMk/>
            <pc:sldMk cId="2722886311" sldId="2142533963"/>
            <ac:spMk id="20" creationId="{8E2C06A3-018D-AFC6-759F-212E14501572}"/>
          </ac:spMkLst>
        </pc:spChg>
        <pc:spChg chg="add mod">
          <ac:chgData name="Hao Ren" userId="f40b33cb-1a17-4208-a7f7-00b78dc065a9" providerId="ADAL" clId="{91F8170C-907B-495E-865E-F11C752A9A05}" dt="2026-06-03T18:42:03.617" v="5994" actId="207"/>
          <ac:spMkLst>
            <pc:docMk/>
            <pc:sldMk cId="2722886311" sldId="2142533963"/>
            <ac:spMk id="22" creationId="{D00B35B7-2DA2-312E-69C8-E4EEA6910863}"/>
          </ac:spMkLst>
        </pc:spChg>
        <pc:spChg chg="add mod">
          <ac:chgData name="Hao Ren" userId="f40b33cb-1a17-4208-a7f7-00b78dc065a9" providerId="ADAL" clId="{91F8170C-907B-495E-865E-F11C752A9A05}" dt="2026-06-03T18:42:03.617" v="5994" actId="207"/>
          <ac:spMkLst>
            <pc:docMk/>
            <pc:sldMk cId="2722886311" sldId="2142533963"/>
            <ac:spMk id="24" creationId="{5133B117-0730-B59B-09CE-0EFD8C7ECC17}"/>
          </ac:spMkLst>
        </pc:spChg>
        <pc:spChg chg="add mod">
          <ac:chgData name="Hao Ren" userId="f40b33cb-1a17-4208-a7f7-00b78dc065a9" providerId="ADAL" clId="{91F8170C-907B-495E-865E-F11C752A9A05}" dt="2026-06-03T18:42:03.617" v="5994" actId="207"/>
          <ac:spMkLst>
            <pc:docMk/>
            <pc:sldMk cId="2722886311" sldId="2142533963"/>
            <ac:spMk id="28" creationId="{322BC8DA-8CF6-1410-3DA0-5BC28D3557BB}"/>
          </ac:spMkLst>
        </pc:spChg>
        <pc:spChg chg="mod">
          <ac:chgData name="Hao Ren" userId="f40b33cb-1a17-4208-a7f7-00b78dc065a9" providerId="ADAL" clId="{91F8170C-907B-495E-865E-F11C752A9A05}" dt="2026-06-03T18:42:14.091" v="5996" actId="207"/>
          <ac:spMkLst>
            <pc:docMk/>
            <pc:sldMk cId="2722886311" sldId="2142533963"/>
            <ac:spMk id="29" creationId="{DC9D9DFE-C291-C9F1-F60F-4A7A93C4BF64}"/>
          </ac:spMkLst>
        </pc:spChg>
        <pc:spChg chg="mod">
          <ac:chgData name="Hao Ren" userId="f40b33cb-1a17-4208-a7f7-00b78dc065a9" providerId="ADAL" clId="{91F8170C-907B-495E-865E-F11C752A9A05}" dt="2026-06-03T18:42:14.091" v="5996" actId="207"/>
          <ac:spMkLst>
            <pc:docMk/>
            <pc:sldMk cId="2722886311" sldId="2142533963"/>
            <ac:spMk id="30" creationId="{A3DE08A0-4B7C-9979-87AD-E0DA33E83492}"/>
          </ac:spMkLst>
        </pc:spChg>
        <pc:spChg chg="add mod">
          <ac:chgData name="Hao Ren" userId="f40b33cb-1a17-4208-a7f7-00b78dc065a9" providerId="ADAL" clId="{91F8170C-907B-495E-865E-F11C752A9A05}" dt="2026-06-03T18:42:14.091" v="5996" actId="207"/>
          <ac:spMkLst>
            <pc:docMk/>
            <pc:sldMk cId="2722886311" sldId="2142533963"/>
            <ac:spMk id="31" creationId="{8728D408-CA73-2231-5506-8D8F6F87CC24}"/>
          </ac:spMkLst>
        </pc:spChg>
        <pc:spChg chg="mod">
          <ac:chgData name="Hao Ren" userId="f40b33cb-1a17-4208-a7f7-00b78dc065a9" providerId="ADAL" clId="{91F8170C-907B-495E-865E-F11C752A9A05}" dt="2026-06-03T18:42:14.091" v="5996" actId="207"/>
          <ac:spMkLst>
            <pc:docMk/>
            <pc:sldMk cId="2722886311" sldId="2142533963"/>
            <ac:spMk id="32" creationId="{6AB0C289-8057-F16A-42B0-D4FEFA8D98A6}"/>
          </ac:spMkLst>
        </pc:spChg>
        <pc:spChg chg="add mod">
          <ac:chgData name="Hao Ren" userId="f40b33cb-1a17-4208-a7f7-00b78dc065a9" providerId="ADAL" clId="{91F8170C-907B-495E-865E-F11C752A9A05}" dt="2026-06-03T18:42:14.091" v="5996" actId="207"/>
          <ac:spMkLst>
            <pc:docMk/>
            <pc:sldMk cId="2722886311" sldId="2142533963"/>
            <ac:spMk id="33" creationId="{DC860E84-2D8B-CE05-5EF4-446ACF254A87}"/>
          </ac:spMkLst>
        </pc:spChg>
        <pc:grpChg chg="mod">
          <ac:chgData name="Hao Ren" userId="f40b33cb-1a17-4208-a7f7-00b78dc065a9" providerId="ADAL" clId="{91F8170C-907B-495E-865E-F11C752A9A05}" dt="2026-06-03T18:41:49.432" v="5988" actId="1076"/>
          <ac:grpSpMkLst>
            <pc:docMk/>
            <pc:sldMk cId="2722886311" sldId="2142533963"/>
            <ac:grpSpMk id="34" creationId="{2746E97C-C22C-E996-00AC-9E3B501D1001}"/>
          </ac:grpSpMkLst>
        </pc:grpChg>
      </pc:sldChg>
      <pc:sldChg chg="addSp delSp modSp add mod">
        <pc:chgData name="Hao Ren" userId="f40b33cb-1a17-4208-a7f7-00b78dc065a9" providerId="ADAL" clId="{91F8170C-907B-495E-865E-F11C752A9A05}" dt="2026-06-03T04:54:17.085" v="4600" actId="1076"/>
        <pc:sldMkLst>
          <pc:docMk/>
          <pc:sldMk cId="4266993823" sldId="2142533964"/>
        </pc:sldMkLst>
        <pc:spChg chg="add del mod">
          <ac:chgData name="Hao Ren" userId="f40b33cb-1a17-4208-a7f7-00b78dc065a9" providerId="ADAL" clId="{91F8170C-907B-495E-865E-F11C752A9A05}" dt="2026-06-03T04:43:08.094" v="4448" actId="478"/>
          <ac:spMkLst>
            <pc:docMk/>
            <pc:sldMk cId="4266993823" sldId="2142533964"/>
            <ac:spMk id="4" creationId="{6256DB25-CF05-313A-FD44-0E03A7F80849}"/>
          </ac:spMkLst>
        </pc:spChg>
        <pc:spChg chg="add del">
          <ac:chgData name="Hao Ren" userId="f40b33cb-1a17-4208-a7f7-00b78dc065a9" providerId="ADAL" clId="{91F8170C-907B-495E-865E-F11C752A9A05}" dt="2026-06-03T03:54:23.583" v="4120" actId="478"/>
          <ac:spMkLst>
            <pc:docMk/>
            <pc:sldMk cId="4266993823" sldId="2142533964"/>
            <ac:spMk id="7" creationId="{EFA82F23-FE79-4DB8-6F8B-020009F48E09}"/>
          </ac:spMkLst>
        </pc:spChg>
        <pc:spChg chg="add del">
          <ac:chgData name="Hao Ren" userId="f40b33cb-1a17-4208-a7f7-00b78dc065a9" providerId="ADAL" clId="{91F8170C-907B-495E-865E-F11C752A9A05}" dt="2026-06-03T03:54:23.583" v="4120" actId="478"/>
          <ac:spMkLst>
            <pc:docMk/>
            <pc:sldMk cId="4266993823" sldId="2142533964"/>
            <ac:spMk id="17" creationId="{CD693239-D033-0BA2-C396-8FBFAA43DBE2}"/>
          </ac:spMkLst>
        </pc:spChg>
        <pc:spChg chg="add del">
          <ac:chgData name="Hao Ren" userId="f40b33cb-1a17-4208-a7f7-00b78dc065a9" providerId="ADAL" clId="{91F8170C-907B-495E-865E-F11C752A9A05}" dt="2026-06-03T03:54:23.583" v="4120" actId="478"/>
          <ac:spMkLst>
            <pc:docMk/>
            <pc:sldMk cId="4266993823" sldId="2142533964"/>
            <ac:spMk id="18" creationId="{7C5D20C4-4ED2-7A16-250F-66ED206BF6ED}"/>
          </ac:spMkLst>
        </pc:spChg>
        <pc:spChg chg="add del">
          <ac:chgData name="Hao Ren" userId="f40b33cb-1a17-4208-a7f7-00b78dc065a9" providerId="ADAL" clId="{91F8170C-907B-495E-865E-F11C752A9A05}" dt="2026-06-03T03:54:23.583" v="4120" actId="478"/>
          <ac:spMkLst>
            <pc:docMk/>
            <pc:sldMk cId="4266993823" sldId="2142533964"/>
            <ac:spMk id="19" creationId="{FC3198E0-D4BC-4312-657F-6AA4F3166AE3}"/>
          </ac:spMkLst>
        </pc:spChg>
        <pc:spChg chg="add del">
          <ac:chgData name="Hao Ren" userId="f40b33cb-1a17-4208-a7f7-00b78dc065a9" providerId="ADAL" clId="{91F8170C-907B-495E-865E-F11C752A9A05}" dt="2026-06-03T03:54:23.583" v="4120" actId="478"/>
          <ac:spMkLst>
            <pc:docMk/>
            <pc:sldMk cId="4266993823" sldId="2142533964"/>
            <ac:spMk id="20" creationId="{BE750F28-A736-4585-8CBD-ED1DF518B16A}"/>
          </ac:spMkLst>
        </pc:spChg>
        <pc:spChg chg="add del">
          <ac:chgData name="Hao Ren" userId="f40b33cb-1a17-4208-a7f7-00b78dc065a9" providerId="ADAL" clId="{91F8170C-907B-495E-865E-F11C752A9A05}" dt="2026-06-03T03:54:23.583" v="4120" actId="478"/>
          <ac:spMkLst>
            <pc:docMk/>
            <pc:sldMk cId="4266993823" sldId="2142533964"/>
            <ac:spMk id="21" creationId="{CE481D37-2634-073A-417C-8A1A41D6503E}"/>
          </ac:spMkLst>
        </pc:spChg>
        <pc:spChg chg="add del">
          <ac:chgData name="Hao Ren" userId="f40b33cb-1a17-4208-a7f7-00b78dc065a9" providerId="ADAL" clId="{91F8170C-907B-495E-865E-F11C752A9A05}" dt="2026-06-03T03:54:23.583" v="4120" actId="478"/>
          <ac:spMkLst>
            <pc:docMk/>
            <pc:sldMk cId="4266993823" sldId="2142533964"/>
            <ac:spMk id="22" creationId="{B5CBC80D-6E41-B8D6-233D-A225F8A114E0}"/>
          </ac:spMkLst>
        </pc:spChg>
        <pc:spChg chg="add del">
          <ac:chgData name="Hao Ren" userId="f40b33cb-1a17-4208-a7f7-00b78dc065a9" providerId="ADAL" clId="{91F8170C-907B-495E-865E-F11C752A9A05}" dt="2026-06-03T03:54:23.583" v="4120" actId="478"/>
          <ac:spMkLst>
            <pc:docMk/>
            <pc:sldMk cId="4266993823" sldId="2142533964"/>
            <ac:spMk id="23" creationId="{343E623E-9F99-F055-BAAB-6C47D79C2D39}"/>
          </ac:spMkLst>
        </pc:spChg>
        <pc:spChg chg="add del">
          <ac:chgData name="Hao Ren" userId="f40b33cb-1a17-4208-a7f7-00b78dc065a9" providerId="ADAL" clId="{91F8170C-907B-495E-865E-F11C752A9A05}" dt="2026-06-03T03:54:23.583" v="4120" actId="478"/>
          <ac:spMkLst>
            <pc:docMk/>
            <pc:sldMk cId="4266993823" sldId="2142533964"/>
            <ac:spMk id="24" creationId="{D84219FE-DB50-BE22-FE8E-D3E5624E1B89}"/>
          </ac:spMkLst>
        </pc:spChg>
        <pc:spChg chg="add del">
          <ac:chgData name="Hao Ren" userId="f40b33cb-1a17-4208-a7f7-00b78dc065a9" providerId="ADAL" clId="{91F8170C-907B-495E-865E-F11C752A9A05}" dt="2026-06-03T03:54:23.363" v="4119" actId="478"/>
          <ac:spMkLst>
            <pc:docMk/>
            <pc:sldMk cId="4266993823" sldId="2142533964"/>
            <ac:spMk id="25" creationId="{8EC5D0C7-29B0-3FEC-7EA4-1449B416524D}"/>
          </ac:spMkLst>
        </pc:spChg>
        <pc:spChg chg="del">
          <ac:chgData name="Hao Ren" userId="f40b33cb-1a17-4208-a7f7-00b78dc065a9" providerId="ADAL" clId="{91F8170C-907B-495E-865E-F11C752A9A05}" dt="2026-06-03T03:52:46.408" v="4099" actId="478"/>
          <ac:spMkLst>
            <pc:docMk/>
            <pc:sldMk cId="4266993823" sldId="2142533964"/>
            <ac:spMk id="37" creationId="{0027D0EE-ED08-4465-8948-019EA4E3F5AF}"/>
          </ac:spMkLst>
        </pc:spChg>
        <pc:spChg chg="mod">
          <ac:chgData name="Hao Ren" userId="f40b33cb-1a17-4208-a7f7-00b78dc065a9" providerId="ADAL" clId="{91F8170C-907B-495E-865E-F11C752A9A05}" dt="2026-06-03T04:40:06.684" v="4253"/>
          <ac:spMkLst>
            <pc:docMk/>
            <pc:sldMk cId="4266993823" sldId="2142533964"/>
            <ac:spMk id="39" creationId="{018E7D3E-A26E-8434-2EF9-BAAF218DC927}"/>
          </ac:spMkLst>
        </pc:spChg>
        <pc:spChg chg="del">
          <ac:chgData name="Hao Ren" userId="f40b33cb-1a17-4208-a7f7-00b78dc065a9" providerId="ADAL" clId="{91F8170C-907B-495E-865E-F11C752A9A05}" dt="2026-06-03T03:52:46.408" v="4099" actId="478"/>
          <ac:spMkLst>
            <pc:docMk/>
            <pc:sldMk cId="4266993823" sldId="2142533964"/>
            <ac:spMk id="40" creationId="{2FAC98FF-6E4D-EEDD-EAA8-DA683EBDFCCE}"/>
          </ac:spMkLst>
        </pc:spChg>
        <pc:spChg chg="del">
          <ac:chgData name="Hao Ren" userId="f40b33cb-1a17-4208-a7f7-00b78dc065a9" providerId="ADAL" clId="{91F8170C-907B-495E-865E-F11C752A9A05}" dt="2026-06-03T03:52:46.408" v="4099" actId="478"/>
          <ac:spMkLst>
            <pc:docMk/>
            <pc:sldMk cId="4266993823" sldId="2142533964"/>
            <ac:spMk id="43" creationId="{85776CDB-0BFD-6456-6672-E9FF4EAB4764}"/>
          </ac:spMkLst>
        </pc:spChg>
        <pc:spChg chg="del">
          <ac:chgData name="Hao Ren" userId="f40b33cb-1a17-4208-a7f7-00b78dc065a9" providerId="ADAL" clId="{91F8170C-907B-495E-865E-F11C752A9A05}" dt="2026-06-03T03:52:46.408" v="4099" actId="478"/>
          <ac:spMkLst>
            <pc:docMk/>
            <pc:sldMk cId="4266993823" sldId="2142533964"/>
            <ac:spMk id="44" creationId="{74DC52C5-6551-AF70-AB34-83EEEA3B045B}"/>
          </ac:spMkLst>
        </pc:spChg>
        <pc:spChg chg="del">
          <ac:chgData name="Hao Ren" userId="f40b33cb-1a17-4208-a7f7-00b78dc065a9" providerId="ADAL" clId="{91F8170C-907B-495E-865E-F11C752A9A05}" dt="2026-06-03T03:52:46.408" v="4099" actId="478"/>
          <ac:spMkLst>
            <pc:docMk/>
            <pc:sldMk cId="4266993823" sldId="2142533964"/>
            <ac:spMk id="47" creationId="{C0F78230-F881-9DC4-FD9A-B2E20F166F9C}"/>
          </ac:spMkLst>
        </pc:spChg>
        <pc:spChg chg="del">
          <ac:chgData name="Hao Ren" userId="f40b33cb-1a17-4208-a7f7-00b78dc065a9" providerId="ADAL" clId="{91F8170C-907B-495E-865E-F11C752A9A05}" dt="2026-06-03T03:52:46.408" v="4099" actId="478"/>
          <ac:spMkLst>
            <pc:docMk/>
            <pc:sldMk cId="4266993823" sldId="2142533964"/>
            <ac:spMk id="48" creationId="{0EE93762-A182-7F7A-6DE7-0DAA7F60A64A}"/>
          </ac:spMkLst>
        </pc:spChg>
        <pc:spChg chg="del">
          <ac:chgData name="Hao Ren" userId="f40b33cb-1a17-4208-a7f7-00b78dc065a9" providerId="ADAL" clId="{91F8170C-907B-495E-865E-F11C752A9A05}" dt="2026-06-03T03:52:46.408" v="4099" actId="478"/>
          <ac:spMkLst>
            <pc:docMk/>
            <pc:sldMk cId="4266993823" sldId="2142533964"/>
            <ac:spMk id="57" creationId="{45FC8D46-BC7E-E0D9-C5EC-4387C7AC9175}"/>
          </ac:spMkLst>
        </pc:spChg>
        <pc:spChg chg="del">
          <ac:chgData name="Hao Ren" userId="f40b33cb-1a17-4208-a7f7-00b78dc065a9" providerId="ADAL" clId="{91F8170C-907B-495E-865E-F11C752A9A05}" dt="2026-06-03T03:52:46.408" v="4099" actId="478"/>
          <ac:spMkLst>
            <pc:docMk/>
            <pc:sldMk cId="4266993823" sldId="2142533964"/>
            <ac:spMk id="61" creationId="{96A600E7-9C08-A0A8-F38D-F270C1A91AD3}"/>
          </ac:spMkLst>
        </pc:spChg>
        <pc:spChg chg="del">
          <ac:chgData name="Hao Ren" userId="f40b33cb-1a17-4208-a7f7-00b78dc065a9" providerId="ADAL" clId="{91F8170C-907B-495E-865E-F11C752A9A05}" dt="2026-06-03T03:52:46.408" v="4099" actId="478"/>
          <ac:spMkLst>
            <pc:docMk/>
            <pc:sldMk cId="4266993823" sldId="2142533964"/>
            <ac:spMk id="62" creationId="{C3961058-2A36-B9BF-F3AD-802AD7E92CEE}"/>
          </ac:spMkLst>
        </pc:spChg>
        <pc:spChg chg="del">
          <ac:chgData name="Hao Ren" userId="f40b33cb-1a17-4208-a7f7-00b78dc065a9" providerId="ADAL" clId="{91F8170C-907B-495E-865E-F11C752A9A05}" dt="2026-06-03T03:52:46.408" v="4099" actId="478"/>
          <ac:spMkLst>
            <pc:docMk/>
            <pc:sldMk cId="4266993823" sldId="2142533964"/>
            <ac:spMk id="63" creationId="{192007DE-8B17-2CD1-9103-247A9772114F}"/>
          </ac:spMkLst>
        </pc:spChg>
        <pc:spChg chg="mod">
          <ac:chgData name="Hao Ren" userId="f40b33cb-1a17-4208-a7f7-00b78dc065a9" providerId="ADAL" clId="{91F8170C-907B-495E-865E-F11C752A9A05}" dt="2026-06-03T04:40:06.684" v="4253"/>
          <ac:spMkLst>
            <pc:docMk/>
            <pc:sldMk cId="4266993823" sldId="2142533964"/>
            <ac:spMk id="68" creationId="{C1DF2DD2-DD77-E5C5-638D-C1E6211EAE89}"/>
          </ac:spMkLst>
        </pc:spChg>
        <pc:spChg chg="mod">
          <ac:chgData name="Hao Ren" userId="f40b33cb-1a17-4208-a7f7-00b78dc065a9" providerId="ADAL" clId="{91F8170C-907B-495E-865E-F11C752A9A05}" dt="2026-06-03T04:40:06.684" v="4253"/>
          <ac:spMkLst>
            <pc:docMk/>
            <pc:sldMk cId="4266993823" sldId="2142533964"/>
            <ac:spMk id="71" creationId="{D048B565-2625-35A3-1D5F-2865B94034B5}"/>
          </ac:spMkLst>
        </pc:spChg>
        <pc:spChg chg="mod">
          <ac:chgData name="Hao Ren" userId="f40b33cb-1a17-4208-a7f7-00b78dc065a9" providerId="ADAL" clId="{91F8170C-907B-495E-865E-F11C752A9A05}" dt="2026-06-03T04:43:04.901" v="4446" actId="1076"/>
          <ac:spMkLst>
            <pc:docMk/>
            <pc:sldMk cId="4266993823" sldId="2142533964"/>
            <ac:spMk id="77" creationId="{7F23D0C9-214D-9199-A49C-F6A0C6E96B1C}"/>
          </ac:spMkLst>
        </pc:spChg>
        <pc:spChg chg="mod">
          <ac:chgData name="Hao Ren" userId="f40b33cb-1a17-4208-a7f7-00b78dc065a9" providerId="ADAL" clId="{91F8170C-907B-495E-865E-F11C752A9A05}" dt="2026-06-03T04:40:06.684" v="4253"/>
          <ac:spMkLst>
            <pc:docMk/>
            <pc:sldMk cId="4266993823" sldId="2142533964"/>
            <ac:spMk id="80" creationId="{41444088-718F-BC26-3DDC-DF847442FF4A}"/>
          </ac:spMkLst>
        </pc:spChg>
        <pc:spChg chg="mod">
          <ac:chgData name="Hao Ren" userId="f40b33cb-1a17-4208-a7f7-00b78dc065a9" providerId="ADAL" clId="{91F8170C-907B-495E-865E-F11C752A9A05}" dt="2026-06-03T04:40:06.684" v="4253"/>
          <ac:spMkLst>
            <pc:docMk/>
            <pc:sldMk cId="4266993823" sldId="2142533964"/>
            <ac:spMk id="82" creationId="{3F2E8846-937C-0426-36C2-22F50DC089A7}"/>
          </ac:spMkLst>
        </pc:spChg>
        <pc:spChg chg="mod">
          <ac:chgData name="Hao Ren" userId="f40b33cb-1a17-4208-a7f7-00b78dc065a9" providerId="ADAL" clId="{91F8170C-907B-495E-865E-F11C752A9A05}" dt="2026-06-03T04:40:06.684" v="4253"/>
          <ac:spMkLst>
            <pc:docMk/>
            <pc:sldMk cId="4266993823" sldId="2142533964"/>
            <ac:spMk id="85" creationId="{0EFA4B25-0FE0-9048-451C-C5DFB23AD515}"/>
          </ac:spMkLst>
        </pc:spChg>
        <pc:spChg chg="mod">
          <ac:chgData name="Hao Ren" userId="f40b33cb-1a17-4208-a7f7-00b78dc065a9" providerId="ADAL" clId="{91F8170C-907B-495E-865E-F11C752A9A05}" dt="2026-06-03T04:40:06.684" v="4253"/>
          <ac:spMkLst>
            <pc:docMk/>
            <pc:sldMk cId="4266993823" sldId="2142533964"/>
            <ac:spMk id="90" creationId="{2746B950-15FA-E820-02E3-86553C42B365}"/>
          </ac:spMkLst>
        </pc:spChg>
        <pc:spChg chg="mod">
          <ac:chgData name="Hao Ren" userId="f40b33cb-1a17-4208-a7f7-00b78dc065a9" providerId="ADAL" clId="{91F8170C-907B-495E-865E-F11C752A9A05}" dt="2026-06-03T04:40:06.684" v="4253"/>
          <ac:spMkLst>
            <pc:docMk/>
            <pc:sldMk cId="4266993823" sldId="2142533964"/>
            <ac:spMk id="91" creationId="{6E4943D2-474D-5673-A32E-6CAD6FBD9E70}"/>
          </ac:spMkLst>
        </pc:spChg>
        <pc:spChg chg="mod">
          <ac:chgData name="Hao Ren" userId="f40b33cb-1a17-4208-a7f7-00b78dc065a9" providerId="ADAL" clId="{91F8170C-907B-495E-865E-F11C752A9A05}" dt="2026-06-03T04:40:06.684" v="4253"/>
          <ac:spMkLst>
            <pc:docMk/>
            <pc:sldMk cId="4266993823" sldId="2142533964"/>
            <ac:spMk id="92" creationId="{6CEADF43-BF93-39E3-2D97-E8A8958139EE}"/>
          </ac:spMkLst>
        </pc:spChg>
        <pc:spChg chg="mod">
          <ac:chgData name="Hao Ren" userId="f40b33cb-1a17-4208-a7f7-00b78dc065a9" providerId="ADAL" clId="{91F8170C-907B-495E-865E-F11C752A9A05}" dt="2026-06-03T04:40:06.684" v="4253"/>
          <ac:spMkLst>
            <pc:docMk/>
            <pc:sldMk cId="4266993823" sldId="2142533964"/>
            <ac:spMk id="95" creationId="{59B48E5D-8CAF-B250-8D91-0B9C277C5439}"/>
          </ac:spMkLst>
        </pc:spChg>
        <pc:spChg chg="add del mod">
          <ac:chgData name="Hao Ren" userId="f40b33cb-1a17-4208-a7f7-00b78dc065a9" providerId="ADAL" clId="{91F8170C-907B-495E-865E-F11C752A9A05}" dt="2026-06-03T04:43:08.094" v="4448" actId="478"/>
          <ac:spMkLst>
            <pc:docMk/>
            <pc:sldMk cId="4266993823" sldId="2142533964"/>
            <ac:spMk id="97" creationId="{973E1E70-6904-DAE4-BB7D-ABBC28F8C60A}"/>
          </ac:spMkLst>
        </pc:spChg>
        <pc:spChg chg="add mod">
          <ac:chgData name="Hao Ren" userId="f40b33cb-1a17-4208-a7f7-00b78dc065a9" providerId="ADAL" clId="{91F8170C-907B-495E-865E-F11C752A9A05}" dt="2026-06-03T04:54:17.085" v="4600" actId="1076"/>
          <ac:spMkLst>
            <pc:docMk/>
            <pc:sldMk cId="4266993823" sldId="2142533964"/>
            <ac:spMk id="98" creationId="{43E4C969-1527-FD37-F761-023D02C42314}"/>
          </ac:spMkLst>
        </pc:spChg>
        <pc:spChg chg="add mod">
          <ac:chgData name="Hao Ren" userId="f40b33cb-1a17-4208-a7f7-00b78dc065a9" providerId="ADAL" clId="{91F8170C-907B-495E-865E-F11C752A9A05}" dt="2026-06-03T04:44:55.353" v="4485" actId="20577"/>
          <ac:spMkLst>
            <pc:docMk/>
            <pc:sldMk cId="4266993823" sldId="2142533964"/>
            <ac:spMk id="99" creationId="{B7EE06E3-754E-E024-7372-6E2006679608}"/>
          </ac:spMkLst>
        </pc:spChg>
        <pc:spChg chg="add mod">
          <ac:chgData name="Hao Ren" userId="f40b33cb-1a17-4208-a7f7-00b78dc065a9" providerId="ADAL" clId="{91F8170C-907B-495E-865E-F11C752A9A05}" dt="2026-06-03T04:44:57.403" v="4487" actId="20577"/>
          <ac:spMkLst>
            <pc:docMk/>
            <pc:sldMk cId="4266993823" sldId="2142533964"/>
            <ac:spMk id="100" creationId="{0C23ECD1-1FA3-778C-86BC-93B79FB7871B}"/>
          </ac:spMkLst>
        </pc:spChg>
        <pc:spChg chg="add mod">
          <ac:chgData name="Hao Ren" userId="f40b33cb-1a17-4208-a7f7-00b78dc065a9" providerId="ADAL" clId="{91F8170C-907B-495E-865E-F11C752A9A05}" dt="2026-06-03T04:45:00.075" v="4489" actId="20577"/>
          <ac:spMkLst>
            <pc:docMk/>
            <pc:sldMk cId="4266993823" sldId="2142533964"/>
            <ac:spMk id="101" creationId="{956A4AAE-1A11-A995-8AD1-7D47D283EAF5}"/>
          </ac:spMkLst>
        </pc:spChg>
        <pc:spChg chg="add del mod">
          <ac:chgData name="Hao Ren" userId="f40b33cb-1a17-4208-a7f7-00b78dc065a9" providerId="ADAL" clId="{91F8170C-907B-495E-865E-F11C752A9A05}" dt="2026-06-03T04:44:36.853" v="4476" actId="478"/>
          <ac:spMkLst>
            <pc:docMk/>
            <pc:sldMk cId="4266993823" sldId="2142533964"/>
            <ac:spMk id="102" creationId="{A92B2786-F042-66DA-A6F2-2EB7E440E577}"/>
          </ac:spMkLst>
        </pc:spChg>
        <pc:spChg chg="add del mod">
          <ac:chgData name="Hao Ren" userId="f40b33cb-1a17-4208-a7f7-00b78dc065a9" providerId="ADAL" clId="{91F8170C-907B-495E-865E-F11C752A9A05}" dt="2026-06-03T04:45:56.037" v="4498" actId="478"/>
          <ac:spMkLst>
            <pc:docMk/>
            <pc:sldMk cId="4266993823" sldId="2142533964"/>
            <ac:spMk id="103" creationId="{8463EC36-28D0-AF7B-2A69-7533EAC1D2DA}"/>
          </ac:spMkLst>
        </pc:spChg>
        <pc:spChg chg="add del mod">
          <ac:chgData name="Hao Ren" userId="f40b33cb-1a17-4208-a7f7-00b78dc065a9" providerId="ADAL" clId="{91F8170C-907B-495E-865E-F11C752A9A05}" dt="2026-06-03T04:45:53.394" v="4497" actId="478"/>
          <ac:spMkLst>
            <pc:docMk/>
            <pc:sldMk cId="4266993823" sldId="2142533964"/>
            <ac:spMk id="104" creationId="{602B209B-2EA8-52A2-2FE7-894320999629}"/>
          </ac:spMkLst>
        </pc:spChg>
        <pc:spChg chg="add del mod">
          <ac:chgData name="Hao Ren" userId="f40b33cb-1a17-4208-a7f7-00b78dc065a9" providerId="ADAL" clId="{91F8170C-907B-495E-865E-F11C752A9A05}" dt="2026-06-03T04:45:56.709" v="4499" actId="478"/>
          <ac:spMkLst>
            <pc:docMk/>
            <pc:sldMk cId="4266993823" sldId="2142533964"/>
            <ac:spMk id="105" creationId="{616146D6-B88B-7479-28DA-CE2D4CBB620C}"/>
          </ac:spMkLst>
        </pc:spChg>
        <pc:spChg chg="add mod">
          <ac:chgData name="Hao Ren" userId="f40b33cb-1a17-4208-a7f7-00b78dc065a9" providerId="ADAL" clId="{91F8170C-907B-495E-865E-F11C752A9A05}" dt="2026-06-03T04:46:23.718" v="4514" actId="20577"/>
          <ac:spMkLst>
            <pc:docMk/>
            <pc:sldMk cId="4266993823" sldId="2142533964"/>
            <ac:spMk id="106" creationId="{CFB9DE82-64F9-AA73-E871-4E4EB42CD7B9}"/>
          </ac:spMkLst>
        </pc:spChg>
        <pc:spChg chg="add mod">
          <ac:chgData name="Hao Ren" userId="f40b33cb-1a17-4208-a7f7-00b78dc065a9" providerId="ADAL" clId="{91F8170C-907B-495E-865E-F11C752A9A05}" dt="2026-06-03T04:54:17.085" v="4600" actId="1076"/>
          <ac:spMkLst>
            <pc:docMk/>
            <pc:sldMk cId="4266993823" sldId="2142533964"/>
            <ac:spMk id="107" creationId="{8CCE9851-0494-8A5D-F15C-0DB51FE6896F}"/>
          </ac:spMkLst>
        </pc:spChg>
        <pc:spChg chg="add mod">
          <ac:chgData name="Hao Ren" userId="f40b33cb-1a17-4208-a7f7-00b78dc065a9" providerId="ADAL" clId="{91F8170C-907B-495E-865E-F11C752A9A05}" dt="2026-06-03T04:46:27.869" v="4515" actId="1076"/>
          <ac:spMkLst>
            <pc:docMk/>
            <pc:sldMk cId="4266993823" sldId="2142533964"/>
            <ac:spMk id="108" creationId="{0FE6CCA3-9D02-465A-ACE2-82CAF073EBDB}"/>
          </ac:spMkLst>
        </pc:spChg>
        <pc:spChg chg="add mod">
          <ac:chgData name="Hao Ren" userId="f40b33cb-1a17-4208-a7f7-00b78dc065a9" providerId="ADAL" clId="{91F8170C-907B-495E-865E-F11C752A9A05}" dt="2026-06-03T04:54:17.085" v="4600" actId="1076"/>
          <ac:spMkLst>
            <pc:docMk/>
            <pc:sldMk cId="4266993823" sldId="2142533964"/>
            <ac:spMk id="109" creationId="{A7E7D600-50D1-25B5-7020-B12199012749}"/>
          </ac:spMkLst>
        </pc:spChg>
        <pc:spChg chg="add del mod">
          <ac:chgData name="Hao Ren" userId="f40b33cb-1a17-4208-a7f7-00b78dc065a9" providerId="ADAL" clId="{91F8170C-907B-495E-865E-F11C752A9A05}" dt="2026-06-03T04:48:43.466" v="4574" actId="478"/>
          <ac:spMkLst>
            <pc:docMk/>
            <pc:sldMk cId="4266993823" sldId="2142533964"/>
            <ac:spMk id="110" creationId="{9899ACCE-FA63-1147-6471-7F5D2868D44D}"/>
          </ac:spMkLst>
        </pc:spChg>
        <pc:spChg chg="add mod">
          <ac:chgData name="Hao Ren" userId="f40b33cb-1a17-4208-a7f7-00b78dc065a9" providerId="ADAL" clId="{91F8170C-907B-495E-865E-F11C752A9A05}" dt="2026-06-03T04:47:21.158" v="4528" actId="20577"/>
          <ac:spMkLst>
            <pc:docMk/>
            <pc:sldMk cId="4266993823" sldId="2142533964"/>
            <ac:spMk id="111" creationId="{BFAA6D63-F4B9-0467-7BD4-BBAABB1C3EC6}"/>
          </ac:spMkLst>
        </pc:spChg>
        <pc:spChg chg="add mod">
          <ac:chgData name="Hao Ren" userId="f40b33cb-1a17-4208-a7f7-00b78dc065a9" providerId="ADAL" clId="{91F8170C-907B-495E-865E-F11C752A9A05}" dt="2026-06-03T04:54:17.085" v="4600" actId="1076"/>
          <ac:spMkLst>
            <pc:docMk/>
            <pc:sldMk cId="4266993823" sldId="2142533964"/>
            <ac:spMk id="112" creationId="{806BCA36-14A8-7D8B-975C-01422C306DB2}"/>
          </ac:spMkLst>
        </pc:spChg>
        <pc:spChg chg="add mod">
          <ac:chgData name="Hao Ren" userId="f40b33cb-1a17-4208-a7f7-00b78dc065a9" providerId="ADAL" clId="{91F8170C-907B-495E-865E-F11C752A9A05}" dt="2026-06-03T04:47:25.486" v="4532" actId="20577"/>
          <ac:spMkLst>
            <pc:docMk/>
            <pc:sldMk cId="4266993823" sldId="2142533964"/>
            <ac:spMk id="113" creationId="{4B8603F1-605B-16A4-FA5D-4D97552D6426}"/>
          </ac:spMkLst>
        </pc:spChg>
        <pc:spChg chg="add mod">
          <ac:chgData name="Hao Ren" userId="f40b33cb-1a17-4208-a7f7-00b78dc065a9" providerId="ADAL" clId="{91F8170C-907B-495E-865E-F11C752A9A05}" dt="2026-06-03T04:47:27.280" v="4534" actId="20577"/>
          <ac:spMkLst>
            <pc:docMk/>
            <pc:sldMk cId="4266993823" sldId="2142533964"/>
            <ac:spMk id="114" creationId="{708AB594-B500-70C3-EF0C-22F8E382AF63}"/>
          </ac:spMkLst>
        </pc:spChg>
        <pc:spChg chg="add mod">
          <ac:chgData name="Hao Ren" userId="f40b33cb-1a17-4208-a7f7-00b78dc065a9" providerId="ADAL" clId="{91F8170C-907B-495E-865E-F11C752A9A05}" dt="2026-06-03T04:47:30.432" v="4536" actId="20577"/>
          <ac:spMkLst>
            <pc:docMk/>
            <pc:sldMk cId="4266993823" sldId="2142533964"/>
            <ac:spMk id="115" creationId="{45A8305E-993A-9BCD-CD3F-945186F7D44D}"/>
          </ac:spMkLst>
        </pc:spChg>
        <pc:spChg chg="add mod">
          <ac:chgData name="Hao Ren" userId="f40b33cb-1a17-4208-a7f7-00b78dc065a9" providerId="ADAL" clId="{91F8170C-907B-495E-865E-F11C752A9A05}" dt="2026-06-03T04:46:39.127" v="4519" actId="1076"/>
          <ac:spMkLst>
            <pc:docMk/>
            <pc:sldMk cId="4266993823" sldId="2142533964"/>
            <ac:spMk id="116" creationId="{37CD36BF-26BB-CD36-7298-4A5B05B6AAF6}"/>
          </ac:spMkLst>
        </pc:spChg>
        <pc:spChg chg="add mod">
          <ac:chgData name="Hao Ren" userId="f40b33cb-1a17-4208-a7f7-00b78dc065a9" providerId="ADAL" clId="{91F8170C-907B-495E-865E-F11C752A9A05}" dt="2026-06-03T04:54:17.085" v="4600" actId="1076"/>
          <ac:spMkLst>
            <pc:docMk/>
            <pc:sldMk cId="4266993823" sldId="2142533964"/>
            <ac:spMk id="117" creationId="{4566339F-5317-F008-B239-ACC6BF5C72FD}"/>
          </ac:spMkLst>
        </pc:spChg>
        <pc:spChg chg="add mod">
          <ac:chgData name="Hao Ren" userId="f40b33cb-1a17-4208-a7f7-00b78dc065a9" providerId="ADAL" clId="{91F8170C-907B-495E-865E-F11C752A9A05}" dt="2026-06-03T04:47:34.227" v="4540" actId="20577"/>
          <ac:spMkLst>
            <pc:docMk/>
            <pc:sldMk cId="4266993823" sldId="2142533964"/>
            <ac:spMk id="118" creationId="{7344DA97-C1E6-0CDF-7EA4-33A5D7FB12B4}"/>
          </ac:spMkLst>
        </pc:spChg>
        <pc:spChg chg="add del mod">
          <ac:chgData name="Hao Ren" userId="f40b33cb-1a17-4208-a7f7-00b78dc065a9" providerId="ADAL" clId="{91F8170C-907B-495E-865E-F11C752A9A05}" dt="2026-06-03T04:48:43.466" v="4574" actId="478"/>
          <ac:spMkLst>
            <pc:docMk/>
            <pc:sldMk cId="4266993823" sldId="2142533964"/>
            <ac:spMk id="119" creationId="{26073F2E-AF8B-E660-BE8D-A56BD1957E97}"/>
          </ac:spMkLst>
        </pc:spChg>
        <pc:spChg chg="add mod">
          <ac:chgData name="Hao Ren" userId="f40b33cb-1a17-4208-a7f7-00b78dc065a9" providerId="ADAL" clId="{91F8170C-907B-495E-865E-F11C752A9A05}" dt="2026-06-03T04:47:38.568" v="4544" actId="20577"/>
          <ac:spMkLst>
            <pc:docMk/>
            <pc:sldMk cId="4266993823" sldId="2142533964"/>
            <ac:spMk id="120" creationId="{29EE31B1-4B8A-C6CF-8F20-2AD39A247AE5}"/>
          </ac:spMkLst>
        </pc:spChg>
        <pc:spChg chg="add mod">
          <ac:chgData name="Hao Ren" userId="f40b33cb-1a17-4208-a7f7-00b78dc065a9" providerId="ADAL" clId="{91F8170C-907B-495E-865E-F11C752A9A05}" dt="2026-06-03T04:47:40.761" v="4546" actId="20577"/>
          <ac:spMkLst>
            <pc:docMk/>
            <pc:sldMk cId="4266993823" sldId="2142533964"/>
            <ac:spMk id="121" creationId="{4C06B8F7-C657-C27B-7259-DD14C5ACA362}"/>
          </ac:spMkLst>
        </pc:spChg>
        <pc:spChg chg="add mod">
          <ac:chgData name="Hao Ren" userId="f40b33cb-1a17-4208-a7f7-00b78dc065a9" providerId="ADAL" clId="{91F8170C-907B-495E-865E-F11C752A9A05}" dt="2026-06-03T04:47:42.803" v="4548" actId="20577"/>
          <ac:spMkLst>
            <pc:docMk/>
            <pc:sldMk cId="4266993823" sldId="2142533964"/>
            <ac:spMk id="122" creationId="{8449ED68-4EF6-002B-1CA4-95501CF48E6F}"/>
          </ac:spMkLst>
        </pc:spChg>
        <pc:spChg chg="add mod">
          <ac:chgData name="Hao Ren" userId="f40b33cb-1a17-4208-a7f7-00b78dc065a9" providerId="ADAL" clId="{91F8170C-907B-495E-865E-F11C752A9A05}" dt="2026-06-03T04:47:45.931" v="4550" actId="20577"/>
          <ac:spMkLst>
            <pc:docMk/>
            <pc:sldMk cId="4266993823" sldId="2142533964"/>
            <ac:spMk id="123" creationId="{2AE8402D-E4D6-94FD-942A-DFB325E67244}"/>
          </ac:spMkLst>
        </pc:spChg>
        <pc:spChg chg="add mod">
          <ac:chgData name="Hao Ren" userId="f40b33cb-1a17-4208-a7f7-00b78dc065a9" providerId="ADAL" clId="{91F8170C-907B-495E-865E-F11C752A9A05}" dt="2026-06-03T04:47:47.957" v="4552" actId="20577"/>
          <ac:spMkLst>
            <pc:docMk/>
            <pc:sldMk cId="4266993823" sldId="2142533964"/>
            <ac:spMk id="124" creationId="{59F58418-7942-48A4-271A-248B9464A39D}"/>
          </ac:spMkLst>
        </pc:spChg>
        <pc:spChg chg="add mod">
          <ac:chgData name="Hao Ren" userId="f40b33cb-1a17-4208-a7f7-00b78dc065a9" providerId="ADAL" clId="{91F8170C-907B-495E-865E-F11C752A9A05}" dt="2026-06-03T04:54:17.085" v="4600" actId="1076"/>
          <ac:spMkLst>
            <pc:docMk/>
            <pc:sldMk cId="4266993823" sldId="2142533964"/>
            <ac:spMk id="125" creationId="{0DA166E5-602F-BF8B-FA58-65AC306C4283}"/>
          </ac:spMkLst>
        </pc:spChg>
        <pc:spChg chg="add mod">
          <ac:chgData name="Hao Ren" userId="f40b33cb-1a17-4208-a7f7-00b78dc065a9" providerId="ADAL" clId="{91F8170C-907B-495E-865E-F11C752A9A05}" dt="2026-06-03T04:54:17.085" v="4600" actId="1076"/>
          <ac:spMkLst>
            <pc:docMk/>
            <pc:sldMk cId="4266993823" sldId="2142533964"/>
            <ac:spMk id="126" creationId="{0DF2130D-20BA-562C-E02E-F4A25F071B79}"/>
          </ac:spMkLst>
        </pc:spChg>
        <pc:spChg chg="add mod">
          <ac:chgData name="Hao Ren" userId="f40b33cb-1a17-4208-a7f7-00b78dc065a9" providerId="ADAL" clId="{91F8170C-907B-495E-865E-F11C752A9A05}" dt="2026-06-03T04:47:52.980" v="4556" actId="20577"/>
          <ac:spMkLst>
            <pc:docMk/>
            <pc:sldMk cId="4266993823" sldId="2142533964"/>
            <ac:spMk id="127" creationId="{8F599EDE-B85B-6D84-668E-92AB29654E9F}"/>
          </ac:spMkLst>
        </pc:spChg>
        <pc:spChg chg="add del mod">
          <ac:chgData name="Hao Ren" userId="f40b33cb-1a17-4208-a7f7-00b78dc065a9" providerId="ADAL" clId="{91F8170C-907B-495E-865E-F11C752A9A05}" dt="2026-06-03T04:48:43.466" v="4574" actId="478"/>
          <ac:spMkLst>
            <pc:docMk/>
            <pc:sldMk cId="4266993823" sldId="2142533964"/>
            <ac:spMk id="128" creationId="{03A74074-8836-8861-DF32-680770407258}"/>
          </ac:spMkLst>
        </pc:spChg>
        <pc:spChg chg="add mod">
          <ac:chgData name="Hao Ren" userId="f40b33cb-1a17-4208-a7f7-00b78dc065a9" providerId="ADAL" clId="{91F8170C-907B-495E-865E-F11C752A9A05}" dt="2026-06-03T04:46:52.740" v="4522"/>
          <ac:spMkLst>
            <pc:docMk/>
            <pc:sldMk cId="4266993823" sldId="2142533964"/>
            <ac:spMk id="129" creationId="{77D72FDC-2665-738B-F219-79DA741AD31B}"/>
          </ac:spMkLst>
        </pc:spChg>
        <pc:spChg chg="add mod">
          <ac:chgData name="Hao Ren" userId="f40b33cb-1a17-4208-a7f7-00b78dc065a9" providerId="ADAL" clId="{91F8170C-907B-495E-865E-F11C752A9A05}" dt="2026-06-03T04:46:52.740" v="4522"/>
          <ac:spMkLst>
            <pc:docMk/>
            <pc:sldMk cId="4266993823" sldId="2142533964"/>
            <ac:spMk id="130" creationId="{D12EA4AD-61ED-31B9-9457-AE3C0CDF60AE}"/>
          </ac:spMkLst>
        </pc:spChg>
        <pc:spChg chg="add mod">
          <ac:chgData name="Hao Ren" userId="f40b33cb-1a17-4208-a7f7-00b78dc065a9" providerId="ADAL" clId="{91F8170C-907B-495E-865E-F11C752A9A05}" dt="2026-06-03T04:46:52.740" v="4522"/>
          <ac:spMkLst>
            <pc:docMk/>
            <pc:sldMk cId="4266993823" sldId="2142533964"/>
            <ac:spMk id="131" creationId="{6C7A4F3A-E7C9-6D26-D63E-6E74799E4868}"/>
          </ac:spMkLst>
        </pc:spChg>
        <pc:spChg chg="add mod">
          <ac:chgData name="Hao Ren" userId="f40b33cb-1a17-4208-a7f7-00b78dc065a9" providerId="ADAL" clId="{91F8170C-907B-495E-865E-F11C752A9A05}" dt="2026-06-03T04:46:52.740" v="4522"/>
          <ac:spMkLst>
            <pc:docMk/>
            <pc:sldMk cId="4266993823" sldId="2142533964"/>
            <ac:spMk id="132" creationId="{F59BE5E1-7323-DFE4-45B4-9EA9502FDB53}"/>
          </ac:spMkLst>
        </pc:spChg>
        <pc:spChg chg="add mod">
          <ac:chgData name="Hao Ren" userId="f40b33cb-1a17-4208-a7f7-00b78dc065a9" providerId="ADAL" clId="{91F8170C-907B-495E-865E-F11C752A9A05}" dt="2026-06-03T04:46:52.740" v="4522"/>
          <ac:spMkLst>
            <pc:docMk/>
            <pc:sldMk cId="4266993823" sldId="2142533964"/>
            <ac:spMk id="133" creationId="{C45266F2-C173-AC72-61B6-266A385810B0}"/>
          </ac:spMkLst>
        </pc:spChg>
        <pc:spChg chg="add mod">
          <ac:chgData name="Hao Ren" userId="f40b33cb-1a17-4208-a7f7-00b78dc065a9" providerId="ADAL" clId="{91F8170C-907B-495E-865E-F11C752A9A05}" dt="2026-06-03T04:46:52.740" v="4522"/>
          <ac:spMkLst>
            <pc:docMk/>
            <pc:sldMk cId="4266993823" sldId="2142533964"/>
            <ac:spMk id="134" creationId="{82783C61-7500-0018-6850-51C4E5829B6E}"/>
          </ac:spMkLst>
        </pc:spChg>
        <pc:spChg chg="add mod">
          <ac:chgData name="Hao Ren" userId="f40b33cb-1a17-4208-a7f7-00b78dc065a9" providerId="ADAL" clId="{91F8170C-907B-495E-865E-F11C752A9A05}" dt="2026-06-03T04:46:52.740" v="4522"/>
          <ac:spMkLst>
            <pc:docMk/>
            <pc:sldMk cId="4266993823" sldId="2142533964"/>
            <ac:spMk id="135" creationId="{C5136A86-CD8F-A666-84F6-E1B2FE099321}"/>
          </ac:spMkLst>
        </pc:spChg>
        <pc:spChg chg="add mod">
          <ac:chgData name="Hao Ren" userId="f40b33cb-1a17-4208-a7f7-00b78dc065a9" providerId="ADAL" clId="{91F8170C-907B-495E-865E-F11C752A9A05}" dt="2026-06-03T04:46:52.740" v="4522"/>
          <ac:spMkLst>
            <pc:docMk/>
            <pc:sldMk cId="4266993823" sldId="2142533964"/>
            <ac:spMk id="136" creationId="{4D56FF1F-5B6E-52AD-C9B3-C3FB8FCE99F2}"/>
          </ac:spMkLst>
        </pc:spChg>
        <pc:spChg chg="add mod">
          <ac:chgData name="Hao Ren" userId="f40b33cb-1a17-4208-a7f7-00b78dc065a9" providerId="ADAL" clId="{91F8170C-907B-495E-865E-F11C752A9A05}" dt="2026-06-03T04:46:52.740" v="4522"/>
          <ac:spMkLst>
            <pc:docMk/>
            <pc:sldMk cId="4266993823" sldId="2142533964"/>
            <ac:spMk id="137" creationId="{CFC710A7-B785-6F8B-A5DB-C5012D0B0542}"/>
          </ac:spMkLst>
        </pc:spChg>
        <pc:spChg chg="add mod">
          <ac:chgData name="Hao Ren" userId="f40b33cb-1a17-4208-a7f7-00b78dc065a9" providerId="ADAL" clId="{91F8170C-907B-495E-865E-F11C752A9A05}" dt="2026-06-03T04:47:01.669" v="4524" actId="1076"/>
          <ac:spMkLst>
            <pc:docMk/>
            <pc:sldMk cId="4266993823" sldId="2142533964"/>
            <ac:spMk id="138" creationId="{03657AA4-673A-01E3-CC75-93DFC4BB7048}"/>
          </ac:spMkLst>
        </pc:spChg>
        <pc:spChg chg="add mod">
          <ac:chgData name="Hao Ren" userId="f40b33cb-1a17-4208-a7f7-00b78dc065a9" providerId="ADAL" clId="{91F8170C-907B-495E-865E-F11C752A9A05}" dt="2026-06-03T04:52:39.668" v="4592" actId="1076"/>
          <ac:spMkLst>
            <pc:docMk/>
            <pc:sldMk cId="4266993823" sldId="2142533964"/>
            <ac:spMk id="139" creationId="{716B41BB-5188-99EA-349E-C9DE99157E30}"/>
          </ac:spMkLst>
        </pc:spChg>
        <pc:spChg chg="add mod">
          <ac:chgData name="Hao Ren" userId="f40b33cb-1a17-4208-a7f7-00b78dc065a9" providerId="ADAL" clId="{91F8170C-907B-495E-865E-F11C752A9A05}" dt="2026-06-03T04:54:17.085" v="4600" actId="1076"/>
          <ac:spMkLst>
            <pc:docMk/>
            <pc:sldMk cId="4266993823" sldId="2142533964"/>
            <ac:spMk id="140" creationId="{90DDFE32-B6A6-564C-0F41-91936701BAD4}"/>
          </ac:spMkLst>
        </pc:spChg>
        <pc:spChg chg="add mod">
          <ac:chgData name="Hao Ren" userId="f40b33cb-1a17-4208-a7f7-00b78dc065a9" providerId="ADAL" clId="{91F8170C-907B-495E-865E-F11C752A9A05}" dt="2026-06-03T04:54:17.085" v="4600" actId="1076"/>
          <ac:spMkLst>
            <pc:docMk/>
            <pc:sldMk cId="4266993823" sldId="2142533964"/>
            <ac:spMk id="141" creationId="{642193D7-651C-5676-A25B-D1B904B2C344}"/>
          </ac:spMkLst>
        </pc:spChg>
        <pc:spChg chg="add mod">
          <ac:chgData name="Hao Ren" userId="f40b33cb-1a17-4208-a7f7-00b78dc065a9" providerId="ADAL" clId="{91F8170C-907B-495E-865E-F11C752A9A05}" dt="2026-06-03T04:49:22.084" v="4583" actId="14100"/>
          <ac:spMkLst>
            <pc:docMk/>
            <pc:sldMk cId="4266993823" sldId="2142533964"/>
            <ac:spMk id="142" creationId="{C56B29B5-4E42-A076-7939-3D12A98EA6CE}"/>
          </ac:spMkLst>
        </pc:spChg>
        <pc:spChg chg="add mod">
          <ac:chgData name="Hao Ren" userId="f40b33cb-1a17-4208-a7f7-00b78dc065a9" providerId="ADAL" clId="{91F8170C-907B-495E-865E-F11C752A9A05}" dt="2026-06-03T04:52:33.516" v="4591" actId="1076"/>
          <ac:spMkLst>
            <pc:docMk/>
            <pc:sldMk cId="4266993823" sldId="2142533964"/>
            <ac:spMk id="143" creationId="{39DC8FCA-8B95-88BE-C563-269DA1110A38}"/>
          </ac:spMkLst>
        </pc:spChg>
        <pc:spChg chg="add mod">
          <ac:chgData name="Hao Ren" userId="f40b33cb-1a17-4208-a7f7-00b78dc065a9" providerId="ADAL" clId="{91F8170C-907B-495E-865E-F11C752A9A05}" dt="2026-06-03T04:47:15.382" v="4526" actId="1076"/>
          <ac:spMkLst>
            <pc:docMk/>
            <pc:sldMk cId="4266993823" sldId="2142533964"/>
            <ac:spMk id="144" creationId="{66E7C83C-CCE6-4FF8-2398-837CB43D3951}"/>
          </ac:spMkLst>
        </pc:spChg>
        <pc:spChg chg="add mod">
          <ac:chgData name="Hao Ren" userId="f40b33cb-1a17-4208-a7f7-00b78dc065a9" providerId="ADAL" clId="{91F8170C-907B-495E-865E-F11C752A9A05}" dt="2026-06-03T04:53:12.236" v="4595" actId="14100"/>
          <ac:spMkLst>
            <pc:docMk/>
            <pc:sldMk cId="4266993823" sldId="2142533964"/>
            <ac:spMk id="145" creationId="{3969498F-93F2-99A5-C0C5-3F12783F6C3D}"/>
          </ac:spMkLst>
        </pc:spChg>
        <pc:spChg chg="add mod">
          <ac:chgData name="Hao Ren" userId="f40b33cb-1a17-4208-a7f7-00b78dc065a9" providerId="ADAL" clId="{91F8170C-907B-495E-865E-F11C752A9A05}" dt="2026-06-03T04:54:17.085" v="4600" actId="1076"/>
          <ac:spMkLst>
            <pc:docMk/>
            <pc:sldMk cId="4266993823" sldId="2142533964"/>
            <ac:spMk id="146" creationId="{8EAD4F70-B792-8FA6-AABF-73E0C544E51E}"/>
          </ac:spMkLst>
        </pc:spChg>
        <pc:spChg chg="add del mod">
          <ac:chgData name="Hao Ren" userId="f40b33cb-1a17-4208-a7f7-00b78dc065a9" providerId="ADAL" clId="{91F8170C-907B-495E-865E-F11C752A9A05}" dt="2026-06-03T04:48:43.466" v="4574" actId="478"/>
          <ac:spMkLst>
            <pc:docMk/>
            <pc:sldMk cId="4266993823" sldId="2142533964"/>
            <ac:spMk id="147" creationId="{9748796B-F3DE-004E-F162-3A2DF68FF0C1}"/>
          </ac:spMkLst>
        </pc:spChg>
        <pc:grpChg chg="del mod">
          <ac:chgData name="Hao Ren" userId="f40b33cb-1a17-4208-a7f7-00b78dc065a9" providerId="ADAL" clId="{91F8170C-907B-495E-865E-F11C752A9A05}" dt="2026-06-03T04:43:12.490" v="4449" actId="478"/>
          <ac:grpSpMkLst>
            <pc:docMk/>
            <pc:sldMk cId="4266993823" sldId="2142533964"/>
            <ac:grpSpMk id="12" creationId="{ED2F9EB7-5772-A1B3-8AAA-007017AA7DC1}"/>
          </ac:grpSpMkLst>
        </pc:grpChg>
        <pc:grpChg chg="del mod">
          <ac:chgData name="Hao Ren" userId="f40b33cb-1a17-4208-a7f7-00b78dc065a9" providerId="ADAL" clId="{91F8170C-907B-495E-865E-F11C752A9A05}" dt="2026-06-03T04:39:56.078" v="4252" actId="478"/>
          <ac:grpSpMkLst>
            <pc:docMk/>
            <pc:sldMk cId="4266993823" sldId="2142533964"/>
            <ac:grpSpMk id="36" creationId="{2959DE7B-52F8-49B9-7FAC-0C79C5CF01AA}"/>
          </ac:grpSpMkLst>
        </pc:grpChg>
      </pc:sldChg>
      <pc:sldChg chg="addSp delSp modSp add mod">
        <pc:chgData name="Hao Ren" userId="f40b33cb-1a17-4208-a7f7-00b78dc065a9" providerId="ADAL" clId="{91F8170C-907B-495E-865E-F11C752A9A05}" dt="2026-06-03T17:22:55.606" v="5146" actId="20577"/>
        <pc:sldMkLst>
          <pc:docMk/>
          <pc:sldMk cId="2573321164" sldId="2142533965"/>
        </pc:sldMkLst>
        <pc:spChg chg="mod">
          <ac:chgData name="Hao Ren" userId="f40b33cb-1a17-4208-a7f7-00b78dc065a9" providerId="ADAL" clId="{91F8170C-907B-495E-865E-F11C752A9A05}" dt="2026-06-03T17:22:55.606" v="5146" actId="20577"/>
          <ac:spMkLst>
            <pc:docMk/>
            <pc:sldMk cId="2573321164" sldId="2142533965"/>
            <ac:spMk id="4" creationId="{B2139EB9-F1C8-29C0-7F75-B54705DE337E}"/>
          </ac:spMkLst>
        </pc:spChg>
        <pc:spChg chg="add">
          <ac:chgData name="Hao Ren" userId="f40b33cb-1a17-4208-a7f7-00b78dc065a9" providerId="ADAL" clId="{91F8170C-907B-495E-865E-F11C752A9A05}" dt="2026-06-03T05:38:05.927" v="4865"/>
          <ac:spMkLst>
            <pc:docMk/>
            <pc:sldMk cId="2573321164" sldId="2142533965"/>
            <ac:spMk id="5" creationId="{DBA929A8-3302-5D6F-D162-2435CA1493E7}"/>
          </ac:spMkLst>
        </pc:spChg>
        <pc:spChg chg="del">
          <ac:chgData name="Hao Ren" userId="f40b33cb-1a17-4208-a7f7-00b78dc065a9" providerId="ADAL" clId="{91F8170C-907B-495E-865E-F11C752A9A05}" dt="2026-06-03T05:30:33.703" v="4602" actId="478"/>
          <ac:spMkLst>
            <pc:docMk/>
            <pc:sldMk cId="2573321164" sldId="2142533965"/>
            <ac:spMk id="99" creationId="{351449AD-1B24-4282-2F59-E5AB068B13D5}"/>
          </ac:spMkLst>
        </pc:spChg>
        <pc:spChg chg="del">
          <ac:chgData name="Hao Ren" userId="f40b33cb-1a17-4208-a7f7-00b78dc065a9" providerId="ADAL" clId="{91F8170C-907B-495E-865E-F11C752A9A05}" dt="2026-06-03T05:30:33.703" v="4602" actId="478"/>
          <ac:spMkLst>
            <pc:docMk/>
            <pc:sldMk cId="2573321164" sldId="2142533965"/>
            <ac:spMk id="111" creationId="{5E932721-0349-CD7C-D1B4-9DBDDE279E1F}"/>
          </ac:spMkLst>
        </pc:spChg>
        <pc:spChg chg="del">
          <ac:chgData name="Hao Ren" userId="f40b33cb-1a17-4208-a7f7-00b78dc065a9" providerId="ADAL" clId="{91F8170C-907B-495E-865E-F11C752A9A05}" dt="2026-06-03T05:30:33.703" v="4602" actId="478"/>
          <ac:spMkLst>
            <pc:docMk/>
            <pc:sldMk cId="2573321164" sldId="2142533965"/>
            <ac:spMk id="113" creationId="{0F9FF20C-946D-AFED-5B44-2A72A5A3313C}"/>
          </ac:spMkLst>
        </pc:spChg>
        <pc:spChg chg="del">
          <ac:chgData name="Hao Ren" userId="f40b33cb-1a17-4208-a7f7-00b78dc065a9" providerId="ADAL" clId="{91F8170C-907B-495E-865E-F11C752A9A05}" dt="2026-06-03T05:30:33.703" v="4602" actId="478"/>
          <ac:spMkLst>
            <pc:docMk/>
            <pc:sldMk cId="2573321164" sldId="2142533965"/>
            <ac:spMk id="114" creationId="{536EB04D-B5AB-FC14-716B-8E8C9E6D147B}"/>
          </ac:spMkLst>
        </pc:spChg>
        <pc:spChg chg="del">
          <ac:chgData name="Hao Ren" userId="f40b33cb-1a17-4208-a7f7-00b78dc065a9" providerId="ADAL" clId="{91F8170C-907B-495E-865E-F11C752A9A05}" dt="2026-06-03T05:30:33.703" v="4602" actId="478"/>
          <ac:spMkLst>
            <pc:docMk/>
            <pc:sldMk cId="2573321164" sldId="2142533965"/>
            <ac:spMk id="124" creationId="{73271E8F-DFAB-162E-97B8-2A34D3090FD4}"/>
          </ac:spMkLst>
        </pc:spChg>
        <pc:spChg chg="del">
          <ac:chgData name="Hao Ren" userId="f40b33cb-1a17-4208-a7f7-00b78dc065a9" providerId="ADAL" clId="{91F8170C-907B-495E-865E-F11C752A9A05}" dt="2026-06-03T05:30:33.703" v="4602" actId="478"/>
          <ac:spMkLst>
            <pc:docMk/>
            <pc:sldMk cId="2573321164" sldId="2142533965"/>
            <ac:spMk id="127" creationId="{80286E14-1152-72BD-3506-BEA4760F3832}"/>
          </ac:spMkLst>
        </pc:spChg>
        <pc:spChg chg="del">
          <ac:chgData name="Hao Ren" userId="f40b33cb-1a17-4208-a7f7-00b78dc065a9" providerId="ADAL" clId="{91F8170C-907B-495E-865E-F11C752A9A05}" dt="2026-06-03T05:30:36.128" v="4603" actId="478"/>
          <ac:spMkLst>
            <pc:docMk/>
            <pc:sldMk cId="2573321164" sldId="2142533965"/>
            <ac:spMk id="139" creationId="{4D0F8843-06F4-E21A-B266-6E7100FCC531}"/>
          </ac:spMkLst>
        </pc:spChg>
        <pc:spChg chg="del">
          <ac:chgData name="Hao Ren" userId="f40b33cb-1a17-4208-a7f7-00b78dc065a9" providerId="ADAL" clId="{91F8170C-907B-495E-865E-F11C752A9A05}" dt="2026-06-03T05:30:33.703" v="4602" actId="478"/>
          <ac:spMkLst>
            <pc:docMk/>
            <pc:sldMk cId="2573321164" sldId="2142533965"/>
            <ac:spMk id="140" creationId="{92BC430C-3DEA-D9C5-ED1D-578E5F2470BA}"/>
          </ac:spMkLst>
        </pc:spChg>
        <pc:spChg chg="del">
          <ac:chgData name="Hao Ren" userId="f40b33cb-1a17-4208-a7f7-00b78dc065a9" providerId="ADAL" clId="{91F8170C-907B-495E-865E-F11C752A9A05}" dt="2026-06-03T05:30:33.703" v="4602" actId="478"/>
          <ac:spMkLst>
            <pc:docMk/>
            <pc:sldMk cId="2573321164" sldId="2142533965"/>
            <ac:spMk id="144" creationId="{8DB1DF5B-6A2D-E150-927B-3ECB7ACD9C4C}"/>
          </ac:spMkLst>
        </pc:spChg>
        <pc:spChg chg="del">
          <ac:chgData name="Hao Ren" userId="f40b33cb-1a17-4208-a7f7-00b78dc065a9" providerId="ADAL" clId="{91F8170C-907B-495E-865E-F11C752A9A05}" dt="2026-06-03T05:30:33.703" v="4602" actId="478"/>
          <ac:spMkLst>
            <pc:docMk/>
            <pc:sldMk cId="2573321164" sldId="2142533965"/>
            <ac:spMk id="145" creationId="{4533BBD0-E0AC-A70D-2318-760D72A0B8BE}"/>
          </ac:spMkLst>
        </pc:spChg>
        <pc:spChg chg="del">
          <ac:chgData name="Hao Ren" userId="f40b33cb-1a17-4208-a7f7-00b78dc065a9" providerId="ADAL" clId="{91F8170C-907B-495E-865E-F11C752A9A05}" dt="2026-06-03T05:30:33.703" v="4602" actId="478"/>
          <ac:spMkLst>
            <pc:docMk/>
            <pc:sldMk cId="2573321164" sldId="2142533965"/>
            <ac:spMk id="146" creationId="{6B569D30-AD5E-9071-4CC2-1C1A24504E36}"/>
          </ac:spMkLst>
        </pc:spChg>
      </pc:sldChg>
      <pc:sldChg chg="addSp modSp add mod ord">
        <pc:chgData name="Hao Ren" userId="f40b33cb-1a17-4208-a7f7-00b78dc065a9" providerId="ADAL" clId="{91F8170C-907B-495E-865E-F11C752A9A05}" dt="2026-06-03T21:30:25.441" v="8652"/>
        <pc:sldMkLst>
          <pc:docMk/>
          <pc:sldMk cId="1882032042" sldId="2142533966"/>
        </pc:sldMkLst>
        <pc:spChg chg="mod">
          <ac:chgData name="Hao Ren" userId="f40b33cb-1a17-4208-a7f7-00b78dc065a9" providerId="ADAL" clId="{91F8170C-907B-495E-865E-F11C752A9A05}" dt="2026-06-03T18:36:47.053" v="5820" actId="1076"/>
          <ac:spMkLst>
            <pc:docMk/>
            <pc:sldMk cId="1882032042" sldId="2142533966"/>
            <ac:spMk id="2" creationId="{9FA25559-6667-108D-13F2-D25DB7577D5D}"/>
          </ac:spMkLst>
        </pc:spChg>
        <pc:spChg chg="mod">
          <ac:chgData name="Hao Ren" userId="f40b33cb-1a17-4208-a7f7-00b78dc065a9" providerId="ADAL" clId="{91F8170C-907B-495E-865E-F11C752A9A05}" dt="2026-06-03T18:35:14.258" v="5764" actId="20577"/>
          <ac:spMkLst>
            <pc:docMk/>
            <pc:sldMk cId="1882032042" sldId="2142533966"/>
            <ac:spMk id="4" creationId="{5AAA4DC1-351C-AA49-E379-F7971F7D2FB7}"/>
          </ac:spMkLst>
        </pc:spChg>
        <pc:spChg chg="mod">
          <ac:chgData name="Hao Ren" userId="f40b33cb-1a17-4208-a7f7-00b78dc065a9" providerId="ADAL" clId="{91F8170C-907B-495E-865E-F11C752A9A05}" dt="2026-06-03T18:35:34.169" v="5769" actId="20577"/>
          <ac:spMkLst>
            <pc:docMk/>
            <pc:sldMk cId="1882032042" sldId="2142533966"/>
            <ac:spMk id="5" creationId="{F0C93F42-170E-5D75-6FF0-1DB984D5C767}"/>
          </ac:spMkLst>
        </pc:spChg>
        <pc:spChg chg="mod">
          <ac:chgData name="Hao Ren" userId="f40b33cb-1a17-4208-a7f7-00b78dc065a9" providerId="ADAL" clId="{91F8170C-907B-495E-865E-F11C752A9A05}" dt="2026-06-03T18:35:37.345" v="5770" actId="20577"/>
          <ac:spMkLst>
            <pc:docMk/>
            <pc:sldMk cId="1882032042" sldId="2142533966"/>
            <ac:spMk id="6" creationId="{05384607-68E0-2256-127B-A257F71B66F9}"/>
          </ac:spMkLst>
        </pc:spChg>
        <pc:spChg chg="add mod">
          <ac:chgData name="Hao Ren" userId="f40b33cb-1a17-4208-a7f7-00b78dc065a9" providerId="ADAL" clId="{91F8170C-907B-495E-865E-F11C752A9A05}" dt="2026-06-03T18:35:47.164" v="5776" actId="20577"/>
          <ac:spMkLst>
            <pc:docMk/>
            <pc:sldMk cId="1882032042" sldId="2142533966"/>
            <ac:spMk id="7" creationId="{211E42AB-92F1-F49E-332D-E94B644227BF}"/>
          </ac:spMkLst>
        </pc:spChg>
        <pc:spChg chg="mod">
          <ac:chgData name="Hao Ren" userId="f40b33cb-1a17-4208-a7f7-00b78dc065a9" providerId="ADAL" clId="{91F8170C-907B-495E-865E-F11C752A9A05}" dt="2026-06-03T18:35:52.711" v="5779" actId="20577"/>
          <ac:spMkLst>
            <pc:docMk/>
            <pc:sldMk cId="1882032042" sldId="2142533966"/>
            <ac:spMk id="8" creationId="{C251A8B7-F0CC-AE94-F1E2-CAF97234D08F}"/>
          </ac:spMkLst>
        </pc:spChg>
        <pc:spChg chg="mod">
          <ac:chgData name="Hao Ren" userId="f40b33cb-1a17-4208-a7f7-00b78dc065a9" providerId="ADAL" clId="{91F8170C-907B-495E-865E-F11C752A9A05}" dt="2026-06-03T18:37:06.317" v="5821" actId="207"/>
          <ac:spMkLst>
            <pc:docMk/>
            <pc:sldMk cId="1882032042" sldId="2142533966"/>
            <ac:spMk id="9" creationId="{197D73DF-1654-6164-30F8-CB26F570CF82}"/>
          </ac:spMkLst>
        </pc:spChg>
        <pc:spChg chg="mod">
          <ac:chgData name="Hao Ren" userId="f40b33cb-1a17-4208-a7f7-00b78dc065a9" providerId="ADAL" clId="{91F8170C-907B-495E-865E-F11C752A9A05}" dt="2026-06-03T18:36:06.108" v="5788" actId="20577"/>
          <ac:spMkLst>
            <pc:docMk/>
            <pc:sldMk cId="1882032042" sldId="2142533966"/>
            <ac:spMk id="11" creationId="{5C7623C2-ED34-EA94-0D16-31CC6E3887A9}"/>
          </ac:spMkLst>
        </pc:spChg>
        <pc:spChg chg="mod">
          <ac:chgData name="Hao Ren" userId="f40b33cb-1a17-4208-a7f7-00b78dc065a9" providerId="ADAL" clId="{91F8170C-907B-495E-865E-F11C752A9A05}" dt="2026-06-03T18:37:06.317" v="5821" actId="207"/>
          <ac:spMkLst>
            <pc:docMk/>
            <pc:sldMk cId="1882032042" sldId="2142533966"/>
            <ac:spMk id="12" creationId="{F120ECC1-D55C-09BA-9CFB-D81A0BA59318}"/>
          </ac:spMkLst>
        </pc:spChg>
        <pc:spChg chg="mod">
          <ac:chgData name="Hao Ren" userId="f40b33cb-1a17-4208-a7f7-00b78dc065a9" providerId="ADAL" clId="{91F8170C-907B-495E-865E-F11C752A9A05}" dt="2026-06-03T18:35:38.341" v="5771" actId="20577"/>
          <ac:spMkLst>
            <pc:docMk/>
            <pc:sldMk cId="1882032042" sldId="2142533966"/>
            <ac:spMk id="13" creationId="{416FE288-D286-80DA-13F1-4F16C6DCDC4F}"/>
          </ac:spMkLst>
        </pc:spChg>
        <pc:spChg chg="add mod">
          <ac:chgData name="Hao Ren" userId="f40b33cb-1a17-4208-a7f7-00b78dc065a9" providerId="ADAL" clId="{91F8170C-907B-495E-865E-F11C752A9A05}" dt="2026-06-03T18:35:42.907" v="5774" actId="20577"/>
          <ac:spMkLst>
            <pc:docMk/>
            <pc:sldMk cId="1882032042" sldId="2142533966"/>
            <ac:spMk id="14" creationId="{346819F3-44A8-09E7-94CE-62E035E5D145}"/>
          </ac:spMkLst>
        </pc:spChg>
        <pc:spChg chg="mod">
          <ac:chgData name="Hao Ren" userId="f40b33cb-1a17-4208-a7f7-00b78dc065a9" providerId="ADAL" clId="{91F8170C-907B-495E-865E-F11C752A9A05}" dt="2026-06-03T18:35:44.493" v="5775" actId="20577"/>
          <ac:spMkLst>
            <pc:docMk/>
            <pc:sldMk cId="1882032042" sldId="2142533966"/>
            <ac:spMk id="15" creationId="{E75C77EC-5309-DB77-9D09-46D61A87AC0E}"/>
          </ac:spMkLst>
        </pc:spChg>
        <pc:spChg chg="mod">
          <ac:chgData name="Hao Ren" userId="f40b33cb-1a17-4208-a7f7-00b78dc065a9" providerId="ADAL" clId="{91F8170C-907B-495E-865E-F11C752A9A05}" dt="2026-06-03T18:35:54.043" v="5780" actId="20577"/>
          <ac:spMkLst>
            <pc:docMk/>
            <pc:sldMk cId="1882032042" sldId="2142533966"/>
            <ac:spMk id="16" creationId="{91C2D635-F13D-477A-CC2E-D933DFA421A1}"/>
          </ac:spMkLst>
        </pc:spChg>
        <pc:spChg chg="add mod">
          <ac:chgData name="Hao Ren" userId="f40b33cb-1a17-4208-a7f7-00b78dc065a9" providerId="ADAL" clId="{91F8170C-907B-495E-865E-F11C752A9A05}" dt="2026-06-03T18:35:59.819" v="5783" actId="20577"/>
          <ac:spMkLst>
            <pc:docMk/>
            <pc:sldMk cId="1882032042" sldId="2142533966"/>
            <ac:spMk id="17" creationId="{421195E4-3D36-C936-CBBA-1EF5844BA952}"/>
          </ac:spMkLst>
        </pc:spChg>
        <pc:spChg chg="add mod">
          <ac:chgData name="Hao Ren" userId="f40b33cb-1a17-4208-a7f7-00b78dc065a9" providerId="ADAL" clId="{91F8170C-907B-495E-865E-F11C752A9A05}" dt="2026-06-03T18:36:11.494" v="5790" actId="20577"/>
          <ac:spMkLst>
            <pc:docMk/>
            <pc:sldMk cId="1882032042" sldId="2142533966"/>
            <ac:spMk id="19" creationId="{7E5F1007-BB73-5B6E-9FC7-9B424D3774E3}"/>
          </ac:spMkLst>
        </pc:spChg>
        <pc:spChg chg="mod">
          <ac:chgData name="Hao Ren" userId="f40b33cb-1a17-4208-a7f7-00b78dc065a9" providerId="ADAL" clId="{91F8170C-907B-495E-865E-F11C752A9A05}" dt="2026-06-03T18:36:22.633" v="5804" actId="20577"/>
          <ac:spMkLst>
            <pc:docMk/>
            <pc:sldMk cId="1882032042" sldId="2142533966"/>
            <ac:spMk id="20" creationId="{DC16F970-5791-5389-96F9-ED79E45E84A2}"/>
          </ac:spMkLst>
        </pc:spChg>
        <pc:spChg chg="mod">
          <ac:chgData name="Hao Ren" userId="f40b33cb-1a17-4208-a7f7-00b78dc065a9" providerId="ADAL" clId="{91F8170C-907B-495E-865E-F11C752A9A05}" dt="2026-06-03T18:35:39.793" v="5772" actId="20577"/>
          <ac:spMkLst>
            <pc:docMk/>
            <pc:sldMk cId="1882032042" sldId="2142533966"/>
            <ac:spMk id="21" creationId="{5BB86818-E30A-A0B5-CD94-B2FBB724CFEE}"/>
          </ac:spMkLst>
        </pc:spChg>
        <pc:spChg chg="add mod">
          <ac:chgData name="Hao Ren" userId="f40b33cb-1a17-4208-a7f7-00b78dc065a9" providerId="ADAL" clId="{91F8170C-907B-495E-865E-F11C752A9A05}" dt="2026-06-03T18:35:41.217" v="5773" actId="20577"/>
          <ac:spMkLst>
            <pc:docMk/>
            <pc:sldMk cId="1882032042" sldId="2142533966"/>
            <ac:spMk id="22" creationId="{E8564BDE-02BD-DD48-4DB7-BF1E5000BF8E}"/>
          </ac:spMkLst>
        </pc:spChg>
        <pc:spChg chg="add mod">
          <ac:chgData name="Hao Ren" userId="f40b33cb-1a17-4208-a7f7-00b78dc065a9" providerId="ADAL" clId="{91F8170C-907B-495E-865E-F11C752A9A05}" dt="2026-06-03T18:35:51.222" v="5778" actId="20577"/>
          <ac:spMkLst>
            <pc:docMk/>
            <pc:sldMk cId="1882032042" sldId="2142533966"/>
            <ac:spMk id="23" creationId="{F547CE01-7E7A-CC88-F08F-18E70487E7D9}"/>
          </ac:spMkLst>
        </pc:spChg>
        <pc:spChg chg="mod">
          <ac:chgData name="Hao Ren" userId="f40b33cb-1a17-4208-a7f7-00b78dc065a9" providerId="ADAL" clId="{91F8170C-907B-495E-865E-F11C752A9A05}" dt="2026-06-03T18:35:56.011" v="5781" actId="20577"/>
          <ac:spMkLst>
            <pc:docMk/>
            <pc:sldMk cId="1882032042" sldId="2142533966"/>
            <ac:spMk id="24" creationId="{C7E5EA51-B9B5-8385-7A35-CC42D7134A2F}"/>
          </ac:spMkLst>
        </pc:spChg>
        <pc:spChg chg="add mod">
          <ac:chgData name="Hao Ren" userId="f40b33cb-1a17-4208-a7f7-00b78dc065a9" providerId="ADAL" clId="{91F8170C-907B-495E-865E-F11C752A9A05}" dt="2026-06-03T18:36:02.539" v="5784" actId="20577"/>
          <ac:spMkLst>
            <pc:docMk/>
            <pc:sldMk cId="1882032042" sldId="2142533966"/>
            <ac:spMk id="25" creationId="{DAF7C253-AC01-E7F2-79D9-FE358B969236}"/>
          </ac:spMkLst>
        </pc:spChg>
        <pc:spChg chg="mod">
          <ac:chgData name="Hao Ren" userId="f40b33cb-1a17-4208-a7f7-00b78dc065a9" providerId="ADAL" clId="{91F8170C-907B-495E-865E-F11C752A9A05}" dt="2026-06-03T18:36:15.511" v="5796" actId="20577"/>
          <ac:spMkLst>
            <pc:docMk/>
            <pc:sldMk cId="1882032042" sldId="2142533966"/>
            <ac:spMk id="27" creationId="{F7261421-8D37-78E0-CDB9-E85E3C7EE478}"/>
          </ac:spMkLst>
        </pc:spChg>
        <pc:spChg chg="mod">
          <ac:chgData name="Hao Ren" userId="f40b33cb-1a17-4208-a7f7-00b78dc065a9" providerId="ADAL" clId="{91F8170C-907B-495E-865E-F11C752A9A05}" dt="2026-06-03T18:37:06.317" v="5821" actId="207"/>
          <ac:spMkLst>
            <pc:docMk/>
            <pc:sldMk cId="1882032042" sldId="2142533966"/>
            <ac:spMk id="28" creationId="{A1047583-853F-F128-DEFE-D2FA1A36B69F}"/>
          </ac:spMkLst>
        </pc:spChg>
        <pc:spChg chg="mod">
          <ac:chgData name="Hao Ren" userId="f40b33cb-1a17-4208-a7f7-00b78dc065a9" providerId="ADAL" clId="{91F8170C-907B-495E-865E-F11C752A9A05}" dt="2026-06-03T18:36:43.702" v="5818" actId="20577"/>
          <ac:spMkLst>
            <pc:docMk/>
            <pc:sldMk cId="1882032042" sldId="2142533966"/>
            <ac:spMk id="30" creationId="{D08B850D-C078-C75B-8153-A8E8211C6032}"/>
          </ac:spMkLst>
        </pc:spChg>
        <pc:spChg chg="mod">
          <ac:chgData name="Hao Ren" userId="f40b33cb-1a17-4208-a7f7-00b78dc065a9" providerId="ADAL" clId="{91F8170C-907B-495E-865E-F11C752A9A05}" dt="2026-06-03T18:36:40.679" v="5816" actId="20577"/>
          <ac:spMkLst>
            <pc:docMk/>
            <pc:sldMk cId="1882032042" sldId="2142533966"/>
            <ac:spMk id="31" creationId="{A1813838-78DC-4EA1-1E3C-70CA3716B74A}"/>
          </ac:spMkLst>
        </pc:spChg>
        <pc:spChg chg="mod">
          <ac:chgData name="Hao Ren" userId="f40b33cb-1a17-4208-a7f7-00b78dc065a9" providerId="ADAL" clId="{91F8170C-907B-495E-865E-F11C752A9A05}" dt="2026-06-03T18:35:48.730" v="5777" actId="20577"/>
          <ac:spMkLst>
            <pc:docMk/>
            <pc:sldMk cId="1882032042" sldId="2142533966"/>
            <ac:spMk id="32" creationId="{521955B9-E37C-AE75-C110-AF9F6D3961C1}"/>
          </ac:spMkLst>
        </pc:spChg>
        <pc:spChg chg="add mod">
          <ac:chgData name="Hao Ren" userId="f40b33cb-1a17-4208-a7f7-00b78dc065a9" providerId="ADAL" clId="{91F8170C-907B-495E-865E-F11C752A9A05}" dt="2026-06-03T18:37:06.317" v="5821" actId="207"/>
          <ac:spMkLst>
            <pc:docMk/>
            <pc:sldMk cId="1882032042" sldId="2142533966"/>
            <ac:spMk id="33" creationId="{94D63900-D5D8-CCB2-62DF-1FF1C551E2BC}"/>
          </ac:spMkLst>
        </pc:spChg>
        <pc:spChg chg="mod">
          <ac:chgData name="Hao Ren" userId="f40b33cb-1a17-4208-a7f7-00b78dc065a9" providerId="ADAL" clId="{91F8170C-907B-495E-865E-F11C752A9A05}" dt="2026-06-03T18:36:35.610" v="5812" actId="20577"/>
          <ac:spMkLst>
            <pc:docMk/>
            <pc:sldMk cId="1882032042" sldId="2142533966"/>
            <ac:spMk id="34" creationId="{5B269D51-A79E-2CD6-CE7B-2BE1C8739718}"/>
          </ac:spMkLst>
        </pc:spChg>
        <pc:spChg chg="add mod">
          <ac:chgData name="Hao Ren" userId="f40b33cb-1a17-4208-a7f7-00b78dc065a9" providerId="ADAL" clId="{91F8170C-907B-495E-865E-F11C752A9A05}" dt="2026-06-03T18:37:06.317" v="5821" actId="207"/>
          <ac:spMkLst>
            <pc:docMk/>
            <pc:sldMk cId="1882032042" sldId="2142533966"/>
            <ac:spMk id="36" creationId="{CB892A07-A5AB-C2EA-61E5-E403EB4CA35F}"/>
          </ac:spMkLst>
        </pc:spChg>
        <pc:spChg chg="add mod">
          <ac:chgData name="Hao Ren" userId="f40b33cb-1a17-4208-a7f7-00b78dc065a9" providerId="ADAL" clId="{91F8170C-907B-495E-865E-F11C752A9A05}" dt="2026-06-03T18:36:29.587" v="5808" actId="20577"/>
          <ac:spMkLst>
            <pc:docMk/>
            <pc:sldMk cId="1882032042" sldId="2142533966"/>
            <ac:spMk id="37" creationId="{98C3DF92-8986-8179-A5F0-4C3F6D549856}"/>
          </ac:spMkLst>
        </pc:spChg>
        <pc:spChg chg="mod">
          <ac:chgData name="Hao Ren" userId="f40b33cb-1a17-4208-a7f7-00b78dc065a9" providerId="ADAL" clId="{91F8170C-907B-495E-865E-F11C752A9A05}" dt="2026-06-03T18:35:25.428" v="5765" actId="1076"/>
          <ac:spMkLst>
            <pc:docMk/>
            <pc:sldMk cId="1882032042" sldId="2142533966"/>
            <ac:spMk id="98" creationId="{90FD4978-7DB7-AD78-3A0E-51B8DFC72237}"/>
          </ac:spMkLst>
        </pc:spChg>
        <pc:spChg chg="mod">
          <ac:chgData name="Hao Ren" userId="f40b33cb-1a17-4208-a7f7-00b78dc065a9" providerId="ADAL" clId="{91F8170C-907B-495E-865E-F11C752A9A05}" dt="2026-06-03T18:37:06.317" v="5821" actId="207"/>
          <ac:spMkLst>
            <pc:docMk/>
            <pc:sldMk cId="1882032042" sldId="2142533966"/>
            <ac:spMk id="106" creationId="{38D76BE1-1C22-9EF4-62AF-26AC5B7FE443}"/>
          </ac:spMkLst>
        </pc:spChg>
        <pc:spChg chg="mod">
          <ac:chgData name="Hao Ren" userId="f40b33cb-1a17-4208-a7f7-00b78dc065a9" providerId="ADAL" clId="{91F8170C-907B-495E-865E-F11C752A9A05}" dt="2026-06-03T18:35:25.428" v="5765" actId="1076"/>
          <ac:spMkLst>
            <pc:docMk/>
            <pc:sldMk cId="1882032042" sldId="2142533966"/>
            <ac:spMk id="107" creationId="{8C764399-3388-3EE9-5EA4-599AED25E257}"/>
          </ac:spMkLst>
        </pc:spChg>
        <pc:spChg chg="mod">
          <ac:chgData name="Hao Ren" userId="f40b33cb-1a17-4208-a7f7-00b78dc065a9" providerId="ADAL" clId="{91F8170C-907B-495E-865E-F11C752A9A05}" dt="2026-06-03T18:37:06.317" v="5821" actId="207"/>
          <ac:spMkLst>
            <pc:docMk/>
            <pc:sldMk cId="1882032042" sldId="2142533966"/>
            <ac:spMk id="108" creationId="{94D8165B-313D-4179-82E5-A56FD713E776}"/>
          </ac:spMkLst>
        </pc:spChg>
        <pc:spChg chg="mod">
          <ac:chgData name="Hao Ren" userId="f40b33cb-1a17-4208-a7f7-00b78dc065a9" providerId="ADAL" clId="{91F8170C-907B-495E-865E-F11C752A9A05}" dt="2026-06-03T18:35:25.428" v="5765" actId="1076"/>
          <ac:spMkLst>
            <pc:docMk/>
            <pc:sldMk cId="1882032042" sldId="2142533966"/>
            <ac:spMk id="111" creationId="{512B4C2D-2B85-063A-B53D-5238257D0517}"/>
          </ac:spMkLst>
        </pc:spChg>
        <pc:spChg chg="mod">
          <ac:chgData name="Hao Ren" userId="f40b33cb-1a17-4208-a7f7-00b78dc065a9" providerId="ADAL" clId="{91F8170C-907B-495E-865E-F11C752A9A05}" dt="2026-06-03T18:35:25.428" v="5765" actId="1076"/>
          <ac:spMkLst>
            <pc:docMk/>
            <pc:sldMk cId="1882032042" sldId="2142533966"/>
            <ac:spMk id="112" creationId="{46C1FD71-E0D8-37C7-5293-37D4E84CD394}"/>
          </ac:spMkLst>
        </pc:spChg>
        <pc:spChg chg="mod">
          <ac:chgData name="Hao Ren" userId="f40b33cb-1a17-4208-a7f7-00b78dc065a9" providerId="ADAL" clId="{91F8170C-907B-495E-865E-F11C752A9A05}" dt="2026-06-03T18:37:06.317" v="5821" actId="207"/>
          <ac:spMkLst>
            <pc:docMk/>
            <pc:sldMk cId="1882032042" sldId="2142533966"/>
            <ac:spMk id="113" creationId="{826D3DF1-2756-9409-CA79-C510613C64ED}"/>
          </ac:spMkLst>
        </pc:spChg>
        <pc:spChg chg="mod">
          <ac:chgData name="Hao Ren" userId="f40b33cb-1a17-4208-a7f7-00b78dc065a9" providerId="ADAL" clId="{91F8170C-907B-495E-865E-F11C752A9A05}" dt="2026-06-03T18:35:25.428" v="5765" actId="1076"/>
          <ac:spMkLst>
            <pc:docMk/>
            <pc:sldMk cId="1882032042" sldId="2142533966"/>
            <ac:spMk id="116" creationId="{6CB862A8-A3E8-2192-2A6A-E0983C44F05B}"/>
          </ac:spMkLst>
        </pc:spChg>
        <pc:spChg chg="mod">
          <ac:chgData name="Hao Ren" userId="f40b33cb-1a17-4208-a7f7-00b78dc065a9" providerId="ADAL" clId="{91F8170C-907B-495E-865E-F11C752A9A05}" dt="2026-06-03T18:35:25.428" v="5765" actId="1076"/>
          <ac:spMkLst>
            <pc:docMk/>
            <pc:sldMk cId="1882032042" sldId="2142533966"/>
            <ac:spMk id="121" creationId="{0BF23215-37B1-2CD7-8C8B-767820511ECA}"/>
          </ac:spMkLst>
        </pc:spChg>
        <pc:spChg chg="mod">
          <ac:chgData name="Hao Ren" userId="f40b33cb-1a17-4208-a7f7-00b78dc065a9" providerId="ADAL" clId="{91F8170C-907B-495E-865E-F11C752A9A05}" dt="2026-06-03T18:35:25.428" v="5765" actId="1076"/>
          <ac:spMkLst>
            <pc:docMk/>
            <pc:sldMk cId="1882032042" sldId="2142533966"/>
            <ac:spMk id="126" creationId="{6BA96EB2-AEFC-6497-C9E4-7524E7088B7B}"/>
          </ac:spMkLst>
        </pc:spChg>
        <pc:spChg chg="mod">
          <ac:chgData name="Hao Ren" userId="f40b33cb-1a17-4208-a7f7-00b78dc065a9" providerId="ADAL" clId="{91F8170C-907B-495E-865E-F11C752A9A05}" dt="2026-06-03T18:37:06.317" v="5821" actId="207"/>
          <ac:spMkLst>
            <pc:docMk/>
            <pc:sldMk cId="1882032042" sldId="2142533966"/>
            <ac:spMk id="138" creationId="{A3EF6DC1-AAD5-1B50-3276-548A9C4E2D0D}"/>
          </ac:spMkLst>
        </pc:spChg>
        <pc:spChg chg="mod">
          <ac:chgData name="Hao Ren" userId="f40b33cb-1a17-4208-a7f7-00b78dc065a9" providerId="ADAL" clId="{91F8170C-907B-495E-865E-F11C752A9A05}" dt="2026-06-03T18:35:25.428" v="5765" actId="1076"/>
          <ac:spMkLst>
            <pc:docMk/>
            <pc:sldMk cId="1882032042" sldId="2142533966"/>
            <ac:spMk id="139" creationId="{A6F038B9-8764-858E-4D1E-043475578F57}"/>
          </ac:spMkLst>
        </pc:spChg>
        <pc:spChg chg="mod">
          <ac:chgData name="Hao Ren" userId="f40b33cb-1a17-4208-a7f7-00b78dc065a9" providerId="ADAL" clId="{91F8170C-907B-495E-865E-F11C752A9A05}" dt="2026-06-03T18:37:06.317" v="5821" actId="207"/>
          <ac:spMkLst>
            <pc:docMk/>
            <pc:sldMk cId="1882032042" sldId="2142533966"/>
            <ac:spMk id="144" creationId="{F9DD082A-C020-C4F1-636B-C94364647A8C}"/>
          </ac:spMkLst>
        </pc:spChg>
        <pc:picChg chg="add mod">
          <ac:chgData name="Hao Ren" userId="f40b33cb-1a17-4208-a7f7-00b78dc065a9" providerId="ADAL" clId="{91F8170C-907B-495E-865E-F11C752A9A05}" dt="2026-06-03T18:39:40.404" v="5842" actId="1076"/>
          <ac:picMkLst>
            <pc:docMk/>
            <pc:sldMk cId="1882032042" sldId="2142533966"/>
            <ac:picMk id="39" creationId="{B272E4DB-19EC-6B7C-4ECA-151746175F8F}"/>
          </ac:picMkLst>
        </pc:picChg>
      </pc:sldChg>
      <pc:sldChg chg="addSp modSp new mod">
        <pc:chgData name="Hao Ren" userId="f40b33cb-1a17-4208-a7f7-00b78dc065a9" providerId="ADAL" clId="{91F8170C-907B-495E-865E-F11C752A9A05}" dt="2026-06-03T19:46:10.911" v="8100" actId="20577"/>
        <pc:sldMkLst>
          <pc:docMk/>
          <pc:sldMk cId="526202023" sldId="2142533967"/>
        </pc:sldMkLst>
        <pc:spChg chg="mod">
          <ac:chgData name="Hao Ren" userId="f40b33cb-1a17-4208-a7f7-00b78dc065a9" providerId="ADAL" clId="{91F8170C-907B-495E-865E-F11C752A9A05}" dt="2026-06-03T19:45:10.355" v="8086" actId="20577"/>
          <ac:spMkLst>
            <pc:docMk/>
            <pc:sldMk cId="526202023" sldId="2142533967"/>
            <ac:spMk id="2" creationId="{298339DF-5E47-7928-427A-B12C49C0C7C1}"/>
          </ac:spMkLst>
        </pc:spChg>
        <pc:spChg chg="add mod">
          <ac:chgData name="Hao Ren" userId="f40b33cb-1a17-4208-a7f7-00b78dc065a9" providerId="ADAL" clId="{91F8170C-907B-495E-865E-F11C752A9A05}" dt="2026-06-03T19:46:10.911" v="8100" actId="20577"/>
          <ac:spMkLst>
            <pc:docMk/>
            <pc:sldMk cId="526202023" sldId="2142533967"/>
            <ac:spMk id="3" creationId="{A7E2420D-2C56-B282-EAF4-E9B48CB2E46F}"/>
          </ac:spMkLst>
        </pc:spChg>
      </pc:sldChg>
      <pc:sldChg chg="addSp modSp add mod">
        <pc:chgData name="Hao Ren" userId="f40b33cb-1a17-4208-a7f7-00b78dc065a9" providerId="ADAL" clId="{91F8170C-907B-495E-865E-F11C752A9A05}" dt="2026-06-03T22:38:42.358" v="10302" actId="20577"/>
        <pc:sldMkLst>
          <pc:docMk/>
          <pc:sldMk cId="2389180793" sldId="2142533968"/>
        </pc:sldMkLst>
        <pc:spChg chg="mod">
          <ac:chgData name="Hao Ren" userId="f40b33cb-1a17-4208-a7f7-00b78dc065a9" providerId="ADAL" clId="{91F8170C-907B-495E-865E-F11C752A9A05}" dt="2026-06-03T22:38:42.358" v="10302" actId="20577"/>
          <ac:spMkLst>
            <pc:docMk/>
            <pc:sldMk cId="2389180793" sldId="2142533968"/>
            <ac:spMk id="4" creationId="{0F0C2289-E26D-378B-CBA7-022857203DB5}"/>
          </ac:spMkLst>
        </pc:spChg>
        <pc:picChg chg="add mod">
          <ac:chgData name="Hao Ren" userId="f40b33cb-1a17-4208-a7f7-00b78dc065a9" providerId="ADAL" clId="{91F8170C-907B-495E-865E-F11C752A9A05}" dt="2026-06-03T22:38:25.804" v="10236" actId="1076"/>
          <ac:picMkLst>
            <pc:docMk/>
            <pc:sldMk cId="2389180793" sldId="2142533968"/>
            <ac:picMk id="6" creationId="{C78988E8-7B4F-6F4E-B7B4-EC3E0DC076E4}"/>
          </ac:picMkLst>
        </pc:picChg>
      </pc:sldChg>
      <pc:sldChg chg="modSp add mod">
        <pc:chgData name="Hao Ren" userId="f40b33cb-1a17-4208-a7f7-00b78dc065a9" providerId="ADAL" clId="{91F8170C-907B-495E-865E-F11C752A9A05}" dt="2026-06-03T22:46:02.910" v="10739" actId="255"/>
        <pc:sldMkLst>
          <pc:docMk/>
          <pc:sldMk cId="1360344262" sldId="2142533969"/>
        </pc:sldMkLst>
        <pc:spChg chg="mod">
          <ac:chgData name="Hao Ren" userId="f40b33cb-1a17-4208-a7f7-00b78dc065a9" providerId="ADAL" clId="{91F8170C-907B-495E-865E-F11C752A9A05}" dt="2026-06-03T22:46:02.910" v="10739" actId="255"/>
          <ac:spMkLst>
            <pc:docMk/>
            <pc:sldMk cId="1360344262" sldId="2142533969"/>
            <ac:spMk id="4" creationId="{D51BD0A1-1688-CEBF-3B4F-ABA15443ABB7}"/>
          </ac:spMkLst>
        </pc:spChg>
      </pc:sldChg>
      <pc:sldChg chg="modSp add mod">
        <pc:chgData name="Hao Ren" userId="f40b33cb-1a17-4208-a7f7-00b78dc065a9" providerId="ADAL" clId="{91F8170C-907B-495E-865E-F11C752A9A05}" dt="2026-06-03T22:55:57.326" v="11410" actId="5793"/>
        <pc:sldMkLst>
          <pc:docMk/>
          <pc:sldMk cId="1569705090" sldId="2142533970"/>
        </pc:sldMkLst>
        <pc:spChg chg="mod">
          <ac:chgData name="Hao Ren" userId="f40b33cb-1a17-4208-a7f7-00b78dc065a9" providerId="ADAL" clId="{91F8170C-907B-495E-865E-F11C752A9A05}" dt="2026-06-03T22:46:23.190" v="10751" actId="20577"/>
          <ac:spMkLst>
            <pc:docMk/>
            <pc:sldMk cId="1569705090" sldId="2142533970"/>
            <ac:spMk id="3" creationId="{48624F96-E241-A588-D5D7-E392251A3A84}"/>
          </ac:spMkLst>
        </pc:spChg>
        <pc:spChg chg="mod">
          <ac:chgData name="Hao Ren" userId="f40b33cb-1a17-4208-a7f7-00b78dc065a9" providerId="ADAL" clId="{91F8170C-907B-495E-865E-F11C752A9A05}" dt="2026-06-03T22:55:57.326" v="11410" actId="5793"/>
          <ac:spMkLst>
            <pc:docMk/>
            <pc:sldMk cId="1569705090" sldId="2142533970"/>
            <ac:spMk id="4" creationId="{4E019F34-0E13-A243-7A28-0DE6E6573549}"/>
          </ac:spMkLst>
        </pc:spChg>
      </pc:sldChg>
      <pc:sldChg chg="delSp modSp add mod">
        <pc:chgData name="Hao Ren" userId="f40b33cb-1a17-4208-a7f7-00b78dc065a9" providerId="ADAL" clId="{91F8170C-907B-495E-865E-F11C752A9A05}" dt="2026-06-03T22:52:03.230" v="10933" actId="255"/>
        <pc:sldMkLst>
          <pc:docMk/>
          <pc:sldMk cId="3808179213" sldId="2142533971"/>
        </pc:sldMkLst>
        <pc:spChg chg="mod">
          <ac:chgData name="Hao Ren" userId="f40b33cb-1a17-4208-a7f7-00b78dc065a9" providerId="ADAL" clId="{91F8170C-907B-495E-865E-F11C752A9A05}" dt="2026-06-03T22:46:34.228" v="10767" actId="20577"/>
          <ac:spMkLst>
            <pc:docMk/>
            <pc:sldMk cId="3808179213" sldId="2142533971"/>
            <ac:spMk id="3" creationId="{2E8CC043-EFF0-72BC-2DF5-B081F8837A06}"/>
          </ac:spMkLst>
        </pc:spChg>
        <pc:spChg chg="mod">
          <ac:chgData name="Hao Ren" userId="f40b33cb-1a17-4208-a7f7-00b78dc065a9" providerId="ADAL" clId="{91F8170C-907B-495E-865E-F11C752A9A05}" dt="2026-06-03T22:52:03.230" v="10933" actId="255"/>
          <ac:spMkLst>
            <pc:docMk/>
            <pc:sldMk cId="3808179213" sldId="2142533971"/>
            <ac:spMk id="4" creationId="{06118699-7FF0-52DE-AAA0-BF8D536AB71C}"/>
          </ac:spMkLst>
        </pc:spChg>
        <pc:picChg chg="del">
          <ac:chgData name="Hao Ren" userId="f40b33cb-1a17-4208-a7f7-00b78dc065a9" providerId="ADAL" clId="{91F8170C-907B-495E-865E-F11C752A9A05}" dt="2026-06-03T22:46:27.965" v="10753" actId="478"/>
          <ac:picMkLst>
            <pc:docMk/>
            <pc:sldMk cId="3808179213" sldId="2142533971"/>
            <ac:picMk id="6" creationId="{C847071A-8A64-DA03-50E6-5DE318480977}"/>
          </ac:picMkLst>
        </pc:picChg>
      </pc:sldChg>
      <pc:sldChg chg="new">
        <pc:chgData name="Hao Ren" userId="f40b33cb-1a17-4208-a7f7-00b78dc065a9" providerId="ADAL" clId="{91F8170C-907B-495E-865E-F11C752A9A05}" dt="2026-06-03T22:56:03.233" v="11411" actId="680"/>
        <pc:sldMkLst>
          <pc:docMk/>
          <pc:sldMk cId="2839391993" sldId="2142533972"/>
        </pc:sldMkLst>
      </pc:sldChg>
      <pc:sldChg chg="addSp modSp add mod">
        <pc:chgData name="Hao Ren" userId="f40b33cb-1a17-4208-a7f7-00b78dc065a9" providerId="ADAL" clId="{91F8170C-907B-495E-865E-F11C752A9A05}" dt="2026-06-04T22:45:55.966" v="11747" actId="20577"/>
        <pc:sldMkLst>
          <pc:docMk/>
          <pc:sldMk cId="3305388564" sldId="2142533973"/>
        </pc:sldMkLst>
        <pc:spChg chg="mod">
          <ac:chgData name="Hao Ren" userId="f40b33cb-1a17-4208-a7f7-00b78dc065a9" providerId="ADAL" clId="{91F8170C-907B-495E-865E-F11C752A9A05}" dt="2026-06-04T22:33:55.355" v="11486" actId="20577"/>
          <ac:spMkLst>
            <pc:docMk/>
            <pc:sldMk cId="3305388564" sldId="2142533973"/>
            <ac:spMk id="5" creationId="{095D061C-D35A-8CFC-796A-D17DC97A2E57}"/>
          </ac:spMkLst>
        </pc:spChg>
        <pc:spChg chg="mod">
          <ac:chgData name="Hao Ren" userId="f40b33cb-1a17-4208-a7f7-00b78dc065a9" providerId="ADAL" clId="{91F8170C-907B-495E-865E-F11C752A9A05}" dt="2026-06-04T22:34:01.061" v="11492" actId="20577"/>
          <ac:spMkLst>
            <pc:docMk/>
            <pc:sldMk cId="3305388564" sldId="2142533973"/>
            <ac:spMk id="8" creationId="{88AAD304-BCF7-00D6-959F-1C67BB069D35}"/>
          </ac:spMkLst>
        </pc:spChg>
        <pc:spChg chg="add mod">
          <ac:chgData name="Hao Ren" userId="f40b33cb-1a17-4208-a7f7-00b78dc065a9" providerId="ADAL" clId="{91F8170C-907B-495E-865E-F11C752A9A05}" dt="2026-06-04T22:38:13.029" v="11625" actId="1076"/>
          <ac:spMkLst>
            <pc:docMk/>
            <pc:sldMk cId="3305388564" sldId="2142533973"/>
            <ac:spMk id="12" creationId="{369859ED-8A80-285C-1AFF-D9B4E8A5B33F}"/>
          </ac:spMkLst>
        </pc:spChg>
        <pc:spChg chg="mod">
          <ac:chgData name="Hao Ren" userId="f40b33cb-1a17-4208-a7f7-00b78dc065a9" providerId="ADAL" clId="{91F8170C-907B-495E-865E-F11C752A9A05}" dt="2026-06-04T22:39:51.913" v="11659" actId="20577"/>
          <ac:spMkLst>
            <pc:docMk/>
            <pc:sldMk cId="3305388564" sldId="2142533973"/>
            <ac:spMk id="14" creationId="{13ECBF4F-CA3C-F899-7E54-2416EABB97A8}"/>
          </ac:spMkLst>
        </pc:spChg>
        <pc:spChg chg="mod">
          <ac:chgData name="Hao Ren" userId="f40b33cb-1a17-4208-a7f7-00b78dc065a9" providerId="ADAL" clId="{91F8170C-907B-495E-865E-F11C752A9A05}" dt="2026-06-04T22:39:57.364" v="11661" actId="20577"/>
          <ac:spMkLst>
            <pc:docMk/>
            <pc:sldMk cId="3305388564" sldId="2142533973"/>
            <ac:spMk id="17" creationId="{BB659FCE-5BE5-325B-31C9-2CFC6028FD64}"/>
          </ac:spMkLst>
        </pc:spChg>
        <pc:spChg chg="mod">
          <ac:chgData name="Hao Ren" userId="f40b33cb-1a17-4208-a7f7-00b78dc065a9" providerId="ADAL" clId="{91F8170C-907B-495E-865E-F11C752A9A05}" dt="2026-06-04T22:40:17.109" v="11673" actId="20577"/>
          <ac:spMkLst>
            <pc:docMk/>
            <pc:sldMk cId="3305388564" sldId="2142533973"/>
            <ac:spMk id="18" creationId="{9841DF46-9C43-ACA3-CD8F-E31C0FB703A5}"/>
          </ac:spMkLst>
        </pc:spChg>
        <pc:spChg chg="mod">
          <ac:chgData name="Hao Ren" userId="f40b33cb-1a17-4208-a7f7-00b78dc065a9" providerId="ADAL" clId="{91F8170C-907B-495E-865E-F11C752A9A05}" dt="2026-06-04T22:42:00.293" v="11687" actId="20577"/>
          <ac:spMkLst>
            <pc:docMk/>
            <pc:sldMk cId="3305388564" sldId="2142533973"/>
            <ac:spMk id="19" creationId="{89AE1ADC-315D-BA8F-C358-BC179BF23BE4}"/>
          </ac:spMkLst>
        </pc:spChg>
        <pc:spChg chg="mod">
          <ac:chgData name="Hao Ren" userId="f40b33cb-1a17-4208-a7f7-00b78dc065a9" providerId="ADAL" clId="{91F8170C-907B-495E-865E-F11C752A9A05}" dt="2026-06-04T22:37:41.449" v="11579" actId="1076"/>
          <ac:spMkLst>
            <pc:docMk/>
            <pc:sldMk cId="3305388564" sldId="2142533973"/>
            <ac:spMk id="21" creationId="{92FB7205-FAAC-99B3-DCE3-8D850E20F788}"/>
          </ac:spMkLst>
        </pc:spChg>
        <pc:spChg chg="mod">
          <ac:chgData name="Hao Ren" userId="f40b33cb-1a17-4208-a7f7-00b78dc065a9" providerId="ADAL" clId="{91F8170C-907B-495E-865E-F11C752A9A05}" dt="2026-06-04T22:45:00.202" v="11697" actId="20577"/>
          <ac:spMkLst>
            <pc:docMk/>
            <pc:sldMk cId="3305388564" sldId="2142533973"/>
            <ac:spMk id="22" creationId="{155FA6F2-7D34-7FC0-F252-69454EE0ACBB}"/>
          </ac:spMkLst>
        </pc:spChg>
        <pc:spChg chg="mod">
          <ac:chgData name="Hao Ren" userId="f40b33cb-1a17-4208-a7f7-00b78dc065a9" providerId="ADAL" clId="{91F8170C-907B-495E-865E-F11C752A9A05}" dt="2026-06-04T22:45:52.797" v="11744" actId="20577"/>
          <ac:spMkLst>
            <pc:docMk/>
            <pc:sldMk cId="3305388564" sldId="2142533973"/>
            <ac:spMk id="24" creationId="{6B1C9E4C-693D-4EC4-6106-2532E8167913}"/>
          </ac:spMkLst>
        </pc:spChg>
        <pc:spChg chg="mod">
          <ac:chgData name="Hao Ren" userId="f40b33cb-1a17-4208-a7f7-00b78dc065a9" providerId="ADAL" clId="{91F8170C-907B-495E-865E-F11C752A9A05}" dt="2026-06-04T22:45:55.966" v="11747" actId="20577"/>
          <ac:spMkLst>
            <pc:docMk/>
            <pc:sldMk cId="3305388564" sldId="2142533973"/>
            <ac:spMk id="26" creationId="{1F99A7B3-7B07-7FAD-F929-CD671BE10780}"/>
          </ac:spMkLst>
        </pc:spChg>
        <pc:spChg chg="add mod">
          <ac:chgData name="Hao Ren" userId="f40b33cb-1a17-4208-a7f7-00b78dc065a9" providerId="ADAL" clId="{91F8170C-907B-495E-865E-F11C752A9A05}" dt="2026-06-04T22:40:04.217" v="11671" actId="20577"/>
          <ac:spMkLst>
            <pc:docMk/>
            <pc:sldMk cId="3305388564" sldId="2142533973"/>
            <ac:spMk id="31" creationId="{E4C763ED-43DC-CF23-9410-6F2426685A4A}"/>
          </ac:spMkLst>
        </pc:spChg>
        <pc:spChg chg="mod">
          <ac:chgData name="Hao Ren" userId="f40b33cb-1a17-4208-a7f7-00b78dc065a9" providerId="ADAL" clId="{91F8170C-907B-495E-865E-F11C752A9A05}" dt="2026-06-04T22:45:29.700" v="11730" actId="20577"/>
          <ac:spMkLst>
            <pc:docMk/>
            <pc:sldMk cId="3305388564" sldId="2142533973"/>
            <ac:spMk id="39" creationId="{5565968F-04DD-6215-0CD6-E42F051266F1}"/>
          </ac:spMkLst>
        </pc:spChg>
        <pc:spChg chg="add mod">
          <ac:chgData name="Hao Ren" userId="f40b33cb-1a17-4208-a7f7-00b78dc065a9" providerId="ADAL" clId="{91F8170C-907B-495E-865E-F11C752A9A05}" dt="2026-06-04T22:39:40.197" v="11653" actId="20577"/>
          <ac:spMkLst>
            <pc:docMk/>
            <pc:sldMk cId="3305388564" sldId="2142533973"/>
            <ac:spMk id="40" creationId="{9DB65109-F436-D92A-3ED5-A19DBA9A73C8}"/>
          </ac:spMkLst>
        </pc:spChg>
        <pc:spChg chg="add mod">
          <ac:chgData name="Hao Ren" userId="f40b33cb-1a17-4208-a7f7-00b78dc065a9" providerId="ADAL" clId="{91F8170C-907B-495E-865E-F11C752A9A05}" dt="2026-06-04T22:45:42.593" v="11740" actId="20577"/>
          <ac:spMkLst>
            <pc:docMk/>
            <pc:sldMk cId="3305388564" sldId="2142533973"/>
            <ac:spMk id="41" creationId="{8344DD98-F2F2-88BF-42FD-8CBD830B6B2B}"/>
          </ac:spMkLst>
        </pc:spChg>
        <pc:cxnChg chg="mod">
          <ac:chgData name="Hao Ren" userId="f40b33cb-1a17-4208-a7f7-00b78dc065a9" providerId="ADAL" clId="{91F8170C-907B-495E-865E-F11C752A9A05}" dt="2026-06-04T22:36:02.842" v="11551" actId="14100"/>
          <ac:cxnSpMkLst>
            <pc:docMk/>
            <pc:sldMk cId="3305388564" sldId="2142533973"/>
            <ac:cxnSpMk id="28" creationId="{10BEB198-F2DB-FDB2-8D36-2C7EC1EE54DD}"/>
          </ac:cxnSpMkLst>
        </pc:cxnChg>
        <pc:cxnChg chg="mod">
          <ac:chgData name="Hao Ren" userId="f40b33cb-1a17-4208-a7f7-00b78dc065a9" providerId="ADAL" clId="{91F8170C-907B-495E-865E-F11C752A9A05}" dt="2026-06-04T22:36:00.106" v="11550" actId="14100"/>
          <ac:cxnSpMkLst>
            <pc:docMk/>
            <pc:sldMk cId="3305388564" sldId="2142533973"/>
            <ac:cxnSpMk id="30" creationId="{126ECB39-2FE6-8E71-D255-47DADD2034CB}"/>
          </ac:cxnSpMkLst>
        </pc:cxnChg>
        <pc:cxnChg chg="mod">
          <ac:chgData name="Hao Ren" userId="f40b33cb-1a17-4208-a7f7-00b78dc065a9" providerId="ADAL" clId="{91F8170C-907B-495E-865E-F11C752A9A05}" dt="2026-06-04T22:37:23.217" v="11573" actId="14100"/>
          <ac:cxnSpMkLst>
            <pc:docMk/>
            <pc:sldMk cId="3305388564" sldId="2142533973"/>
            <ac:cxnSpMk id="32" creationId="{7061DFE0-9A2A-20CD-5A45-42236D691C70}"/>
          </ac:cxnSpMkLst>
        </pc:cxnChg>
        <pc:cxnChg chg="add mod">
          <ac:chgData name="Hao Ren" userId="f40b33cb-1a17-4208-a7f7-00b78dc065a9" providerId="ADAL" clId="{91F8170C-907B-495E-865E-F11C752A9A05}" dt="2026-06-04T22:37:37.397" v="11578" actId="14100"/>
          <ac:cxnSpMkLst>
            <pc:docMk/>
            <pc:sldMk cId="3305388564" sldId="2142533973"/>
            <ac:cxnSpMk id="33" creationId="{633B4327-4F46-032A-5156-5FAFB9B83C13}"/>
          </ac:cxnSpMkLst>
        </pc:cxnChg>
        <pc:cxnChg chg="mod">
          <ac:chgData name="Hao Ren" userId="f40b33cb-1a17-4208-a7f7-00b78dc065a9" providerId="ADAL" clId="{91F8170C-907B-495E-865E-F11C752A9A05}" dt="2026-06-04T22:37:20.738" v="11572" actId="14100"/>
          <ac:cxnSpMkLst>
            <pc:docMk/>
            <pc:sldMk cId="3305388564" sldId="2142533973"/>
            <ac:cxnSpMk id="34" creationId="{0BDEE81E-7DB8-EDB3-DBF8-527E43C876BD}"/>
          </ac:cxnSpMkLst>
        </pc:cxn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sv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sv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7" Type="http://schemas.microsoft.com/office/2007/relationships/hdphoto" Target="../media/hdphoto2.wdp"/><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7.svg"/><Relationship Id="rId4" Type="http://schemas.openxmlformats.org/officeDocument/2006/relationships/image" Target="../media/image1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5.svg"/><Relationship Id="rId7" Type="http://schemas.microsoft.com/office/2007/relationships/hdphoto" Target="../media/hdphoto2.wdp"/><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3.svg"/><Relationship Id="rId4" Type="http://schemas.openxmlformats.org/officeDocument/2006/relationships/image" Target="../media/image16.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Dark Blue">
    <p:bg>
      <p:bgPr>
        <a:solidFill>
          <a:schemeClr val="accent2"/>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F85A682B-163D-4AA4-9385-052F4D99BE2E}"/>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 name="Title 2">
            <a:extLst>
              <a:ext uri="{FF2B5EF4-FFF2-40B4-BE49-F238E27FC236}">
                <a16:creationId xmlns:a16="http://schemas.microsoft.com/office/drawing/2014/main" id="{62C0E76A-32B9-4D4D-B734-7A849718BDEC}"/>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pic>
        <p:nvPicPr>
          <p:cNvPr id="8" name="Picture 2">
            <a:extLst>
              <a:ext uri="{FF2B5EF4-FFF2-40B4-BE49-F238E27FC236}">
                <a16:creationId xmlns:a16="http://schemas.microsoft.com/office/drawing/2014/main" id="{6601EB22-A8D1-0743-7BB0-822BDDB5C9C7}"/>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96108" y="4802188"/>
            <a:ext cx="938292" cy="1029289"/>
          </a:xfrm>
          <a:prstGeom prst="rect">
            <a:avLst/>
          </a:prstGeom>
          <a:noFill/>
          <a:extLst>
            <a:ext uri="{909E8E84-426E-40DD-AFC4-6F175D3DCCD1}">
              <a14:hiddenFill xmlns:a14="http://schemas.microsoft.com/office/drawing/2010/main">
                <a:solidFill>
                  <a:srgbClr val="FFFFFF"/>
                </a:solidFill>
              </a14:hiddenFill>
            </a:ext>
          </a:extLst>
        </p:spPr>
      </p:pic>
      <p:pic>
        <p:nvPicPr>
          <p:cNvPr id="4" name="Graphic 3">
            <a:extLst>
              <a:ext uri="{FF2B5EF4-FFF2-40B4-BE49-F238E27FC236}">
                <a16:creationId xmlns:a16="http://schemas.microsoft.com/office/drawing/2014/main" id="{88F55260-1104-D127-40D5-A045F821B72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5" name="Text Placeholder 22">
            <a:extLst>
              <a:ext uri="{FF2B5EF4-FFF2-40B4-BE49-F238E27FC236}">
                <a16:creationId xmlns:a16="http://schemas.microsoft.com/office/drawing/2014/main" id="{ED6B52A8-A432-FF04-060B-5C523400FF0E}"/>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dirty="0"/>
              <a:t>Speaker title, Employing entity</a:t>
            </a:r>
          </a:p>
          <a:p>
            <a:pPr lvl="0"/>
            <a:endParaRPr lang="en-US" dirty="0"/>
          </a:p>
        </p:txBody>
      </p:sp>
      <p:sp>
        <p:nvSpPr>
          <p:cNvPr id="6" name="Text Placeholder 7">
            <a:extLst>
              <a:ext uri="{FF2B5EF4-FFF2-40B4-BE49-F238E27FC236}">
                <a16:creationId xmlns:a16="http://schemas.microsoft.com/office/drawing/2014/main" id="{8A48D06F-1CE3-85D2-DB73-0F83086E5124}"/>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7" name="Text Placeholder 22">
            <a:extLst>
              <a:ext uri="{FF2B5EF4-FFF2-40B4-BE49-F238E27FC236}">
                <a16:creationId xmlns:a16="http://schemas.microsoft.com/office/drawing/2014/main" id="{B3D7FB86-FB3C-4E04-6858-218DE59F798A}"/>
              </a:ext>
            </a:extLst>
          </p:cNvPr>
          <p:cNvSpPr>
            <a:spLocks noGrp="1"/>
          </p:cNvSpPr>
          <p:nvPr>
            <p:ph type="body" sz="quarter" idx="14" hasCustomPrompt="1"/>
          </p:nvPr>
        </p:nvSpPr>
        <p:spPr>
          <a:xfrm>
            <a:off x="515939" y="6118601"/>
            <a:ext cx="5185614" cy="263149"/>
          </a:xfrm>
        </p:spPr>
        <p:txBody>
          <a:bodyPr wrap="square" anchor="t">
            <a:noAutofit/>
          </a:bodyPr>
          <a:lstStyle>
            <a:lvl1pPr marL="0" indent="0">
              <a:buNone/>
              <a:defRPr sz="16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4127463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22">
          <p15:clr>
            <a:srgbClr val="FBAE40"/>
          </p15:clr>
        </p15:guide>
        <p15:guide id="6" pos="359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Qualcomm Blue">
    <p:bg>
      <p:bgPr>
        <a:solidFill>
          <a:schemeClr val="accent1"/>
        </a:solidFill>
        <a:effectLst/>
      </p:bgPr>
    </p:bg>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A4F0D70E-53E2-162C-22F7-51348A82B29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pic>
        <p:nvPicPr>
          <p:cNvPr id="8" name="Picture 2">
            <a:extLst>
              <a:ext uri="{FF2B5EF4-FFF2-40B4-BE49-F238E27FC236}">
                <a16:creationId xmlns:a16="http://schemas.microsoft.com/office/drawing/2014/main" id="{6601EB22-A8D1-0743-7BB0-822BDDB5C9C7}"/>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96108" y="4802188"/>
            <a:ext cx="938292" cy="1029289"/>
          </a:xfrm>
          <a:prstGeom prst="rect">
            <a:avLst/>
          </a:prstGeom>
          <a:noFill/>
          <a:extLst>
            <a:ext uri="{909E8E84-426E-40DD-AFC4-6F175D3DCCD1}">
              <a14:hiddenFill xmlns:a14="http://schemas.microsoft.com/office/drawing/2010/main">
                <a:solidFill>
                  <a:srgbClr val="FFFFFF"/>
                </a:solidFill>
              </a14:hiddenFill>
            </a:ext>
          </a:extLst>
        </p:spPr>
      </p:pic>
      <p:pic>
        <p:nvPicPr>
          <p:cNvPr id="6" name="Graphic 5">
            <a:extLst>
              <a:ext uri="{FF2B5EF4-FFF2-40B4-BE49-F238E27FC236}">
                <a16:creationId xmlns:a16="http://schemas.microsoft.com/office/drawing/2014/main" id="{8DC6381D-0621-EAAA-14AF-6659CFA75A60}"/>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3" name="Text Placeholder 22">
            <a:extLst>
              <a:ext uri="{FF2B5EF4-FFF2-40B4-BE49-F238E27FC236}">
                <a16:creationId xmlns:a16="http://schemas.microsoft.com/office/drawing/2014/main" id="{E3ABF8A2-A691-8820-3B88-7377627A3EA0}"/>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dirty="0"/>
              <a:t>Speaker title, Employing entity</a:t>
            </a:r>
          </a:p>
          <a:p>
            <a:pPr lvl="0"/>
            <a:endParaRPr lang="en-US" dirty="0"/>
          </a:p>
        </p:txBody>
      </p:sp>
      <p:sp>
        <p:nvSpPr>
          <p:cNvPr id="5" name="Text Placeholder 7">
            <a:extLst>
              <a:ext uri="{FF2B5EF4-FFF2-40B4-BE49-F238E27FC236}">
                <a16:creationId xmlns:a16="http://schemas.microsoft.com/office/drawing/2014/main" id="{CF60EA19-CF44-9BC9-9436-C1B6DB91582E}"/>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9" name="Text Placeholder 22">
            <a:extLst>
              <a:ext uri="{FF2B5EF4-FFF2-40B4-BE49-F238E27FC236}">
                <a16:creationId xmlns:a16="http://schemas.microsoft.com/office/drawing/2014/main" id="{7955D47E-2FD4-86C0-0FF7-452AED01AF33}"/>
              </a:ext>
            </a:extLst>
          </p:cNvPr>
          <p:cNvSpPr>
            <a:spLocks noGrp="1"/>
          </p:cNvSpPr>
          <p:nvPr>
            <p:ph type="body" sz="quarter" idx="14" hasCustomPrompt="1"/>
          </p:nvPr>
        </p:nvSpPr>
        <p:spPr>
          <a:xfrm>
            <a:off x="515939" y="6118601"/>
            <a:ext cx="5185614" cy="263149"/>
          </a:xfrm>
        </p:spPr>
        <p:txBody>
          <a:bodyPr wrap="square" anchor="t">
            <a:noAutofit/>
          </a:bodyPr>
          <a:lstStyle>
            <a:lvl1pPr marL="0" indent="0">
              <a:buNone/>
              <a:defRPr sz="16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2457466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22">
          <p15:clr>
            <a:srgbClr val="FBAE40"/>
          </p15:clr>
        </p15:guide>
        <p15:guide id="6" pos="359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_Light Grey">
    <p:bg>
      <p:bgPr>
        <a:solidFill>
          <a:srgbClr val="EFF1F5"/>
        </a:soli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0C535C80-8733-FA80-BF54-35742A8FF0D6}"/>
              </a:ext>
            </a:extLst>
          </p:cNvPr>
          <p:cNvPicPr>
            <a:picLocks noChangeAspect="1" noChangeArrowheads="1"/>
          </p:cNvPicPr>
          <p:nvPr userDrawn="1"/>
        </p:nvPicPr>
        <p:blipFill rotWithShape="1">
          <a:blip>
            <a:extLst>
              <a:ext uri="{96DAC541-7B7A-43D3-8B79-37D633B846F1}">
                <asvg:svgBlip xmlns:asvg="http://schemas.microsoft.com/office/drawing/2016/SVG/main" r:embed="rId2"/>
              </a:ext>
            </a:extLst>
          </a:blip>
          <a:srcRect t="-1567" b="-1567"/>
          <a:stretch/>
        </p:blipFill>
        <p:spPr bwMode="auto">
          <a:xfrm>
            <a:off x="10295650" y="4786296"/>
            <a:ext cx="894630" cy="1062179"/>
          </a:xfrm>
          <a:prstGeom prst="rect">
            <a:avLst/>
          </a:prstGeom>
          <a:noFill/>
        </p:spPr>
      </p:pic>
      <p:sp>
        <p:nvSpPr>
          <p:cNvPr id="4" name="Freeform 5">
            <a:extLst>
              <a:ext uri="{FF2B5EF4-FFF2-40B4-BE49-F238E27FC236}">
                <a16:creationId xmlns:a16="http://schemas.microsoft.com/office/drawing/2014/main" id="{A4F0D70E-53E2-162C-22F7-51348A82B29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Presentation </a:t>
            </a:r>
            <a:br>
              <a:rPr lang="en-US" dirty="0"/>
            </a:br>
            <a:r>
              <a:rPr lang="en-US" dirty="0"/>
              <a:t>title goes here</a:t>
            </a:r>
            <a:br>
              <a:rPr lang="en-US" dirty="0"/>
            </a:br>
            <a:r>
              <a:rPr lang="en-US" dirty="0"/>
              <a:t>four lines</a:t>
            </a:r>
            <a:br>
              <a:rPr lang="en-US" dirty="0"/>
            </a:br>
            <a:r>
              <a:rPr lang="en-US" dirty="0"/>
              <a:t>maximum</a:t>
            </a:r>
          </a:p>
        </p:txBody>
      </p:sp>
      <p:pic>
        <p:nvPicPr>
          <p:cNvPr id="3" name="Graphic 2">
            <a:extLst>
              <a:ext uri="{FF2B5EF4-FFF2-40B4-BE49-F238E27FC236}">
                <a16:creationId xmlns:a16="http://schemas.microsoft.com/office/drawing/2014/main" id="{77B56F8D-7058-9B7C-F324-9E505C8B0CD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5" name="Text Placeholder 22">
            <a:extLst>
              <a:ext uri="{FF2B5EF4-FFF2-40B4-BE49-F238E27FC236}">
                <a16:creationId xmlns:a16="http://schemas.microsoft.com/office/drawing/2014/main" id="{16CC24AC-2636-CD48-1D6E-37D401BD9242}"/>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dirty="0"/>
              <a:t>Speaker title, Employing entity</a:t>
            </a:r>
          </a:p>
          <a:p>
            <a:pPr lvl="0"/>
            <a:endParaRPr lang="en-US" dirty="0"/>
          </a:p>
        </p:txBody>
      </p:sp>
      <p:sp>
        <p:nvSpPr>
          <p:cNvPr id="6" name="Text Placeholder 7">
            <a:extLst>
              <a:ext uri="{FF2B5EF4-FFF2-40B4-BE49-F238E27FC236}">
                <a16:creationId xmlns:a16="http://schemas.microsoft.com/office/drawing/2014/main" id="{730DA17E-6290-36D5-2BAC-780E6822E4D4}"/>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8" name="Text Placeholder 22">
            <a:extLst>
              <a:ext uri="{FF2B5EF4-FFF2-40B4-BE49-F238E27FC236}">
                <a16:creationId xmlns:a16="http://schemas.microsoft.com/office/drawing/2014/main" id="{B3644368-23A9-D98E-F68C-0EACB6C17566}"/>
              </a:ext>
            </a:extLst>
          </p:cNvPr>
          <p:cNvSpPr>
            <a:spLocks noGrp="1"/>
          </p:cNvSpPr>
          <p:nvPr>
            <p:ph type="body" sz="quarter" idx="14" hasCustomPrompt="1"/>
          </p:nvPr>
        </p:nvSpPr>
        <p:spPr>
          <a:xfrm>
            <a:off x="515939" y="6118601"/>
            <a:ext cx="5185614" cy="263149"/>
          </a:xfrm>
        </p:spPr>
        <p:txBody>
          <a:bodyPr wrap="square" anchor="t">
            <a:noAutofit/>
          </a:bodyPr>
          <a:lstStyle>
            <a:lvl1pPr marL="0" indent="0">
              <a:buNone/>
              <a:defRPr sz="16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18537164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22">
          <p15:clr>
            <a:srgbClr val="FBAE40"/>
          </p15:clr>
        </p15:guide>
        <p15:guide id="6" pos="359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ull Photo">
    <p:spTree>
      <p:nvGrpSpPr>
        <p:cNvPr id="1" name=""/>
        <p:cNvGrpSpPr/>
        <p:nvPr/>
      </p:nvGrpSpPr>
      <p:grpSpPr>
        <a:xfrm>
          <a:off x="0" y="0"/>
          <a:ext cx="0" cy="0"/>
          <a:chOff x="0" y="0"/>
          <a:chExt cx="0" cy="0"/>
        </a:xfrm>
      </p:grpSpPr>
      <p:sp>
        <p:nvSpPr>
          <p:cNvPr id="44" name="Picture Placeholder 43">
            <a:extLst>
              <a:ext uri="{FF2B5EF4-FFF2-40B4-BE49-F238E27FC236}">
                <a16:creationId xmlns:a16="http://schemas.microsoft.com/office/drawing/2014/main" id="{008FB009-1CAA-4C0D-DFFE-34480291E6D4}"/>
              </a:ext>
            </a:extLst>
          </p:cNvPr>
          <p:cNvSpPr>
            <a:spLocks noGrp="1"/>
          </p:cNvSpPr>
          <p:nvPr>
            <p:ph type="pic" sz="quarter" idx="12" hasCustomPrompt="1"/>
          </p:nvPr>
        </p:nvSpPr>
        <p:spPr>
          <a:xfrm>
            <a:off x="0" y="0"/>
            <a:ext cx="12192000" cy="6858000"/>
          </a:xfrm>
          <a:custGeom>
            <a:avLst/>
            <a:gdLst>
              <a:gd name="connsiteX0" fmla="*/ 1625898 w 12192000"/>
              <a:gd name="connsiteY0" fmla="*/ 586917 h 6858000"/>
              <a:gd name="connsiteX1" fmla="*/ 1684416 w 12192000"/>
              <a:gd name="connsiteY1" fmla="*/ 647861 h 6858000"/>
              <a:gd name="connsiteX2" fmla="*/ 1625898 w 12192000"/>
              <a:gd name="connsiteY2" fmla="*/ 708580 h 6858000"/>
              <a:gd name="connsiteX3" fmla="*/ 1567381 w 12192000"/>
              <a:gd name="connsiteY3" fmla="*/ 647861 h 6858000"/>
              <a:gd name="connsiteX4" fmla="*/ 1625898 w 12192000"/>
              <a:gd name="connsiteY4" fmla="*/ 586917 h 6858000"/>
              <a:gd name="connsiteX5" fmla="*/ 1144317 w 12192000"/>
              <a:gd name="connsiteY5" fmla="*/ 586917 h 6858000"/>
              <a:gd name="connsiteX6" fmla="*/ 1202834 w 12192000"/>
              <a:gd name="connsiteY6" fmla="*/ 647861 h 6858000"/>
              <a:gd name="connsiteX7" fmla="*/ 1144317 w 12192000"/>
              <a:gd name="connsiteY7" fmla="*/ 709029 h 6858000"/>
              <a:gd name="connsiteX8" fmla="*/ 1085799 w 12192000"/>
              <a:gd name="connsiteY8" fmla="*/ 647861 h 6858000"/>
              <a:gd name="connsiteX9" fmla="*/ 1144317 w 12192000"/>
              <a:gd name="connsiteY9" fmla="*/ 586917 h 6858000"/>
              <a:gd name="connsiteX10" fmla="*/ 1801451 w 12192000"/>
              <a:gd name="connsiteY10" fmla="*/ 554101 h 6858000"/>
              <a:gd name="connsiteX11" fmla="*/ 1790979 w 12192000"/>
              <a:gd name="connsiteY11" fmla="*/ 561469 h 6858000"/>
              <a:gd name="connsiteX12" fmla="*/ 1724489 w 12192000"/>
              <a:gd name="connsiteY12" fmla="*/ 732021 h 6858000"/>
              <a:gd name="connsiteX13" fmla="*/ 1730867 w 12192000"/>
              <a:gd name="connsiteY13" fmla="*/ 741396 h 6858000"/>
              <a:gd name="connsiteX14" fmla="*/ 1756367 w 12192000"/>
              <a:gd name="connsiteY14" fmla="*/ 741396 h 6858000"/>
              <a:gd name="connsiteX15" fmla="*/ 1766843 w 12192000"/>
              <a:gd name="connsiteY15" fmla="*/ 734477 h 6858000"/>
              <a:gd name="connsiteX16" fmla="*/ 1815798 w 12192000"/>
              <a:gd name="connsiteY16" fmla="*/ 605670 h 6858000"/>
              <a:gd name="connsiteX17" fmla="*/ 1864753 w 12192000"/>
              <a:gd name="connsiteY17" fmla="*/ 734477 h 6858000"/>
              <a:gd name="connsiteX18" fmla="*/ 1874996 w 12192000"/>
              <a:gd name="connsiteY18" fmla="*/ 741396 h 6858000"/>
              <a:gd name="connsiteX19" fmla="*/ 1898451 w 12192000"/>
              <a:gd name="connsiteY19" fmla="*/ 741396 h 6858000"/>
              <a:gd name="connsiteX20" fmla="*/ 1908924 w 12192000"/>
              <a:gd name="connsiteY20" fmla="*/ 734477 h 6858000"/>
              <a:gd name="connsiteX21" fmla="*/ 1959018 w 12192000"/>
              <a:gd name="connsiteY21" fmla="*/ 605670 h 6858000"/>
              <a:gd name="connsiteX22" fmla="*/ 2007518 w 12192000"/>
              <a:gd name="connsiteY22" fmla="*/ 734477 h 6858000"/>
              <a:gd name="connsiteX23" fmla="*/ 2017993 w 12192000"/>
              <a:gd name="connsiteY23" fmla="*/ 741396 h 6858000"/>
              <a:gd name="connsiteX24" fmla="*/ 2042584 w 12192000"/>
              <a:gd name="connsiteY24" fmla="*/ 741396 h 6858000"/>
              <a:gd name="connsiteX25" fmla="*/ 2053056 w 12192000"/>
              <a:gd name="connsiteY25" fmla="*/ 734477 h 6858000"/>
              <a:gd name="connsiteX26" fmla="*/ 2102011 w 12192000"/>
              <a:gd name="connsiteY26" fmla="*/ 605670 h 6858000"/>
              <a:gd name="connsiteX27" fmla="*/ 2151650 w 12192000"/>
              <a:gd name="connsiteY27" fmla="*/ 734477 h 6858000"/>
              <a:gd name="connsiteX28" fmla="*/ 2162126 w 12192000"/>
              <a:gd name="connsiteY28" fmla="*/ 741396 h 6858000"/>
              <a:gd name="connsiteX29" fmla="*/ 2185577 w 12192000"/>
              <a:gd name="connsiteY29" fmla="*/ 741396 h 6858000"/>
              <a:gd name="connsiteX30" fmla="*/ 2195824 w 12192000"/>
              <a:gd name="connsiteY30" fmla="*/ 734477 h 6858000"/>
              <a:gd name="connsiteX31" fmla="*/ 2245234 w 12192000"/>
              <a:gd name="connsiteY31" fmla="*/ 606340 h 6858000"/>
              <a:gd name="connsiteX32" fmla="*/ 2293734 w 12192000"/>
              <a:gd name="connsiteY32" fmla="*/ 734477 h 6858000"/>
              <a:gd name="connsiteX33" fmla="*/ 2304206 w 12192000"/>
              <a:gd name="connsiteY33" fmla="*/ 741396 h 6858000"/>
              <a:gd name="connsiteX34" fmla="*/ 2330394 w 12192000"/>
              <a:gd name="connsiteY34" fmla="*/ 741396 h 6858000"/>
              <a:gd name="connsiteX35" fmla="*/ 2336769 w 12192000"/>
              <a:gd name="connsiteY35" fmla="*/ 732021 h 6858000"/>
              <a:gd name="connsiteX36" fmla="*/ 2270279 w 12192000"/>
              <a:gd name="connsiteY36" fmla="*/ 561469 h 6858000"/>
              <a:gd name="connsiteX37" fmla="*/ 2260033 w 12192000"/>
              <a:gd name="connsiteY37" fmla="*/ 554101 h 6858000"/>
              <a:gd name="connsiteX38" fmla="*/ 2231345 w 12192000"/>
              <a:gd name="connsiteY38" fmla="*/ 554101 h 6858000"/>
              <a:gd name="connsiteX39" fmla="*/ 2220869 w 12192000"/>
              <a:gd name="connsiteY39" fmla="*/ 561469 h 6858000"/>
              <a:gd name="connsiteX40" fmla="*/ 2174421 w 12192000"/>
              <a:gd name="connsiteY40" fmla="*/ 686034 h 6858000"/>
              <a:gd name="connsiteX41" fmla="*/ 2126605 w 12192000"/>
              <a:gd name="connsiteY41" fmla="*/ 561469 h 6858000"/>
              <a:gd name="connsiteX42" fmla="*/ 2116358 w 12192000"/>
              <a:gd name="connsiteY42" fmla="*/ 554101 h 6858000"/>
              <a:gd name="connsiteX43" fmla="*/ 2087896 w 12192000"/>
              <a:gd name="connsiteY43" fmla="*/ 554101 h 6858000"/>
              <a:gd name="connsiteX44" fmla="*/ 2077650 w 12192000"/>
              <a:gd name="connsiteY44" fmla="*/ 561469 h 6858000"/>
              <a:gd name="connsiteX45" fmla="*/ 2030743 w 12192000"/>
              <a:gd name="connsiteY45" fmla="*/ 686034 h 6858000"/>
              <a:gd name="connsiteX46" fmla="*/ 1983608 w 12192000"/>
              <a:gd name="connsiteY46" fmla="*/ 561469 h 6858000"/>
              <a:gd name="connsiteX47" fmla="*/ 1973365 w 12192000"/>
              <a:gd name="connsiteY47" fmla="*/ 554101 h 6858000"/>
              <a:gd name="connsiteX48" fmla="*/ 1945128 w 12192000"/>
              <a:gd name="connsiteY48" fmla="*/ 554101 h 6858000"/>
              <a:gd name="connsiteX49" fmla="*/ 1934656 w 12192000"/>
              <a:gd name="connsiteY49" fmla="*/ 561469 h 6858000"/>
              <a:gd name="connsiteX50" fmla="*/ 1887295 w 12192000"/>
              <a:gd name="connsiteY50" fmla="*/ 686034 h 6858000"/>
              <a:gd name="connsiteX51" fmla="*/ 1840389 w 12192000"/>
              <a:gd name="connsiteY51" fmla="*/ 561469 h 6858000"/>
              <a:gd name="connsiteX52" fmla="*/ 1830142 w 12192000"/>
              <a:gd name="connsiteY52" fmla="*/ 554101 h 6858000"/>
              <a:gd name="connsiteX53" fmla="*/ 1801451 w 12192000"/>
              <a:gd name="connsiteY53" fmla="*/ 554101 h 6858000"/>
              <a:gd name="connsiteX54" fmla="*/ 841937 w 12192000"/>
              <a:gd name="connsiteY54" fmla="*/ 554101 h 6858000"/>
              <a:gd name="connsiteX55" fmla="*/ 832600 w 12192000"/>
              <a:gd name="connsiteY55" fmla="*/ 562809 h 6858000"/>
              <a:gd name="connsiteX56" fmla="*/ 832600 w 12192000"/>
              <a:gd name="connsiteY56" fmla="*/ 666168 h 6858000"/>
              <a:gd name="connsiteX57" fmla="*/ 913205 w 12192000"/>
              <a:gd name="connsiteY57" fmla="*/ 746532 h 6858000"/>
              <a:gd name="connsiteX58" fmla="*/ 975139 w 12192000"/>
              <a:gd name="connsiteY58" fmla="*/ 717513 h 6858000"/>
              <a:gd name="connsiteX59" fmla="*/ 975139 w 12192000"/>
              <a:gd name="connsiteY59" fmla="*/ 733136 h 6858000"/>
              <a:gd name="connsiteX60" fmla="*/ 984018 w 12192000"/>
              <a:gd name="connsiteY60" fmla="*/ 741396 h 6858000"/>
              <a:gd name="connsiteX61" fmla="*/ 1007473 w 12192000"/>
              <a:gd name="connsiteY61" fmla="*/ 741396 h 6858000"/>
              <a:gd name="connsiteX62" fmla="*/ 1016580 w 12192000"/>
              <a:gd name="connsiteY62" fmla="*/ 732915 h 6858000"/>
              <a:gd name="connsiteX63" fmla="*/ 1016580 w 12192000"/>
              <a:gd name="connsiteY63" fmla="*/ 563034 h 6858000"/>
              <a:gd name="connsiteX64" fmla="*/ 1007473 w 12192000"/>
              <a:gd name="connsiteY64" fmla="*/ 554101 h 6858000"/>
              <a:gd name="connsiteX65" fmla="*/ 984018 w 12192000"/>
              <a:gd name="connsiteY65" fmla="*/ 554101 h 6858000"/>
              <a:gd name="connsiteX66" fmla="*/ 975139 w 12192000"/>
              <a:gd name="connsiteY66" fmla="*/ 562809 h 6858000"/>
              <a:gd name="connsiteX67" fmla="*/ 975139 w 12192000"/>
              <a:gd name="connsiteY67" fmla="*/ 659916 h 6858000"/>
              <a:gd name="connsiteX68" fmla="*/ 923906 w 12192000"/>
              <a:gd name="connsiteY68" fmla="*/ 711261 h 6858000"/>
              <a:gd name="connsiteX69" fmla="*/ 874041 w 12192000"/>
              <a:gd name="connsiteY69" fmla="*/ 659470 h 6858000"/>
              <a:gd name="connsiteX70" fmla="*/ 874041 w 12192000"/>
              <a:gd name="connsiteY70" fmla="*/ 562809 h 6858000"/>
              <a:gd name="connsiteX71" fmla="*/ 865389 w 12192000"/>
              <a:gd name="connsiteY71" fmla="*/ 554101 h 6858000"/>
              <a:gd name="connsiteX72" fmla="*/ 841937 w 12192000"/>
              <a:gd name="connsiteY72" fmla="*/ 554101 h 6858000"/>
              <a:gd name="connsiteX73" fmla="*/ 1625898 w 12192000"/>
              <a:gd name="connsiteY73" fmla="*/ 548968 h 6858000"/>
              <a:gd name="connsiteX74" fmla="*/ 1525711 w 12192000"/>
              <a:gd name="connsiteY74" fmla="*/ 647861 h 6858000"/>
              <a:gd name="connsiteX75" fmla="*/ 1625898 w 12192000"/>
              <a:gd name="connsiteY75" fmla="*/ 746532 h 6858000"/>
              <a:gd name="connsiteX76" fmla="*/ 1726312 w 12192000"/>
              <a:gd name="connsiteY76" fmla="*/ 647861 h 6858000"/>
              <a:gd name="connsiteX77" fmla="*/ 1625898 w 12192000"/>
              <a:gd name="connsiteY77" fmla="*/ 548968 h 6858000"/>
              <a:gd name="connsiteX78" fmla="*/ 1451936 w 12192000"/>
              <a:gd name="connsiteY78" fmla="*/ 548743 h 6858000"/>
              <a:gd name="connsiteX79" fmla="*/ 1353346 w 12192000"/>
              <a:gd name="connsiteY79" fmla="*/ 647861 h 6858000"/>
              <a:gd name="connsiteX80" fmla="*/ 1451936 w 12192000"/>
              <a:gd name="connsiteY80" fmla="*/ 746532 h 6858000"/>
              <a:gd name="connsiteX81" fmla="*/ 1513415 w 12192000"/>
              <a:gd name="connsiteY81" fmla="*/ 727779 h 6858000"/>
              <a:gd name="connsiteX82" fmla="*/ 1515235 w 12192000"/>
              <a:gd name="connsiteY82" fmla="*/ 714832 h 6858000"/>
              <a:gd name="connsiteX83" fmla="*/ 1503398 w 12192000"/>
              <a:gd name="connsiteY83" fmla="*/ 700100 h 6858000"/>
              <a:gd name="connsiteX84" fmla="*/ 1489506 w 12192000"/>
              <a:gd name="connsiteY84" fmla="*/ 698090 h 6858000"/>
              <a:gd name="connsiteX85" fmla="*/ 1453304 w 12192000"/>
              <a:gd name="connsiteY85" fmla="*/ 709475 h 6858000"/>
              <a:gd name="connsiteX86" fmla="*/ 1395467 w 12192000"/>
              <a:gd name="connsiteY86" fmla="*/ 647861 h 6858000"/>
              <a:gd name="connsiteX87" fmla="*/ 1453304 w 12192000"/>
              <a:gd name="connsiteY87" fmla="*/ 585801 h 6858000"/>
              <a:gd name="connsiteX88" fmla="*/ 1490189 w 12192000"/>
              <a:gd name="connsiteY88" fmla="*/ 596965 h 6858000"/>
              <a:gd name="connsiteX89" fmla="*/ 1504078 w 12192000"/>
              <a:gd name="connsiteY89" fmla="*/ 595401 h 6858000"/>
              <a:gd name="connsiteX90" fmla="*/ 1515235 w 12192000"/>
              <a:gd name="connsiteY90" fmla="*/ 580222 h 6858000"/>
              <a:gd name="connsiteX91" fmla="*/ 1513415 w 12192000"/>
              <a:gd name="connsiteY91" fmla="*/ 567272 h 6858000"/>
              <a:gd name="connsiteX92" fmla="*/ 1451936 w 12192000"/>
              <a:gd name="connsiteY92" fmla="*/ 548743 h 6858000"/>
              <a:gd name="connsiteX93" fmla="*/ 1139990 w 12192000"/>
              <a:gd name="connsiteY93" fmla="*/ 548743 h 6858000"/>
              <a:gd name="connsiteX94" fmla="*/ 1043674 w 12192000"/>
              <a:gd name="connsiteY94" fmla="*/ 647415 h 6858000"/>
              <a:gd name="connsiteX95" fmla="*/ 1139536 w 12192000"/>
              <a:gd name="connsiteY95" fmla="*/ 746532 h 6858000"/>
              <a:gd name="connsiteX96" fmla="*/ 1202380 w 12192000"/>
              <a:gd name="connsiteY96" fmla="*/ 716394 h 6858000"/>
              <a:gd name="connsiteX97" fmla="*/ 1202380 w 12192000"/>
              <a:gd name="connsiteY97" fmla="*/ 732915 h 6858000"/>
              <a:gd name="connsiteX98" fmla="*/ 1211487 w 12192000"/>
              <a:gd name="connsiteY98" fmla="*/ 741396 h 6858000"/>
              <a:gd name="connsiteX99" fmla="*/ 1235168 w 12192000"/>
              <a:gd name="connsiteY99" fmla="*/ 741396 h 6858000"/>
              <a:gd name="connsiteX100" fmla="*/ 1243820 w 12192000"/>
              <a:gd name="connsiteY100" fmla="*/ 732915 h 6858000"/>
              <a:gd name="connsiteX101" fmla="*/ 1243820 w 12192000"/>
              <a:gd name="connsiteY101" fmla="*/ 563034 h 6858000"/>
              <a:gd name="connsiteX102" fmla="*/ 1235168 w 12192000"/>
              <a:gd name="connsiteY102" fmla="*/ 554101 h 6858000"/>
              <a:gd name="connsiteX103" fmla="*/ 1211487 w 12192000"/>
              <a:gd name="connsiteY103" fmla="*/ 554101 h 6858000"/>
              <a:gd name="connsiteX104" fmla="*/ 1202380 w 12192000"/>
              <a:gd name="connsiteY104" fmla="*/ 563034 h 6858000"/>
              <a:gd name="connsiteX105" fmla="*/ 1202380 w 12192000"/>
              <a:gd name="connsiteY105" fmla="*/ 578658 h 6858000"/>
              <a:gd name="connsiteX106" fmla="*/ 1139990 w 12192000"/>
              <a:gd name="connsiteY106" fmla="*/ 548743 h 6858000"/>
              <a:gd name="connsiteX107" fmla="*/ 661145 w 12192000"/>
              <a:gd name="connsiteY107" fmla="*/ 498739 h 6858000"/>
              <a:gd name="connsiteX108" fmla="*/ 761788 w 12192000"/>
              <a:gd name="connsiteY108" fmla="*/ 603214 h 6858000"/>
              <a:gd name="connsiteX109" fmla="*/ 724444 w 12192000"/>
              <a:gd name="connsiteY109" fmla="*/ 686259 h 6858000"/>
              <a:gd name="connsiteX110" fmla="*/ 705999 w 12192000"/>
              <a:gd name="connsiteY110" fmla="*/ 639601 h 6858000"/>
              <a:gd name="connsiteX111" fmla="*/ 694159 w 12192000"/>
              <a:gd name="connsiteY111" fmla="*/ 632234 h 6858000"/>
              <a:gd name="connsiteX112" fmla="*/ 670253 w 12192000"/>
              <a:gd name="connsiteY112" fmla="*/ 632234 h 6858000"/>
              <a:gd name="connsiteX113" fmla="*/ 662284 w 12192000"/>
              <a:gd name="connsiteY113" fmla="*/ 643397 h 6858000"/>
              <a:gd name="connsiteX114" fmla="*/ 686419 w 12192000"/>
              <a:gd name="connsiteY114" fmla="*/ 704787 h 6858000"/>
              <a:gd name="connsiteX115" fmla="*/ 661145 w 12192000"/>
              <a:gd name="connsiteY115" fmla="*/ 707913 h 6858000"/>
              <a:gd name="connsiteX116" fmla="*/ 560502 w 12192000"/>
              <a:gd name="connsiteY116" fmla="*/ 603214 h 6858000"/>
              <a:gd name="connsiteX117" fmla="*/ 661145 w 12192000"/>
              <a:gd name="connsiteY117" fmla="*/ 498739 h 6858000"/>
              <a:gd name="connsiteX118" fmla="*/ 1293915 w 12192000"/>
              <a:gd name="connsiteY118" fmla="*/ 465253 h 6858000"/>
              <a:gd name="connsiteX119" fmla="*/ 1284807 w 12192000"/>
              <a:gd name="connsiteY119" fmla="*/ 474183 h 6858000"/>
              <a:gd name="connsiteX120" fmla="*/ 1284807 w 12192000"/>
              <a:gd name="connsiteY120" fmla="*/ 732467 h 6858000"/>
              <a:gd name="connsiteX121" fmla="*/ 1293915 w 12192000"/>
              <a:gd name="connsiteY121" fmla="*/ 741396 h 6858000"/>
              <a:gd name="connsiteX122" fmla="*/ 1317366 w 12192000"/>
              <a:gd name="connsiteY122" fmla="*/ 741396 h 6858000"/>
              <a:gd name="connsiteX123" fmla="*/ 1326248 w 12192000"/>
              <a:gd name="connsiteY123" fmla="*/ 732467 h 6858000"/>
              <a:gd name="connsiteX124" fmla="*/ 1326248 w 12192000"/>
              <a:gd name="connsiteY124" fmla="*/ 474183 h 6858000"/>
              <a:gd name="connsiteX125" fmla="*/ 1317366 w 12192000"/>
              <a:gd name="connsiteY125" fmla="*/ 465253 h 6858000"/>
              <a:gd name="connsiteX126" fmla="*/ 1293915 w 12192000"/>
              <a:gd name="connsiteY126" fmla="*/ 465253 h 6858000"/>
              <a:gd name="connsiteX127" fmla="*/ 661145 w 12192000"/>
              <a:gd name="connsiteY127" fmla="*/ 460120 h 6858000"/>
              <a:gd name="connsiteX128" fmla="*/ 515874 w 12192000"/>
              <a:gd name="connsiteY128" fmla="*/ 603214 h 6858000"/>
              <a:gd name="connsiteX129" fmla="*/ 661145 w 12192000"/>
              <a:gd name="connsiteY129" fmla="*/ 746532 h 6858000"/>
              <a:gd name="connsiteX130" fmla="*/ 700763 w 12192000"/>
              <a:gd name="connsiteY130" fmla="*/ 741396 h 6858000"/>
              <a:gd name="connsiteX131" fmla="*/ 716475 w 12192000"/>
              <a:gd name="connsiteY131" fmla="*/ 781134 h 6858000"/>
              <a:gd name="connsiteX132" fmla="*/ 727176 w 12192000"/>
              <a:gd name="connsiteY132" fmla="*/ 788277 h 6858000"/>
              <a:gd name="connsiteX133" fmla="*/ 752222 w 12192000"/>
              <a:gd name="connsiteY133" fmla="*/ 788277 h 6858000"/>
              <a:gd name="connsiteX134" fmla="*/ 759736 w 12192000"/>
              <a:gd name="connsiteY134" fmla="*/ 776892 h 6858000"/>
              <a:gd name="connsiteX135" fmla="*/ 739471 w 12192000"/>
              <a:gd name="connsiteY135" fmla="*/ 724656 h 6858000"/>
              <a:gd name="connsiteX136" fmla="*/ 806416 w 12192000"/>
              <a:gd name="connsiteY136" fmla="*/ 603214 h 6858000"/>
              <a:gd name="connsiteX137" fmla="*/ 661145 w 12192000"/>
              <a:gd name="connsiteY137" fmla="*/ 460120 h 6858000"/>
              <a:gd name="connsiteX138" fmla="*/ 0 w 12192000"/>
              <a:gd name="connsiteY138" fmla="*/ 0 h 6858000"/>
              <a:gd name="connsiteX139" fmla="*/ 12192000 w 12192000"/>
              <a:gd name="connsiteY139" fmla="*/ 0 h 6858000"/>
              <a:gd name="connsiteX140" fmla="*/ 12192000 w 12192000"/>
              <a:gd name="connsiteY140" fmla="*/ 6858000 h 6858000"/>
              <a:gd name="connsiteX141" fmla="*/ 0 w 12192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2000" h="6858000">
                <a:moveTo>
                  <a:pt x="1625898" y="586917"/>
                </a:moveTo>
                <a:cubicBezTo>
                  <a:pt x="1660280" y="586917"/>
                  <a:pt x="1684416" y="613484"/>
                  <a:pt x="1684416" y="647861"/>
                </a:cubicBezTo>
                <a:cubicBezTo>
                  <a:pt x="1684416" y="681792"/>
                  <a:pt x="1660280" y="708580"/>
                  <a:pt x="1625898" y="708580"/>
                </a:cubicBezTo>
                <a:cubicBezTo>
                  <a:pt x="1591742" y="708580"/>
                  <a:pt x="1567381" y="681792"/>
                  <a:pt x="1567381" y="647861"/>
                </a:cubicBezTo>
                <a:cubicBezTo>
                  <a:pt x="1567381" y="613484"/>
                  <a:pt x="1591742" y="586917"/>
                  <a:pt x="1625898" y="586917"/>
                </a:cubicBezTo>
                <a:close/>
                <a:moveTo>
                  <a:pt x="1144317" y="586917"/>
                </a:moveTo>
                <a:cubicBezTo>
                  <a:pt x="1178244" y="586917"/>
                  <a:pt x="1202834" y="613484"/>
                  <a:pt x="1202834" y="647861"/>
                </a:cubicBezTo>
                <a:cubicBezTo>
                  <a:pt x="1202834" y="681792"/>
                  <a:pt x="1178244" y="709029"/>
                  <a:pt x="1144317" y="709029"/>
                </a:cubicBezTo>
                <a:cubicBezTo>
                  <a:pt x="1110164" y="709029"/>
                  <a:pt x="1085799" y="681792"/>
                  <a:pt x="1085799" y="647861"/>
                </a:cubicBezTo>
                <a:cubicBezTo>
                  <a:pt x="1085799" y="613484"/>
                  <a:pt x="1110164" y="586917"/>
                  <a:pt x="1144317" y="586917"/>
                </a:cubicBezTo>
                <a:close/>
                <a:moveTo>
                  <a:pt x="1801451" y="554101"/>
                </a:moveTo>
                <a:cubicBezTo>
                  <a:pt x="1796669" y="554101"/>
                  <a:pt x="1793027" y="556557"/>
                  <a:pt x="1790979" y="561469"/>
                </a:cubicBezTo>
                <a:cubicBezTo>
                  <a:pt x="1790979" y="561469"/>
                  <a:pt x="1790979" y="561469"/>
                  <a:pt x="1724489" y="732021"/>
                </a:cubicBezTo>
                <a:cubicBezTo>
                  <a:pt x="1722669" y="736708"/>
                  <a:pt x="1724943" y="741396"/>
                  <a:pt x="1730867" y="741396"/>
                </a:cubicBezTo>
                <a:cubicBezTo>
                  <a:pt x="1730867" y="741396"/>
                  <a:pt x="1730867" y="741396"/>
                  <a:pt x="1756367" y="741396"/>
                </a:cubicBezTo>
                <a:cubicBezTo>
                  <a:pt x="1761149" y="741396"/>
                  <a:pt x="1765249" y="739164"/>
                  <a:pt x="1766843" y="734477"/>
                </a:cubicBezTo>
                <a:cubicBezTo>
                  <a:pt x="1766843" y="734477"/>
                  <a:pt x="1766843" y="734477"/>
                  <a:pt x="1815798" y="605670"/>
                </a:cubicBezTo>
                <a:cubicBezTo>
                  <a:pt x="1815798" y="605670"/>
                  <a:pt x="1815798" y="605670"/>
                  <a:pt x="1864753" y="734477"/>
                </a:cubicBezTo>
                <a:cubicBezTo>
                  <a:pt x="1866573" y="739389"/>
                  <a:pt x="1870215" y="741396"/>
                  <a:pt x="1874996" y="741396"/>
                </a:cubicBezTo>
                <a:cubicBezTo>
                  <a:pt x="1874996" y="741396"/>
                  <a:pt x="1874996" y="741396"/>
                  <a:pt x="1898451" y="741396"/>
                </a:cubicBezTo>
                <a:cubicBezTo>
                  <a:pt x="1903233" y="741396"/>
                  <a:pt x="1906875" y="739389"/>
                  <a:pt x="1908924" y="734477"/>
                </a:cubicBezTo>
                <a:cubicBezTo>
                  <a:pt x="1908924" y="734477"/>
                  <a:pt x="1908924" y="734477"/>
                  <a:pt x="1959018" y="605670"/>
                </a:cubicBezTo>
                <a:cubicBezTo>
                  <a:pt x="1959018" y="605670"/>
                  <a:pt x="1959018" y="605670"/>
                  <a:pt x="2007518" y="734477"/>
                </a:cubicBezTo>
                <a:cubicBezTo>
                  <a:pt x="2009566" y="739164"/>
                  <a:pt x="2013209" y="741396"/>
                  <a:pt x="2017993" y="741396"/>
                </a:cubicBezTo>
                <a:cubicBezTo>
                  <a:pt x="2017993" y="741396"/>
                  <a:pt x="2017993" y="741396"/>
                  <a:pt x="2042584" y="741396"/>
                </a:cubicBezTo>
                <a:cubicBezTo>
                  <a:pt x="2047365" y="741396"/>
                  <a:pt x="2051007" y="739164"/>
                  <a:pt x="2053056" y="734477"/>
                </a:cubicBezTo>
                <a:cubicBezTo>
                  <a:pt x="2053056" y="734477"/>
                  <a:pt x="2053056" y="734477"/>
                  <a:pt x="2102011" y="605670"/>
                </a:cubicBezTo>
                <a:cubicBezTo>
                  <a:pt x="2102011" y="605670"/>
                  <a:pt x="2102011" y="605670"/>
                  <a:pt x="2151650" y="734477"/>
                </a:cubicBezTo>
                <a:cubicBezTo>
                  <a:pt x="2153699" y="739389"/>
                  <a:pt x="2157341" y="741396"/>
                  <a:pt x="2162126" y="741396"/>
                </a:cubicBezTo>
                <a:cubicBezTo>
                  <a:pt x="2162126" y="741396"/>
                  <a:pt x="2162126" y="741396"/>
                  <a:pt x="2185577" y="741396"/>
                </a:cubicBezTo>
                <a:cubicBezTo>
                  <a:pt x="2190359" y="741396"/>
                  <a:pt x="2193775" y="739389"/>
                  <a:pt x="2195824" y="734477"/>
                </a:cubicBezTo>
                <a:cubicBezTo>
                  <a:pt x="2195824" y="734477"/>
                  <a:pt x="2195824" y="734477"/>
                  <a:pt x="2245234" y="606340"/>
                </a:cubicBezTo>
                <a:cubicBezTo>
                  <a:pt x="2245234" y="606340"/>
                  <a:pt x="2245234" y="606340"/>
                  <a:pt x="2293734" y="734477"/>
                </a:cubicBezTo>
                <a:cubicBezTo>
                  <a:pt x="2295328" y="739164"/>
                  <a:pt x="2299425" y="741396"/>
                  <a:pt x="2304206" y="741396"/>
                </a:cubicBezTo>
                <a:cubicBezTo>
                  <a:pt x="2304206" y="741396"/>
                  <a:pt x="2304206" y="741396"/>
                  <a:pt x="2330394" y="741396"/>
                </a:cubicBezTo>
                <a:cubicBezTo>
                  <a:pt x="2336314" y="741396"/>
                  <a:pt x="2338818" y="736708"/>
                  <a:pt x="2336769" y="732021"/>
                </a:cubicBezTo>
                <a:cubicBezTo>
                  <a:pt x="2336769" y="732021"/>
                  <a:pt x="2336769" y="732021"/>
                  <a:pt x="2270279" y="561469"/>
                </a:cubicBezTo>
                <a:cubicBezTo>
                  <a:pt x="2268230" y="556557"/>
                  <a:pt x="2264817" y="554101"/>
                  <a:pt x="2260033" y="554101"/>
                </a:cubicBezTo>
                <a:cubicBezTo>
                  <a:pt x="2260033" y="554101"/>
                  <a:pt x="2260033" y="554101"/>
                  <a:pt x="2231345" y="554101"/>
                </a:cubicBezTo>
                <a:cubicBezTo>
                  <a:pt x="2226564" y="554101"/>
                  <a:pt x="2222918" y="556557"/>
                  <a:pt x="2220869" y="561469"/>
                </a:cubicBezTo>
                <a:cubicBezTo>
                  <a:pt x="2220869" y="561469"/>
                  <a:pt x="2220869" y="561469"/>
                  <a:pt x="2174421" y="686034"/>
                </a:cubicBezTo>
                <a:cubicBezTo>
                  <a:pt x="2174421" y="686034"/>
                  <a:pt x="2174421" y="686034"/>
                  <a:pt x="2126605" y="561469"/>
                </a:cubicBezTo>
                <a:cubicBezTo>
                  <a:pt x="2124553" y="556557"/>
                  <a:pt x="2120911" y="554101"/>
                  <a:pt x="2116358" y="554101"/>
                </a:cubicBezTo>
                <a:cubicBezTo>
                  <a:pt x="2116358" y="554101"/>
                  <a:pt x="2116358" y="554101"/>
                  <a:pt x="2087896" y="554101"/>
                </a:cubicBezTo>
                <a:cubicBezTo>
                  <a:pt x="2083112" y="554101"/>
                  <a:pt x="2079699" y="556557"/>
                  <a:pt x="2077650" y="561469"/>
                </a:cubicBezTo>
                <a:cubicBezTo>
                  <a:pt x="2077650" y="561469"/>
                  <a:pt x="2077650" y="561469"/>
                  <a:pt x="2030743" y="686034"/>
                </a:cubicBezTo>
                <a:cubicBezTo>
                  <a:pt x="2030743" y="686034"/>
                  <a:pt x="2030743" y="686034"/>
                  <a:pt x="1983608" y="561469"/>
                </a:cubicBezTo>
                <a:cubicBezTo>
                  <a:pt x="1981788" y="556557"/>
                  <a:pt x="1978146" y="554101"/>
                  <a:pt x="1973365" y="554101"/>
                </a:cubicBezTo>
                <a:cubicBezTo>
                  <a:pt x="1973365" y="554101"/>
                  <a:pt x="1973365" y="554101"/>
                  <a:pt x="1945128" y="554101"/>
                </a:cubicBezTo>
                <a:cubicBezTo>
                  <a:pt x="1940347" y="554101"/>
                  <a:pt x="1936705" y="556557"/>
                  <a:pt x="1934656" y="561469"/>
                </a:cubicBezTo>
                <a:cubicBezTo>
                  <a:pt x="1934656" y="561469"/>
                  <a:pt x="1934656" y="561469"/>
                  <a:pt x="1887295" y="686034"/>
                </a:cubicBezTo>
                <a:cubicBezTo>
                  <a:pt x="1887295" y="686034"/>
                  <a:pt x="1887295" y="686034"/>
                  <a:pt x="1840389" y="561469"/>
                </a:cubicBezTo>
                <a:cubicBezTo>
                  <a:pt x="1838340" y="556557"/>
                  <a:pt x="1834923" y="554101"/>
                  <a:pt x="1830142" y="554101"/>
                </a:cubicBezTo>
                <a:cubicBezTo>
                  <a:pt x="1830142" y="554101"/>
                  <a:pt x="1830142" y="554101"/>
                  <a:pt x="1801451" y="554101"/>
                </a:cubicBezTo>
                <a:close/>
                <a:moveTo>
                  <a:pt x="841937" y="554101"/>
                </a:moveTo>
                <a:cubicBezTo>
                  <a:pt x="837152" y="554101"/>
                  <a:pt x="832600" y="557897"/>
                  <a:pt x="832600" y="562809"/>
                </a:cubicBezTo>
                <a:cubicBezTo>
                  <a:pt x="832600" y="562809"/>
                  <a:pt x="832600" y="562809"/>
                  <a:pt x="832600" y="666168"/>
                </a:cubicBezTo>
                <a:cubicBezTo>
                  <a:pt x="832600" y="714162"/>
                  <a:pt x="863340" y="746532"/>
                  <a:pt x="913205" y="746532"/>
                </a:cubicBezTo>
                <a:cubicBezTo>
                  <a:pt x="943035" y="746532"/>
                  <a:pt x="963299" y="734701"/>
                  <a:pt x="975139" y="717513"/>
                </a:cubicBezTo>
                <a:cubicBezTo>
                  <a:pt x="975139" y="717513"/>
                  <a:pt x="975139" y="717513"/>
                  <a:pt x="975139" y="733136"/>
                </a:cubicBezTo>
                <a:cubicBezTo>
                  <a:pt x="975139" y="737824"/>
                  <a:pt x="979466" y="741396"/>
                  <a:pt x="984018" y="741396"/>
                </a:cubicBezTo>
                <a:cubicBezTo>
                  <a:pt x="984018" y="741396"/>
                  <a:pt x="984018" y="741396"/>
                  <a:pt x="1007473" y="741396"/>
                </a:cubicBezTo>
                <a:cubicBezTo>
                  <a:pt x="1012254" y="741396"/>
                  <a:pt x="1016580" y="737603"/>
                  <a:pt x="1016580" y="732915"/>
                </a:cubicBezTo>
                <a:cubicBezTo>
                  <a:pt x="1016580" y="732915"/>
                  <a:pt x="1016580" y="732915"/>
                  <a:pt x="1016580" y="563034"/>
                </a:cubicBezTo>
                <a:cubicBezTo>
                  <a:pt x="1016580" y="557897"/>
                  <a:pt x="1012254" y="554101"/>
                  <a:pt x="1007473" y="554101"/>
                </a:cubicBezTo>
                <a:cubicBezTo>
                  <a:pt x="1007473" y="554101"/>
                  <a:pt x="1007473" y="554101"/>
                  <a:pt x="984018" y="554101"/>
                </a:cubicBezTo>
                <a:cubicBezTo>
                  <a:pt x="979466" y="554101"/>
                  <a:pt x="975139" y="557897"/>
                  <a:pt x="975139" y="562809"/>
                </a:cubicBezTo>
                <a:cubicBezTo>
                  <a:pt x="975139" y="562809"/>
                  <a:pt x="975139" y="562809"/>
                  <a:pt x="975139" y="659916"/>
                </a:cubicBezTo>
                <a:cubicBezTo>
                  <a:pt x="975139" y="689830"/>
                  <a:pt x="956011" y="711261"/>
                  <a:pt x="923906" y="711261"/>
                </a:cubicBezTo>
                <a:cubicBezTo>
                  <a:pt x="890892" y="711261"/>
                  <a:pt x="874041" y="690721"/>
                  <a:pt x="874041" y="659470"/>
                </a:cubicBezTo>
                <a:cubicBezTo>
                  <a:pt x="874041" y="659470"/>
                  <a:pt x="874041" y="659470"/>
                  <a:pt x="874041" y="562809"/>
                </a:cubicBezTo>
                <a:cubicBezTo>
                  <a:pt x="874041" y="557897"/>
                  <a:pt x="870170" y="554101"/>
                  <a:pt x="865389" y="554101"/>
                </a:cubicBezTo>
                <a:cubicBezTo>
                  <a:pt x="865389" y="554101"/>
                  <a:pt x="865389" y="554101"/>
                  <a:pt x="841937" y="554101"/>
                </a:cubicBezTo>
                <a:close/>
                <a:moveTo>
                  <a:pt x="1625898" y="548968"/>
                </a:moveTo>
                <a:cubicBezTo>
                  <a:pt x="1570110" y="548968"/>
                  <a:pt x="1525711" y="592053"/>
                  <a:pt x="1525711" y="647861"/>
                </a:cubicBezTo>
                <a:cubicBezTo>
                  <a:pt x="1525711" y="703893"/>
                  <a:pt x="1570110" y="746532"/>
                  <a:pt x="1625898" y="746532"/>
                </a:cubicBezTo>
                <a:cubicBezTo>
                  <a:pt x="1681683" y="746532"/>
                  <a:pt x="1726312" y="703893"/>
                  <a:pt x="1726312" y="647861"/>
                </a:cubicBezTo>
                <a:cubicBezTo>
                  <a:pt x="1726312" y="592053"/>
                  <a:pt x="1681683" y="548968"/>
                  <a:pt x="1625898" y="548968"/>
                </a:cubicBezTo>
                <a:close/>
                <a:moveTo>
                  <a:pt x="1451936" y="548743"/>
                </a:moveTo>
                <a:cubicBezTo>
                  <a:pt x="1392734" y="548743"/>
                  <a:pt x="1353346" y="591608"/>
                  <a:pt x="1353346" y="647861"/>
                </a:cubicBezTo>
                <a:cubicBezTo>
                  <a:pt x="1353346" y="703893"/>
                  <a:pt x="1392734" y="746532"/>
                  <a:pt x="1451936" y="746532"/>
                </a:cubicBezTo>
                <a:cubicBezTo>
                  <a:pt x="1475391" y="746532"/>
                  <a:pt x="1497019" y="739834"/>
                  <a:pt x="1513415" y="727779"/>
                </a:cubicBezTo>
                <a:cubicBezTo>
                  <a:pt x="1516148" y="725772"/>
                  <a:pt x="1520474" y="721085"/>
                  <a:pt x="1515235" y="714832"/>
                </a:cubicBezTo>
                <a:lnTo>
                  <a:pt x="1503398" y="700100"/>
                </a:lnTo>
                <a:cubicBezTo>
                  <a:pt x="1498613" y="693848"/>
                  <a:pt x="1493832" y="695858"/>
                  <a:pt x="1489506" y="698090"/>
                </a:cubicBezTo>
                <a:cubicBezTo>
                  <a:pt x="1479033" y="703893"/>
                  <a:pt x="1467418" y="709475"/>
                  <a:pt x="1453304" y="709475"/>
                </a:cubicBezTo>
                <a:cubicBezTo>
                  <a:pt x="1418463" y="709475"/>
                  <a:pt x="1395467" y="682462"/>
                  <a:pt x="1395467" y="647861"/>
                </a:cubicBezTo>
                <a:cubicBezTo>
                  <a:pt x="1395467" y="613038"/>
                  <a:pt x="1418463" y="585801"/>
                  <a:pt x="1453304" y="585801"/>
                </a:cubicBezTo>
                <a:cubicBezTo>
                  <a:pt x="1467418" y="585801"/>
                  <a:pt x="1479943" y="590713"/>
                  <a:pt x="1490189" y="596965"/>
                </a:cubicBezTo>
                <a:cubicBezTo>
                  <a:pt x="1494516" y="599867"/>
                  <a:pt x="1499752" y="601428"/>
                  <a:pt x="1504078" y="595401"/>
                </a:cubicBezTo>
                <a:cubicBezTo>
                  <a:pt x="1504078" y="595401"/>
                  <a:pt x="1504078" y="595401"/>
                  <a:pt x="1515235" y="580222"/>
                </a:cubicBezTo>
                <a:cubicBezTo>
                  <a:pt x="1520019" y="573525"/>
                  <a:pt x="1516148" y="569283"/>
                  <a:pt x="1513415" y="567272"/>
                </a:cubicBezTo>
                <a:cubicBezTo>
                  <a:pt x="1497019" y="555220"/>
                  <a:pt x="1475391" y="548743"/>
                  <a:pt x="1451936" y="548743"/>
                </a:cubicBezTo>
                <a:close/>
                <a:moveTo>
                  <a:pt x="1139990" y="548743"/>
                </a:moveTo>
                <a:cubicBezTo>
                  <a:pt x="1088303" y="548743"/>
                  <a:pt x="1043674" y="588927"/>
                  <a:pt x="1043674" y="647415"/>
                </a:cubicBezTo>
                <a:cubicBezTo>
                  <a:pt x="1043674" y="706794"/>
                  <a:pt x="1088303" y="746532"/>
                  <a:pt x="1139536" y="746532"/>
                </a:cubicBezTo>
                <a:cubicBezTo>
                  <a:pt x="1167317" y="746532"/>
                  <a:pt x="1190084" y="734031"/>
                  <a:pt x="1202380" y="716394"/>
                </a:cubicBezTo>
                <a:cubicBezTo>
                  <a:pt x="1202380" y="732915"/>
                  <a:pt x="1202380" y="732915"/>
                  <a:pt x="1202380" y="732915"/>
                </a:cubicBezTo>
                <a:cubicBezTo>
                  <a:pt x="1202380" y="737603"/>
                  <a:pt x="1206935" y="741396"/>
                  <a:pt x="1211487" y="741396"/>
                </a:cubicBezTo>
                <a:cubicBezTo>
                  <a:pt x="1235168" y="741396"/>
                  <a:pt x="1235168" y="741396"/>
                  <a:pt x="1235168" y="741396"/>
                </a:cubicBezTo>
                <a:cubicBezTo>
                  <a:pt x="1239949" y="741396"/>
                  <a:pt x="1243820" y="737603"/>
                  <a:pt x="1243820" y="732915"/>
                </a:cubicBezTo>
                <a:cubicBezTo>
                  <a:pt x="1243820" y="563034"/>
                  <a:pt x="1243820" y="563034"/>
                  <a:pt x="1243820" y="563034"/>
                </a:cubicBezTo>
                <a:cubicBezTo>
                  <a:pt x="1243820" y="557897"/>
                  <a:pt x="1239949" y="554101"/>
                  <a:pt x="1235168" y="554101"/>
                </a:cubicBezTo>
                <a:cubicBezTo>
                  <a:pt x="1211487" y="554101"/>
                  <a:pt x="1211487" y="554101"/>
                  <a:pt x="1211487" y="554101"/>
                </a:cubicBezTo>
                <a:cubicBezTo>
                  <a:pt x="1206935" y="554101"/>
                  <a:pt x="1202380" y="557897"/>
                  <a:pt x="1202380" y="563034"/>
                </a:cubicBezTo>
                <a:cubicBezTo>
                  <a:pt x="1202380" y="578658"/>
                  <a:pt x="1202380" y="578658"/>
                  <a:pt x="1202380" y="578658"/>
                </a:cubicBezTo>
                <a:cubicBezTo>
                  <a:pt x="1190539" y="561023"/>
                  <a:pt x="1167317" y="548743"/>
                  <a:pt x="1139990" y="548743"/>
                </a:cubicBezTo>
                <a:close/>
                <a:moveTo>
                  <a:pt x="661145" y="498739"/>
                </a:moveTo>
                <a:cubicBezTo>
                  <a:pt x="720117" y="498739"/>
                  <a:pt x="761788" y="544056"/>
                  <a:pt x="761788" y="603214"/>
                </a:cubicBezTo>
                <a:cubicBezTo>
                  <a:pt x="761788" y="637816"/>
                  <a:pt x="747670" y="667505"/>
                  <a:pt x="724444" y="686259"/>
                </a:cubicBezTo>
                <a:cubicBezTo>
                  <a:pt x="705999" y="639601"/>
                  <a:pt x="705999" y="639601"/>
                  <a:pt x="705999" y="639601"/>
                </a:cubicBezTo>
                <a:cubicBezTo>
                  <a:pt x="704406" y="635584"/>
                  <a:pt x="701218" y="632234"/>
                  <a:pt x="694159" y="632234"/>
                </a:cubicBezTo>
                <a:cubicBezTo>
                  <a:pt x="670253" y="632234"/>
                  <a:pt x="670253" y="632234"/>
                  <a:pt x="670253" y="632234"/>
                </a:cubicBezTo>
                <a:cubicBezTo>
                  <a:pt x="664332" y="632234"/>
                  <a:pt x="659551" y="636030"/>
                  <a:pt x="662284" y="643397"/>
                </a:cubicBezTo>
                <a:cubicBezTo>
                  <a:pt x="686419" y="704787"/>
                  <a:pt x="686419" y="704787"/>
                  <a:pt x="686419" y="704787"/>
                </a:cubicBezTo>
                <a:cubicBezTo>
                  <a:pt x="678451" y="706794"/>
                  <a:pt x="670024" y="707913"/>
                  <a:pt x="661145" y="707913"/>
                </a:cubicBezTo>
                <a:cubicBezTo>
                  <a:pt x="602169" y="707913"/>
                  <a:pt x="560502" y="662597"/>
                  <a:pt x="560502" y="603214"/>
                </a:cubicBezTo>
                <a:cubicBezTo>
                  <a:pt x="560502" y="544056"/>
                  <a:pt x="602169" y="498739"/>
                  <a:pt x="661145" y="498739"/>
                </a:cubicBezTo>
                <a:close/>
                <a:moveTo>
                  <a:pt x="1293915" y="465253"/>
                </a:moveTo>
                <a:cubicBezTo>
                  <a:pt x="1289133" y="465253"/>
                  <a:pt x="1284807" y="469495"/>
                  <a:pt x="1284807" y="474183"/>
                </a:cubicBezTo>
                <a:cubicBezTo>
                  <a:pt x="1284807" y="474183"/>
                  <a:pt x="1284807" y="474183"/>
                  <a:pt x="1284807" y="732467"/>
                </a:cubicBezTo>
                <a:cubicBezTo>
                  <a:pt x="1284807" y="737157"/>
                  <a:pt x="1289133" y="741396"/>
                  <a:pt x="1293915" y="741396"/>
                </a:cubicBezTo>
                <a:cubicBezTo>
                  <a:pt x="1293915" y="741396"/>
                  <a:pt x="1293915" y="741396"/>
                  <a:pt x="1317366" y="741396"/>
                </a:cubicBezTo>
                <a:cubicBezTo>
                  <a:pt x="1322606" y="741396"/>
                  <a:pt x="1326248" y="737157"/>
                  <a:pt x="1326248" y="732467"/>
                </a:cubicBezTo>
                <a:cubicBezTo>
                  <a:pt x="1326248" y="732467"/>
                  <a:pt x="1326248" y="732467"/>
                  <a:pt x="1326248" y="474183"/>
                </a:cubicBezTo>
                <a:cubicBezTo>
                  <a:pt x="1326248" y="469495"/>
                  <a:pt x="1322606" y="465253"/>
                  <a:pt x="1317366" y="465253"/>
                </a:cubicBezTo>
                <a:cubicBezTo>
                  <a:pt x="1317366" y="465253"/>
                  <a:pt x="1317366" y="465253"/>
                  <a:pt x="1293915" y="465253"/>
                </a:cubicBezTo>
                <a:close/>
                <a:moveTo>
                  <a:pt x="661145" y="460120"/>
                </a:moveTo>
                <a:cubicBezTo>
                  <a:pt x="580766" y="460120"/>
                  <a:pt x="515874" y="521285"/>
                  <a:pt x="515874" y="603214"/>
                </a:cubicBezTo>
                <a:cubicBezTo>
                  <a:pt x="515874" y="685143"/>
                  <a:pt x="580766" y="746532"/>
                  <a:pt x="661145" y="746532"/>
                </a:cubicBezTo>
                <a:cubicBezTo>
                  <a:pt x="674805" y="746532"/>
                  <a:pt x="688239" y="744746"/>
                  <a:pt x="700763" y="741396"/>
                </a:cubicBezTo>
                <a:cubicBezTo>
                  <a:pt x="716475" y="781134"/>
                  <a:pt x="716475" y="781134"/>
                  <a:pt x="716475" y="781134"/>
                </a:cubicBezTo>
                <a:cubicBezTo>
                  <a:pt x="718069" y="785597"/>
                  <a:pt x="721256" y="788277"/>
                  <a:pt x="727176" y="788277"/>
                </a:cubicBezTo>
                <a:cubicBezTo>
                  <a:pt x="752222" y="788277"/>
                  <a:pt x="752222" y="788277"/>
                  <a:pt x="752222" y="788277"/>
                </a:cubicBezTo>
                <a:cubicBezTo>
                  <a:pt x="758142" y="788277"/>
                  <a:pt x="762697" y="784260"/>
                  <a:pt x="759736" y="776892"/>
                </a:cubicBezTo>
                <a:cubicBezTo>
                  <a:pt x="739471" y="724656"/>
                  <a:pt x="739471" y="724656"/>
                  <a:pt x="739471" y="724656"/>
                </a:cubicBezTo>
                <a:cubicBezTo>
                  <a:pt x="779774" y="699875"/>
                  <a:pt x="806416" y="655899"/>
                  <a:pt x="806416" y="603214"/>
                </a:cubicBezTo>
                <a:cubicBezTo>
                  <a:pt x="806416" y="521285"/>
                  <a:pt x="741520" y="460120"/>
                  <a:pt x="661145" y="460120"/>
                </a:cubicBezTo>
                <a:close/>
                <a:moveTo>
                  <a:pt x="0" y="0"/>
                </a:moveTo>
                <a:lnTo>
                  <a:pt x="12192000" y="0"/>
                </a:lnTo>
                <a:lnTo>
                  <a:pt x="12192000" y="6858000"/>
                </a:lnTo>
                <a:lnTo>
                  <a:pt x="0" y="6858000"/>
                </a:lnTo>
                <a:close/>
              </a:path>
            </a:pathLst>
          </a:custGeom>
          <a:noFill/>
        </p:spPr>
        <p:txBody>
          <a:bodyPr wrap="square" lIns="503998" tIns="5400000" rIns="0" anchor="t">
            <a:noAutofit/>
          </a:bodyPr>
          <a:lstStyle>
            <a:lvl1pPr marL="0" indent="0">
              <a:buNone/>
              <a:defRPr sz="3000"/>
            </a:lvl1pPr>
          </a:lstStyle>
          <a:p>
            <a:r>
              <a:rPr lang="en-US" dirty="0"/>
              <a:t>Drag and drop an image onto the slide to insert photo</a:t>
            </a:r>
          </a:p>
        </p:txBody>
      </p:sp>
      <p:sp>
        <p:nvSpPr>
          <p:cNvPr id="46" name="Text Placeholder 45">
            <a:extLst>
              <a:ext uri="{FF2B5EF4-FFF2-40B4-BE49-F238E27FC236}">
                <a16:creationId xmlns:a16="http://schemas.microsoft.com/office/drawing/2014/main" id="{02D7560F-611C-07BA-46B4-6DC5FA90447C}"/>
              </a:ext>
            </a:extLst>
          </p:cNvPr>
          <p:cNvSpPr>
            <a:spLocks noGrp="1"/>
          </p:cNvSpPr>
          <p:nvPr>
            <p:ph type="body" sz="quarter" idx="14"/>
          </p:nvPr>
        </p:nvSpPr>
        <p:spPr>
          <a:xfrm>
            <a:off x="0" y="0"/>
            <a:ext cx="12192000" cy="6858000"/>
          </a:xfrm>
          <a:custGeom>
            <a:avLst/>
            <a:gdLst>
              <a:gd name="connsiteX0" fmla="*/ 1625898 w 12192000"/>
              <a:gd name="connsiteY0" fmla="*/ 586917 h 6858000"/>
              <a:gd name="connsiteX1" fmla="*/ 1684416 w 12192000"/>
              <a:gd name="connsiteY1" fmla="*/ 647861 h 6858000"/>
              <a:gd name="connsiteX2" fmla="*/ 1625898 w 12192000"/>
              <a:gd name="connsiteY2" fmla="*/ 708580 h 6858000"/>
              <a:gd name="connsiteX3" fmla="*/ 1567381 w 12192000"/>
              <a:gd name="connsiteY3" fmla="*/ 647861 h 6858000"/>
              <a:gd name="connsiteX4" fmla="*/ 1625898 w 12192000"/>
              <a:gd name="connsiteY4" fmla="*/ 586917 h 6858000"/>
              <a:gd name="connsiteX5" fmla="*/ 1144317 w 12192000"/>
              <a:gd name="connsiteY5" fmla="*/ 586917 h 6858000"/>
              <a:gd name="connsiteX6" fmla="*/ 1202834 w 12192000"/>
              <a:gd name="connsiteY6" fmla="*/ 647861 h 6858000"/>
              <a:gd name="connsiteX7" fmla="*/ 1144317 w 12192000"/>
              <a:gd name="connsiteY7" fmla="*/ 709029 h 6858000"/>
              <a:gd name="connsiteX8" fmla="*/ 1085799 w 12192000"/>
              <a:gd name="connsiteY8" fmla="*/ 647861 h 6858000"/>
              <a:gd name="connsiteX9" fmla="*/ 1144317 w 12192000"/>
              <a:gd name="connsiteY9" fmla="*/ 586917 h 6858000"/>
              <a:gd name="connsiteX10" fmla="*/ 1801451 w 12192000"/>
              <a:gd name="connsiteY10" fmla="*/ 554101 h 6858000"/>
              <a:gd name="connsiteX11" fmla="*/ 1790979 w 12192000"/>
              <a:gd name="connsiteY11" fmla="*/ 561469 h 6858000"/>
              <a:gd name="connsiteX12" fmla="*/ 1724489 w 12192000"/>
              <a:gd name="connsiteY12" fmla="*/ 732021 h 6858000"/>
              <a:gd name="connsiteX13" fmla="*/ 1730867 w 12192000"/>
              <a:gd name="connsiteY13" fmla="*/ 741396 h 6858000"/>
              <a:gd name="connsiteX14" fmla="*/ 1756367 w 12192000"/>
              <a:gd name="connsiteY14" fmla="*/ 741396 h 6858000"/>
              <a:gd name="connsiteX15" fmla="*/ 1766843 w 12192000"/>
              <a:gd name="connsiteY15" fmla="*/ 734477 h 6858000"/>
              <a:gd name="connsiteX16" fmla="*/ 1815798 w 12192000"/>
              <a:gd name="connsiteY16" fmla="*/ 605670 h 6858000"/>
              <a:gd name="connsiteX17" fmla="*/ 1864753 w 12192000"/>
              <a:gd name="connsiteY17" fmla="*/ 734477 h 6858000"/>
              <a:gd name="connsiteX18" fmla="*/ 1874996 w 12192000"/>
              <a:gd name="connsiteY18" fmla="*/ 741396 h 6858000"/>
              <a:gd name="connsiteX19" fmla="*/ 1898451 w 12192000"/>
              <a:gd name="connsiteY19" fmla="*/ 741396 h 6858000"/>
              <a:gd name="connsiteX20" fmla="*/ 1908924 w 12192000"/>
              <a:gd name="connsiteY20" fmla="*/ 734477 h 6858000"/>
              <a:gd name="connsiteX21" fmla="*/ 1959018 w 12192000"/>
              <a:gd name="connsiteY21" fmla="*/ 605670 h 6858000"/>
              <a:gd name="connsiteX22" fmla="*/ 2007518 w 12192000"/>
              <a:gd name="connsiteY22" fmla="*/ 734477 h 6858000"/>
              <a:gd name="connsiteX23" fmla="*/ 2017993 w 12192000"/>
              <a:gd name="connsiteY23" fmla="*/ 741396 h 6858000"/>
              <a:gd name="connsiteX24" fmla="*/ 2042584 w 12192000"/>
              <a:gd name="connsiteY24" fmla="*/ 741396 h 6858000"/>
              <a:gd name="connsiteX25" fmla="*/ 2053056 w 12192000"/>
              <a:gd name="connsiteY25" fmla="*/ 734477 h 6858000"/>
              <a:gd name="connsiteX26" fmla="*/ 2102011 w 12192000"/>
              <a:gd name="connsiteY26" fmla="*/ 605670 h 6858000"/>
              <a:gd name="connsiteX27" fmla="*/ 2151650 w 12192000"/>
              <a:gd name="connsiteY27" fmla="*/ 734477 h 6858000"/>
              <a:gd name="connsiteX28" fmla="*/ 2162126 w 12192000"/>
              <a:gd name="connsiteY28" fmla="*/ 741396 h 6858000"/>
              <a:gd name="connsiteX29" fmla="*/ 2185577 w 12192000"/>
              <a:gd name="connsiteY29" fmla="*/ 741396 h 6858000"/>
              <a:gd name="connsiteX30" fmla="*/ 2195824 w 12192000"/>
              <a:gd name="connsiteY30" fmla="*/ 734477 h 6858000"/>
              <a:gd name="connsiteX31" fmla="*/ 2245234 w 12192000"/>
              <a:gd name="connsiteY31" fmla="*/ 606340 h 6858000"/>
              <a:gd name="connsiteX32" fmla="*/ 2293734 w 12192000"/>
              <a:gd name="connsiteY32" fmla="*/ 734477 h 6858000"/>
              <a:gd name="connsiteX33" fmla="*/ 2304206 w 12192000"/>
              <a:gd name="connsiteY33" fmla="*/ 741396 h 6858000"/>
              <a:gd name="connsiteX34" fmla="*/ 2330394 w 12192000"/>
              <a:gd name="connsiteY34" fmla="*/ 741396 h 6858000"/>
              <a:gd name="connsiteX35" fmla="*/ 2336769 w 12192000"/>
              <a:gd name="connsiteY35" fmla="*/ 732021 h 6858000"/>
              <a:gd name="connsiteX36" fmla="*/ 2270279 w 12192000"/>
              <a:gd name="connsiteY36" fmla="*/ 561469 h 6858000"/>
              <a:gd name="connsiteX37" fmla="*/ 2260033 w 12192000"/>
              <a:gd name="connsiteY37" fmla="*/ 554101 h 6858000"/>
              <a:gd name="connsiteX38" fmla="*/ 2231345 w 12192000"/>
              <a:gd name="connsiteY38" fmla="*/ 554101 h 6858000"/>
              <a:gd name="connsiteX39" fmla="*/ 2220869 w 12192000"/>
              <a:gd name="connsiteY39" fmla="*/ 561469 h 6858000"/>
              <a:gd name="connsiteX40" fmla="*/ 2174421 w 12192000"/>
              <a:gd name="connsiteY40" fmla="*/ 686034 h 6858000"/>
              <a:gd name="connsiteX41" fmla="*/ 2126605 w 12192000"/>
              <a:gd name="connsiteY41" fmla="*/ 561469 h 6858000"/>
              <a:gd name="connsiteX42" fmla="*/ 2116358 w 12192000"/>
              <a:gd name="connsiteY42" fmla="*/ 554101 h 6858000"/>
              <a:gd name="connsiteX43" fmla="*/ 2087896 w 12192000"/>
              <a:gd name="connsiteY43" fmla="*/ 554101 h 6858000"/>
              <a:gd name="connsiteX44" fmla="*/ 2077650 w 12192000"/>
              <a:gd name="connsiteY44" fmla="*/ 561469 h 6858000"/>
              <a:gd name="connsiteX45" fmla="*/ 2030743 w 12192000"/>
              <a:gd name="connsiteY45" fmla="*/ 686034 h 6858000"/>
              <a:gd name="connsiteX46" fmla="*/ 1983608 w 12192000"/>
              <a:gd name="connsiteY46" fmla="*/ 561469 h 6858000"/>
              <a:gd name="connsiteX47" fmla="*/ 1973365 w 12192000"/>
              <a:gd name="connsiteY47" fmla="*/ 554101 h 6858000"/>
              <a:gd name="connsiteX48" fmla="*/ 1945128 w 12192000"/>
              <a:gd name="connsiteY48" fmla="*/ 554101 h 6858000"/>
              <a:gd name="connsiteX49" fmla="*/ 1934656 w 12192000"/>
              <a:gd name="connsiteY49" fmla="*/ 561469 h 6858000"/>
              <a:gd name="connsiteX50" fmla="*/ 1887295 w 12192000"/>
              <a:gd name="connsiteY50" fmla="*/ 686034 h 6858000"/>
              <a:gd name="connsiteX51" fmla="*/ 1840389 w 12192000"/>
              <a:gd name="connsiteY51" fmla="*/ 561469 h 6858000"/>
              <a:gd name="connsiteX52" fmla="*/ 1830142 w 12192000"/>
              <a:gd name="connsiteY52" fmla="*/ 554101 h 6858000"/>
              <a:gd name="connsiteX53" fmla="*/ 1801451 w 12192000"/>
              <a:gd name="connsiteY53" fmla="*/ 554101 h 6858000"/>
              <a:gd name="connsiteX54" fmla="*/ 841937 w 12192000"/>
              <a:gd name="connsiteY54" fmla="*/ 554101 h 6858000"/>
              <a:gd name="connsiteX55" fmla="*/ 832600 w 12192000"/>
              <a:gd name="connsiteY55" fmla="*/ 562809 h 6858000"/>
              <a:gd name="connsiteX56" fmla="*/ 832600 w 12192000"/>
              <a:gd name="connsiteY56" fmla="*/ 666168 h 6858000"/>
              <a:gd name="connsiteX57" fmla="*/ 913205 w 12192000"/>
              <a:gd name="connsiteY57" fmla="*/ 746532 h 6858000"/>
              <a:gd name="connsiteX58" fmla="*/ 975139 w 12192000"/>
              <a:gd name="connsiteY58" fmla="*/ 717513 h 6858000"/>
              <a:gd name="connsiteX59" fmla="*/ 975139 w 12192000"/>
              <a:gd name="connsiteY59" fmla="*/ 733136 h 6858000"/>
              <a:gd name="connsiteX60" fmla="*/ 984018 w 12192000"/>
              <a:gd name="connsiteY60" fmla="*/ 741396 h 6858000"/>
              <a:gd name="connsiteX61" fmla="*/ 1007473 w 12192000"/>
              <a:gd name="connsiteY61" fmla="*/ 741396 h 6858000"/>
              <a:gd name="connsiteX62" fmla="*/ 1016580 w 12192000"/>
              <a:gd name="connsiteY62" fmla="*/ 732915 h 6858000"/>
              <a:gd name="connsiteX63" fmla="*/ 1016580 w 12192000"/>
              <a:gd name="connsiteY63" fmla="*/ 563034 h 6858000"/>
              <a:gd name="connsiteX64" fmla="*/ 1007473 w 12192000"/>
              <a:gd name="connsiteY64" fmla="*/ 554101 h 6858000"/>
              <a:gd name="connsiteX65" fmla="*/ 984018 w 12192000"/>
              <a:gd name="connsiteY65" fmla="*/ 554101 h 6858000"/>
              <a:gd name="connsiteX66" fmla="*/ 975139 w 12192000"/>
              <a:gd name="connsiteY66" fmla="*/ 562809 h 6858000"/>
              <a:gd name="connsiteX67" fmla="*/ 975139 w 12192000"/>
              <a:gd name="connsiteY67" fmla="*/ 659916 h 6858000"/>
              <a:gd name="connsiteX68" fmla="*/ 923906 w 12192000"/>
              <a:gd name="connsiteY68" fmla="*/ 711261 h 6858000"/>
              <a:gd name="connsiteX69" fmla="*/ 874041 w 12192000"/>
              <a:gd name="connsiteY69" fmla="*/ 659470 h 6858000"/>
              <a:gd name="connsiteX70" fmla="*/ 874041 w 12192000"/>
              <a:gd name="connsiteY70" fmla="*/ 562809 h 6858000"/>
              <a:gd name="connsiteX71" fmla="*/ 865389 w 12192000"/>
              <a:gd name="connsiteY71" fmla="*/ 554101 h 6858000"/>
              <a:gd name="connsiteX72" fmla="*/ 841937 w 12192000"/>
              <a:gd name="connsiteY72" fmla="*/ 554101 h 6858000"/>
              <a:gd name="connsiteX73" fmla="*/ 1625898 w 12192000"/>
              <a:gd name="connsiteY73" fmla="*/ 548968 h 6858000"/>
              <a:gd name="connsiteX74" fmla="*/ 1525711 w 12192000"/>
              <a:gd name="connsiteY74" fmla="*/ 647861 h 6858000"/>
              <a:gd name="connsiteX75" fmla="*/ 1625898 w 12192000"/>
              <a:gd name="connsiteY75" fmla="*/ 746532 h 6858000"/>
              <a:gd name="connsiteX76" fmla="*/ 1726312 w 12192000"/>
              <a:gd name="connsiteY76" fmla="*/ 647861 h 6858000"/>
              <a:gd name="connsiteX77" fmla="*/ 1625898 w 12192000"/>
              <a:gd name="connsiteY77" fmla="*/ 548968 h 6858000"/>
              <a:gd name="connsiteX78" fmla="*/ 1451936 w 12192000"/>
              <a:gd name="connsiteY78" fmla="*/ 548743 h 6858000"/>
              <a:gd name="connsiteX79" fmla="*/ 1353346 w 12192000"/>
              <a:gd name="connsiteY79" fmla="*/ 647861 h 6858000"/>
              <a:gd name="connsiteX80" fmla="*/ 1451936 w 12192000"/>
              <a:gd name="connsiteY80" fmla="*/ 746532 h 6858000"/>
              <a:gd name="connsiteX81" fmla="*/ 1513415 w 12192000"/>
              <a:gd name="connsiteY81" fmla="*/ 727779 h 6858000"/>
              <a:gd name="connsiteX82" fmla="*/ 1515235 w 12192000"/>
              <a:gd name="connsiteY82" fmla="*/ 714832 h 6858000"/>
              <a:gd name="connsiteX83" fmla="*/ 1503398 w 12192000"/>
              <a:gd name="connsiteY83" fmla="*/ 700100 h 6858000"/>
              <a:gd name="connsiteX84" fmla="*/ 1489506 w 12192000"/>
              <a:gd name="connsiteY84" fmla="*/ 698090 h 6858000"/>
              <a:gd name="connsiteX85" fmla="*/ 1453304 w 12192000"/>
              <a:gd name="connsiteY85" fmla="*/ 709475 h 6858000"/>
              <a:gd name="connsiteX86" fmla="*/ 1395467 w 12192000"/>
              <a:gd name="connsiteY86" fmla="*/ 647861 h 6858000"/>
              <a:gd name="connsiteX87" fmla="*/ 1453304 w 12192000"/>
              <a:gd name="connsiteY87" fmla="*/ 585801 h 6858000"/>
              <a:gd name="connsiteX88" fmla="*/ 1490189 w 12192000"/>
              <a:gd name="connsiteY88" fmla="*/ 596965 h 6858000"/>
              <a:gd name="connsiteX89" fmla="*/ 1504078 w 12192000"/>
              <a:gd name="connsiteY89" fmla="*/ 595401 h 6858000"/>
              <a:gd name="connsiteX90" fmla="*/ 1515235 w 12192000"/>
              <a:gd name="connsiteY90" fmla="*/ 580222 h 6858000"/>
              <a:gd name="connsiteX91" fmla="*/ 1513415 w 12192000"/>
              <a:gd name="connsiteY91" fmla="*/ 567272 h 6858000"/>
              <a:gd name="connsiteX92" fmla="*/ 1451936 w 12192000"/>
              <a:gd name="connsiteY92" fmla="*/ 548743 h 6858000"/>
              <a:gd name="connsiteX93" fmla="*/ 1139990 w 12192000"/>
              <a:gd name="connsiteY93" fmla="*/ 548743 h 6858000"/>
              <a:gd name="connsiteX94" fmla="*/ 1043674 w 12192000"/>
              <a:gd name="connsiteY94" fmla="*/ 647415 h 6858000"/>
              <a:gd name="connsiteX95" fmla="*/ 1139536 w 12192000"/>
              <a:gd name="connsiteY95" fmla="*/ 746532 h 6858000"/>
              <a:gd name="connsiteX96" fmla="*/ 1202380 w 12192000"/>
              <a:gd name="connsiteY96" fmla="*/ 716394 h 6858000"/>
              <a:gd name="connsiteX97" fmla="*/ 1202380 w 12192000"/>
              <a:gd name="connsiteY97" fmla="*/ 732915 h 6858000"/>
              <a:gd name="connsiteX98" fmla="*/ 1211487 w 12192000"/>
              <a:gd name="connsiteY98" fmla="*/ 741396 h 6858000"/>
              <a:gd name="connsiteX99" fmla="*/ 1235168 w 12192000"/>
              <a:gd name="connsiteY99" fmla="*/ 741396 h 6858000"/>
              <a:gd name="connsiteX100" fmla="*/ 1243820 w 12192000"/>
              <a:gd name="connsiteY100" fmla="*/ 732915 h 6858000"/>
              <a:gd name="connsiteX101" fmla="*/ 1243820 w 12192000"/>
              <a:gd name="connsiteY101" fmla="*/ 563034 h 6858000"/>
              <a:gd name="connsiteX102" fmla="*/ 1235168 w 12192000"/>
              <a:gd name="connsiteY102" fmla="*/ 554101 h 6858000"/>
              <a:gd name="connsiteX103" fmla="*/ 1211487 w 12192000"/>
              <a:gd name="connsiteY103" fmla="*/ 554101 h 6858000"/>
              <a:gd name="connsiteX104" fmla="*/ 1202380 w 12192000"/>
              <a:gd name="connsiteY104" fmla="*/ 563034 h 6858000"/>
              <a:gd name="connsiteX105" fmla="*/ 1202380 w 12192000"/>
              <a:gd name="connsiteY105" fmla="*/ 578658 h 6858000"/>
              <a:gd name="connsiteX106" fmla="*/ 1139990 w 12192000"/>
              <a:gd name="connsiteY106" fmla="*/ 548743 h 6858000"/>
              <a:gd name="connsiteX107" fmla="*/ 661145 w 12192000"/>
              <a:gd name="connsiteY107" fmla="*/ 498739 h 6858000"/>
              <a:gd name="connsiteX108" fmla="*/ 761788 w 12192000"/>
              <a:gd name="connsiteY108" fmla="*/ 603214 h 6858000"/>
              <a:gd name="connsiteX109" fmla="*/ 724444 w 12192000"/>
              <a:gd name="connsiteY109" fmla="*/ 686259 h 6858000"/>
              <a:gd name="connsiteX110" fmla="*/ 705999 w 12192000"/>
              <a:gd name="connsiteY110" fmla="*/ 639601 h 6858000"/>
              <a:gd name="connsiteX111" fmla="*/ 694159 w 12192000"/>
              <a:gd name="connsiteY111" fmla="*/ 632234 h 6858000"/>
              <a:gd name="connsiteX112" fmla="*/ 670253 w 12192000"/>
              <a:gd name="connsiteY112" fmla="*/ 632234 h 6858000"/>
              <a:gd name="connsiteX113" fmla="*/ 662284 w 12192000"/>
              <a:gd name="connsiteY113" fmla="*/ 643397 h 6858000"/>
              <a:gd name="connsiteX114" fmla="*/ 686419 w 12192000"/>
              <a:gd name="connsiteY114" fmla="*/ 704787 h 6858000"/>
              <a:gd name="connsiteX115" fmla="*/ 661145 w 12192000"/>
              <a:gd name="connsiteY115" fmla="*/ 707913 h 6858000"/>
              <a:gd name="connsiteX116" fmla="*/ 560502 w 12192000"/>
              <a:gd name="connsiteY116" fmla="*/ 603214 h 6858000"/>
              <a:gd name="connsiteX117" fmla="*/ 661145 w 12192000"/>
              <a:gd name="connsiteY117" fmla="*/ 498739 h 6858000"/>
              <a:gd name="connsiteX118" fmla="*/ 1293915 w 12192000"/>
              <a:gd name="connsiteY118" fmla="*/ 465253 h 6858000"/>
              <a:gd name="connsiteX119" fmla="*/ 1284807 w 12192000"/>
              <a:gd name="connsiteY119" fmla="*/ 474183 h 6858000"/>
              <a:gd name="connsiteX120" fmla="*/ 1284807 w 12192000"/>
              <a:gd name="connsiteY120" fmla="*/ 732467 h 6858000"/>
              <a:gd name="connsiteX121" fmla="*/ 1293915 w 12192000"/>
              <a:gd name="connsiteY121" fmla="*/ 741396 h 6858000"/>
              <a:gd name="connsiteX122" fmla="*/ 1317366 w 12192000"/>
              <a:gd name="connsiteY122" fmla="*/ 741396 h 6858000"/>
              <a:gd name="connsiteX123" fmla="*/ 1326248 w 12192000"/>
              <a:gd name="connsiteY123" fmla="*/ 732467 h 6858000"/>
              <a:gd name="connsiteX124" fmla="*/ 1326248 w 12192000"/>
              <a:gd name="connsiteY124" fmla="*/ 474183 h 6858000"/>
              <a:gd name="connsiteX125" fmla="*/ 1317366 w 12192000"/>
              <a:gd name="connsiteY125" fmla="*/ 465253 h 6858000"/>
              <a:gd name="connsiteX126" fmla="*/ 1293915 w 12192000"/>
              <a:gd name="connsiteY126" fmla="*/ 465253 h 6858000"/>
              <a:gd name="connsiteX127" fmla="*/ 661145 w 12192000"/>
              <a:gd name="connsiteY127" fmla="*/ 460120 h 6858000"/>
              <a:gd name="connsiteX128" fmla="*/ 515874 w 12192000"/>
              <a:gd name="connsiteY128" fmla="*/ 603214 h 6858000"/>
              <a:gd name="connsiteX129" fmla="*/ 661145 w 12192000"/>
              <a:gd name="connsiteY129" fmla="*/ 746532 h 6858000"/>
              <a:gd name="connsiteX130" fmla="*/ 700763 w 12192000"/>
              <a:gd name="connsiteY130" fmla="*/ 741396 h 6858000"/>
              <a:gd name="connsiteX131" fmla="*/ 716475 w 12192000"/>
              <a:gd name="connsiteY131" fmla="*/ 781134 h 6858000"/>
              <a:gd name="connsiteX132" fmla="*/ 727176 w 12192000"/>
              <a:gd name="connsiteY132" fmla="*/ 788277 h 6858000"/>
              <a:gd name="connsiteX133" fmla="*/ 752222 w 12192000"/>
              <a:gd name="connsiteY133" fmla="*/ 788277 h 6858000"/>
              <a:gd name="connsiteX134" fmla="*/ 759736 w 12192000"/>
              <a:gd name="connsiteY134" fmla="*/ 776892 h 6858000"/>
              <a:gd name="connsiteX135" fmla="*/ 739471 w 12192000"/>
              <a:gd name="connsiteY135" fmla="*/ 724656 h 6858000"/>
              <a:gd name="connsiteX136" fmla="*/ 806416 w 12192000"/>
              <a:gd name="connsiteY136" fmla="*/ 603214 h 6858000"/>
              <a:gd name="connsiteX137" fmla="*/ 661145 w 12192000"/>
              <a:gd name="connsiteY137" fmla="*/ 460120 h 6858000"/>
              <a:gd name="connsiteX138" fmla="*/ 0 w 12192000"/>
              <a:gd name="connsiteY138" fmla="*/ 0 h 6858000"/>
              <a:gd name="connsiteX139" fmla="*/ 12192000 w 12192000"/>
              <a:gd name="connsiteY139" fmla="*/ 0 h 6858000"/>
              <a:gd name="connsiteX140" fmla="*/ 12192000 w 12192000"/>
              <a:gd name="connsiteY140" fmla="*/ 6858000 h 6858000"/>
              <a:gd name="connsiteX141" fmla="*/ 0 w 12192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2000" h="6858000">
                <a:moveTo>
                  <a:pt x="1625898" y="586917"/>
                </a:moveTo>
                <a:cubicBezTo>
                  <a:pt x="1660280" y="586917"/>
                  <a:pt x="1684416" y="613484"/>
                  <a:pt x="1684416" y="647861"/>
                </a:cubicBezTo>
                <a:cubicBezTo>
                  <a:pt x="1684416" y="681792"/>
                  <a:pt x="1660280" y="708580"/>
                  <a:pt x="1625898" y="708580"/>
                </a:cubicBezTo>
                <a:cubicBezTo>
                  <a:pt x="1591742" y="708580"/>
                  <a:pt x="1567381" y="681792"/>
                  <a:pt x="1567381" y="647861"/>
                </a:cubicBezTo>
                <a:cubicBezTo>
                  <a:pt x="1567381" y="613484"/>
                  <a:pt x="1591742" y="586917"/>
                  <a:pt x="1625898" y="586917"/>
                </a:cubicBezTo>
                <a:close/>
                <a:moveTo>
                  <a:pt x="1144317" y="586917"/>
                </a:moveTo>
                <a:cubicBezTo>
                  <a:pt x="1178244" y="586917"/>
                  <a:pt x="1202834" y="613484"/>
                  <a:pt x="1202834" y="647861"/>
                </a:cubicBezTo>
                <a:cubicBezTo>
                  <a:pt x="1202834" y="681792"/>
                  <a:pt x="1178244" y="709029"/>
                  <a:pt x="1144317" y="709029"/>
                </a:cubicBezTo>
                <a:cubicBezTo>
                  <a:pt x="1110164" y="709029"/>
                  <a:pt x="1085799" y="681792"/>
                  <a:pt x="1085799" y="647861"/>
                </a:cubicBezTo>
                <a:cubicBezTo>
                  <a:pt x="1085799" y="613484"/>
                  <a:pt x="1110164" y="586917"/>
                  <a:pt x="1144317" y="586917"/>
                </a:cubicBezTo>
                <a:close/>
                <a:moveTo>
                  <a:pt x="1801451" y="554101"/>
                </a:moveTo>
                <a:cubicBezTo>
                  <a:pt x="1796669" y="554101"/>
                  <a:pt x="1793027" y="556557"/>
                  <a:pt x="1790979" y="561469"/>
                </a:cubicBezTo>
                <a:cubicBezTo>
                  <a:pt x="1790979" y="561469"/>
                  <a:pt x="1790979" y="561469"/>
                  <a:pt x="1724489" y="732021"/>
                </a:cubicBezTo>
                <a:cubicBezTo>
                  <a:pt x="1722669" y="736708"/>
                  <a:pt x="1724943" y="741396"/>
                  <a:pt x="1730867" y="741396"/>
                </a:cubicBezTo>
                <a:cubicBezTo>
                  <a:pt x="1730867" y="741396"/>
                  <a:pt x="1730867" y="741396"/>
                  <a:pt x="1756367" y="741396"/>
                </a:cubicBezTo>
                <a:cubicBezTo>
                  <a:pt x="1761149" y="741396"/>
                  <a:pt x="1765249" y="739164"/>
                  <a:pt x="1766843" y="734477"/>
                </a:cubicBezTo>
                <a:cubicBezTo>
                  <a:pt x="1766843" y="734477"/>
                  <a:pt x="1766843" y="734477"/>
                  <a:pt x="1815798" y="605670"/>
                </a:cubicBezTo>
                <a:cubicBezTo>
                  <a:pt x="1815798" y="605670"/>
                  <a:pt x="1815798" y="605670"/>
                  <a:pt x="1864753" y="734477"/>
                </a:cubicBezTo>
                <a:cubicBezTo>
                  <a:pt x="1866573" y="739389"/>
                  <a:pt x="1870215" y="741396"/>
                  <a:pt x="1874996" y="741396"/>
                </a:cubicBezTo>
                <a:cubicBezTo>
                  <a:pt x="1874996" y="741396"/>
                  <a:pt x="1874996" y="741396"/>
                  <a:pt x="1898451" y="741396"/>
                </a:cubicBezTo>
                <a:cubicBezTo>
                  <a:pt x="1903233" y="741396"/>
                  <a:pt x="1906875" y="739389"/>
                  <a:pt x="1908924" y="734477"/>
                </a:cubicBezTo>
                <a:cubicBezTo>
                  <a:pt x="1908924" y="734477"/>
                  <a:pt x="1908924" y="734477"/>
                  <a:pt x="1959018" y="605670"/>
                </a:cubicBezTo>
                <a:cubicBezTo>
                  <a:pt x="1959018" y="605670"/>
                  <a:pt x="1959018" y="605670"/>
                  <a:pt x="2007518" y="734477"/>
                </a:cubicBezTo>
                <a:cubicBezTo>
                  <a:pt x="2009566" y="739164"/>
                  <a:pt x="2013209" y="741396"/>
                  <a:pt x="2017993" y="741396"/>
                </a:cubicBezTo>
                <a:cubicBezTo>
                  <a:pt x="2017993" y="741396"/>
                  <a:pt x="2017993" y="741396"/>
                  <a:pt x="2042584" y="741396"/>
                </a:cubicBezTo>
                <a:cubicBezTo>
                  <a:pt x="2047365" y="741396"/>
                  <a:pt x="2051007" y="739164"/>
                  <a:pt x="2053056" y="734477"/>
                </a:cubicBezTo>
                <a:cubicBezTo>
                  <a:pt x="2053056" y="734477"/>
                  <a:pt x="2053056" y="734477"/>
                  <a:pt x="2102011" y="605670"/>
                </a:cubicBezTo>
                <a:cubicBezTo>
                  <a:pt x="2102011" y="605670"/>
                  <a:pt x="2102011" y="605670"/>
                  <a:pt x="2151650" y="734477"/>
                </a:cubicBezTo>
                <a:cubicBezTo>
                  <a:pt x="2153699" y="739389"/>
                  <a:pt x="2157341" y="741396"/>
                  <a:pt x="2162126" y="741396"/>
                </a:cubicBezTo>
                <a:cubicBezTo>
                  <a:pt x="2162126" y="741396"/>
                  <a:pt x="2162126" y="741396"/>
                  <a:pt x="2185577" y="741396"/>
                </a:cubicBezTo>
                <a:cubicBezTo>
                  <a:pt x="2190359" y="741396"/>
                  <a:pt x="2193775" y="739389"/>
                  <a:pt x="2195824" y="734477"/>
                </a:cubicBezTo>
                <a:cubicBezTo>
                  <a:pt x="2195824" y="734477"/>
                  <a:pt x="2195824" y="734477"/>
                  <a:pt x="2245234" y="606340"/>
                </a:cubicBezTo>
                <a:cubicBezTo>
                  <a:pt x="2245234" y="606340"/>
                  <a:pt x="2245234" y="606340"/>
                  <a:pt x="2293734" y="734477"/>
                </a:cubicBezTo>
                <a:cubicBezTo>
                  <a:pt x="2295328" y="739164"/>
                  <a:pt x="2299425" y="741396"/>
                  <a:pt x="2304206" y="741396"/>
                </a:cubicBezTo>
                <a:cubicBezTo>
                  <a:pt x="2304206" y="741396"/>
                  <a:pt x="2304206" y="741396"/>
                  <a:pt x="2330394" y="741396"/>
                </a:cubicBezTo>
                <a:cubicBezTo>
                  <a:pt x="2336314" y="741396"/>
                  <a:pt x="2338818" y="736708"/>
                  <a:pt x="2336769" y="732021"/>
                </a:cubicBezTo>
                <a:cubicBezTo>
                  <a:pt x="2336769" y="732021"/>
                  <a:pt x="2336769" y="732021"/>
                  <a:pt x="2270279" y="561469"/>
                </a:cubicBezTo>
                <a:cubicBezTo>
                  <a:pt x="2268230" y="556557"/>
                  <a:pt x="2264817" y="554101"/>
                  <a:pt x="2260033" y="554101"/>
                </a:cubicBezTo>
                <a:cubicBezTo>
                  <a:pt x="2260033" y="554101"/>
                  <a:pt x="2260033" y="554101"/>
                  <a:pt x="2231345" y="554101"/>
                </a:cubicBezTo>
                <a:cubicBezTo>
                  <a:pt x="2226564" y="554101"/>
                  <a:pt x="2222918" y="556557"/>
                  <a:pt x="2220869" y="561469"/>
                </a:cubicBezTo>
                <a:cubicBezTo>
                  <a:pt x="2220869" y="561469"/>
                  <a:pt x="2220869" y="561469"/>
                  <a:pt x="2174421" y="686034"/>
                </a:cubicBezTo>
                <a:cubicBezTo>
                  <a:pt x="2174421" y="686034"/>
                  <a:pt x="2174421" y="686034"/>
                  <a:pt x="2126605" y="561469"/>
                </a:cubicBezTo>
                <a:cubicBezTo>
                  <a:pt x="2124553" y="556557"/>
                  <a:pt x="2120911" y="554101"/>
                  <a:pt x="2116358" y="554101"/>
                </a:cubicBezTo>
                <a:cubicBezTo>
                  <a:pt x="2116358" y="554101"/>
                  <a:pt x="2116358" y="554101"/>
                  <a:pt x="2087896" y="554101"/>
                </a:cubicBezTo>
                <a:cubicBezTo>
                  <a:pt x="2083112" y="554101"/>
                  <a:pt x="2079699" y="556557"/>
                  <a:pt x="2077650" y="561469"/>
                </a:cubicBezTo>
                <a:cubicBezTo>
                  <a:pt x="2077650" y="561469"/>
                  <a:pt x="2077650" y="561469"/>
                  <a:pt x="2030743" y="686034"/>
                </a:cubicBezTo>
                <a:cubicBezTo>
                  <a:pt x="2030743" y="686034"/>
                  <a:pt x="2030743" y="686034"/>
                  <a:pt x="1983608" y="561469"/>
                </a:cubicBezTo>
                <a:cubicBezTo>
                  <a:pt x="1981788" y="556557"/>
                  <a:pt x="1978146" y="554101"/>
                  <a:pt x="1973365" y="554101"/>
                </a:cubicBezTo>
                <a:cubicBezTo>
                  <a:pt x="1973365" y="554101"/>
                  <a:pt x="1973365" y="554101"/>
                  <a:pt x="1945128" y="554101"/>
                </a:cubicBezTo>
                <a:cubicBezTo>
                  <a:pt x="1940347" y="554101"/>
                  <a:pt x="1936705" y="556557"/>
                  <a:pt x="1934656" y="561469"/>
                </a:cubicBezTo>
                <a:cubicBezTo>
                  <a:pt x="1934656" y="561469"/>
                  <a:pt x="1934656" y="561469"/>
                  <a:pt x="1887295" y="686034"/>
                </a:cubicBezTo>
                <a:cubicBezTo>
                  <a:pt x="1887295" y="686034"/>
                  <a:pt x="1887295" y="686034"/>
                  <a:pt x="1840389" y="561469"/>
                </a:cubicBezTo>
                <a:cubicBezTo>
                  <a:pt x="1838340" y="556557"/>
                  <a:pt x="1834923" y="554101"/>
                  <a:pt x="1830142" y="554101"/>
                </a:cubicBezTo>
                <a:cubicBezTo>
                  <a:pt x="1830142" y="554101"/>
                  <a:pt x="1830142" y="554101"/>
                  <a:pt x="1801451" y="554101"/>
                </a:cubicBezTo>
                <a:close/>
                <a:moveTo>
                  <a:pt x="841937" y="554101"/>
                </a:moveTo>
                <a:cubicBezTo>
                  <a:pt x="837152" y="554101"/>
                  <a:pt x="832600" y="557897"/>
                  <a:pt x="832600" y="562809"/>
                </a:cubicBezTo>
                <a:cubicBezTo>
                  <a:pt x="832600" y="562809"/>
                  <a:pt x="832600" y="562809"/>
                  <a:pt x="832600" y="666168"/>
                </a:cubicBezTo>
                <a:cubicBezTo>
                  <a:pt x="832600" y="714162"/>
                  <a:pt x="863340" y="746532"/>
                  <a:pt x="913205" y="746532"/>
                </a:cubicBezTo>
                <a:cubicBezTo>
                  <a:pt x="943035" y="746532"/>
                  <a:pt x="963299" y="734701"/>
                  <a:pt x="975139" y="717513"/>
                </a:cubicBezTo>
                <a:cubicBezTo>
                  <a:pt x="975139" y="717513"/>
                  <a:pt x="975139" y="717513"/>
                  <a:pt x="975139" y="733136"/>
                </a:cubicBezTo>
                <a:cubicBezTo>
                  <a:pt x="975139" y="737824"/>
                  <a:pt x="979466" y="741396"/>
                  <a:pt x="984018" y="741396"/>
                </a:cubicBezTo>
                <a:cubicBezTo>
                  <a:pt x="984018" y="741396"/>
                  <a:pt x="984018" y="741396"/>
                  <a:pt x="1007473" y="741396"/>
                </a:cubicBezTo>
                <a:cubicBezTo>
                  <a:pt x="1012254" y="741396"/>
                  <a:pt x="1016580" y="737603"/>
                  <a:pt x="1016580" y="732915"/>
                </a:cubicBezTo>
                <a:cubicBezTo>
                  <a:pt x="1016580" y="732915"/>
                  <a:pt x="1016580" y="732915"/>
                  <a:pt x="1016580" y="563034"/>
                </a:cubicBezTo>
                <a:cubicBezTo>
                  <a:pt x="1016580" y="557897"/>
                  <a:pt x="1012254" y="554101"/>
                  <a:pt x="1007473" y="554101"/>
                </a:cubicBezTo>
                <a:cubicBezTo>
                  <a:pt x="1007473" y="554101"/>
                  <a:pt x="1007473" y="554101"/>
                  <a:pt x="984018" y="554101"/>
                </a:cubicBezTo>
                <a:cubicBezTo>
                  <a:pt x="979466" y="554101"/>
                  <a:pt x="975139" y="557897"/>
                  <a:pt x="975139" y="562809"/>
                </a:cubicBezTo>
                <a:cubicBezTo>
                  <a:pt x="975139" y="562809"/>
                  <a:pt x="975139" y="562809"/>
                  <a:pt x="975139" y="659916"/>
                </a:cubicBezTo>
                <a:cubicBezTo>
                  <a:pt x="975139" y="689830"/>
                  <a:pt x="956011" y="711261"/>
                  <a:pt x="923906" y="711261"/>
                </a:cubicBezTo>
                <a:cubicBezTo>
                  <a:pt x="890892" y="711261"/>
                  <a:pt x="874041" y="690721"/>
                  <a:pt x="874041" y="659470"/>
                </a:cubicBezTo>
                <a:cubicBezTo>
                  <a:pt x="874041" y="659470"/>
                  <a:pt x="874041" y="659470"/>
                  <a:pt x="874041" y="562809"/>
                </a:cubicBezTo>
                <a:cubicBezTo>
                  <a:pt x="874041" y="557897"/>
                  <a:pt x="870170" y="554101"/>
                  <a:pt x="865389" y="554101"/>
                </a:cubicBezTo>
                <a:cubicBezTo>
                  <a:pt x="865389" y="554101"/>
                  <a:pt x="865389" y="554101"/>
                  <a:pt x="841937" y="554101"/>
                </a:cubicBezTo>
                <a:close/>
                <a:moveTo>
                  <a:pt x="1625898" y="548968"/>
                </a:moveTo>
                <a:cubicBezTo>
                  <a:pt x="1570110" y="548968"/>
                  <a:pt x="1525711" y="592053"/>
                  <a:pt x="1525711" y="647861"/>
                </a:cubicBezTo>
                <a:cubicBezTo>
                  <a:pt x="1525711" y="703893"/>
                  <a:pt x="1570110" y="746532"/>
                  <a:pt x="1625898" y="746532"/>
                </a:cubicBezTo>
                <a:cubicBezTo>
                  <a:pt x="1681683" y="746532"/>
                  <a:pt x="1726312" y="703893"/>
                  <a:pt x="1726312" y="647861"/>
                </a:cubicBezTo>
                <a:cubicBezTo>
                  <a:pt x="1726312" y="592053"/>
                  <a:pt x="1681683" y="548968"/>
                  <a:pt x="1625898" y="548968"/>
                </a:cubicBezTo>
                <a:close/>
                <a:moveTo>
                  <a:pt x="1451936" y="548743"/>
                </a:moveTo>
                <a:cubicBezTo>
                  <a:pt x="1392734" y="548743"/>
                  <a:pt x="1353346" y="591608"/>
                  <a:pt x="1353346" y="647861"/>
                </a:cubicBezTo>
                <a:cubicBezTo>
                  <a:pt x="1353346" y="703893"/>
                  <a:pt x="1392734" y="746532"/>
                  <a:pt x="1451936" y="746532"/>
                </a:cubicBezTo>
                <a:cubicBezTo>
                  <a:pt x="1475391" y="746532"/>
                  <a:pt x="1497019" y="739834"/>
                  <a:pt x="1513415" y="727779"/>
                </a:cubicBezTo>
                <a:cubicBezTo>
                  <a:pt x="1516148" y="725772"/>
                  <a:pt x="1520474" y="721085"/>
                  <a:pt x="1515235" y="714832"/>
                </a:cubicBezTo>
                <a:lnTo>
                  <a:pt x="1503398" y="700100"/>
                </a:lnTo>
                <a:cubicBezTo>
                  <a:pt x="1498613" y="693848"/>
                  <a:pt x="1493832" y="695858"/>
                  <a:pt x="1489506" y="698090"/>
                </a:cubicBezTo>
                <a:cubicBezTo>
                  <a:pt x="1479033" y="703893"/>
                  <a:pt x="1467418" y="709475"/>
                  <a:pt x="1453304" y="709475"/>
                </a:cubicBezTo>
                <a:cubicBezTo>
                  <a:pt x="1418463" y="709475"/>
                  <a:pt x="1395467" y="682462"/>
                  <a:pt x="1395467" y="647861"/>
                </a:cubicBezTo>
                <a:cubicBezTo>
                  <a:pt x="1395467" y="613038"/>
                  <a:pt x="1418463" y="585801"/>
                  <a:pt x="1453304" y="585801"/>
                </a:cubicBezTo>
                <a:cubicBezTo>
                  <a:pt x="1467418" y="585801"/>
                  <a:pt x="1479943" y="590713"/>
                  <a:pt x="1490189" y="596965"/>
                </a:cubicBezTo>
                <a:cubicBezTo>
                  <a:pt x="1494516" y="599867"/>
                  <a:pt x="1499752" y="601428"/>
                  <a:pt x="1504078" y="595401"/>
                </a:cubicBezTo>
                <a:cubicBezTo>
                  <a:pt x="1504078" y="595401"/>
                  <a:pt x="1504078" y="595401"/>
                  <a:pt x="1515235" y="580222"/>
                </a:cubicBezTo>
                <a:cubicBezTo>
                  <a:pt x="1520019" y="573525"/>
                  <a:pt x="1516148" y="569283"/>
                  <a:pt x="1513415" y="567272"/>
                </a:cubicBezTo>
                <a:cubicBezTo>
                  <a:pt x="1497019" y="555220"/>
                  <a:pt x="1475391" y="548743"/>
                  <a:pt x="1451936" y="548743"/>
                </a:cubicBezTo>
                <a:close/>
                <a:moveTo>
                  <a:pt x="1139990" y="548743"/>
                </a:moveTo>
                <a:cubicBezTo>
                  <a:pt x="1088303" y="548743"/>
                  <a:pt x="1043674" y="588927"/>
                  <a:pt x="1043674" y="647415"/>
                </a:cubicBezTo>
                <a:cubicBezTo>
                  <a:pt x="1043674" y="706794"/>
                  <a:pt x="1088303" y="746532"/>
                  <a:pt x="1139536" y="746532"/>
                </a:cubicBezTo>
                <a:cubicBezTo>
                  <a:pt x="1167317" y="746532"/>
                  <a:pt x="1190084" y="734031"/>
                  <a:pt x="1202380" y="716394"/>
                </a:cubicBezTo>
                <a:cubicBezTo>
                  <a:pt x="1202380" y="732915"/>
                  <a:pt x="1202380" y="732915"/>
                  <a:pt x="1202380" y="732915"/>
                </a:cubicBezTo>
                <a:cubicBezTo>
                  <a:pt x="1202380" y="737603"/>
                  <a:pt x="1206935" y="741396"/>
                  <a:pt x="1211487" y="741396"/>
                </a:cubicBezTo>
                <a:cubicBezTo>
                  <a:pt x="1235168" y="741396"/>
                  <a:pt x="1235168" y="741396"/>
                  <a:pt x="1235168" y="741396"/>
                </a:cubicBezTo>
                <a:cubicBezTo>
                  <a:pt x="1239949" y="741396"/>
                  <a:pt x="1243820" y="737603"/>
                  <a:pt x="1243820" y="732915"/>
                </a:cubicBezTo>
                <a:cubicBezTo>
                  <a:pt x="1243820" y="563034"/>
                  <a:pt x="1243820" y="563034"/>
                  <a:pt x="1243820" y="563034"/>
                </a:cubicBezTo>
                <a:cubicBezTo>
                  <a:pt x="1243820" y="557897"/>
                  <a:pt x="1239949" y="554101"/>
                  <a:pt x="1235168" y="554101"/>
                </a:cubicBezTo>
                <a:cubicBezTo>
                  <a:pt x="1211487" y="554101"/>
                  <a:pt x="1211487" y="554101"/>
                  <a:pt x="1211487" y="554101"/>
                </a:cubicBezTo>
                <a:cubicBezTo>
                  <a:pt x="1206935" y="554101"/>
                  <a:pt x="1202380" y="557897"/>
                  <a:pt x="1202380" y="563034"/>
                </a:cubicBezTo>
                <a:cubicBezTo>
                  <a:pt x="1202380" y="578658"/>
                  <a:pt x="1202380" y="578658"/>
                  <a:pt x="1202380" y="578658"/>
                </a:cubicBezTo>
                <a:cubicBezTo>
                  <a:pt x="1190539" y="561023"/>
                  <a:pt x="1167317" y="548743"/>
                  <a:pt x="1139990" y="548743"/>
                </a:cubicBezTo>
                <a:close/>
                <a:moveTo>
                  <a:pt x="661145" y="498739"/>
                </a:moveTo>
                <a:cubicBezTo>
                  <a:pt x="720117" y="498739"/>
                  <a:pt x="761788" y="544056"/>
                  <a:pt x="761788" y="603214"/>
                </a:cubicBezTo>
                <a:cubicBezTo>
                  <a:pt x="761788" y="637816"/>
                  <a:pt x="747670" y="667505"/>
                  <a:pt x="724444" y="686259"/>
                </a:cubicBezTo>
                <a:cubicBezTo>
                  <a:pt x="705999" y="639601"/>
                  <a:pt x="705999" y="639601"/>
                  <a:pt x="705999" y="639601"/>
                </a:cubicBezTo>
                <a:cubicBezTo>
                  <a:pt x="704406" y="635584"/>
                  <a:pt x="701218" y="632234"/>
                  <a:pt x="694159" y="632234"/>
                </a:cubicBezTo>
                <a:cubicBezTo>
                  <a:pt x="670253" y="632234"/>
                  <a:pt x="670253" y="632234"/>
                  <a:pt x="670253" y="632234"/>
                </a:cubicBezTo>
                <a:cubicBezTo>
                  <a:pt x="664332" y="632234"/>
                  <a:pt x="659551" y="636030"/>
                  <a:pt x="662284" y="643397"/>
                </a:cubicBezTo>
                <a:cubicBezTo>
                  <a:pt x="686419" y="704787"/>
                  <a:pt x="686419" y="704787"/>
                  <a:pt x="686419" y="704787"/>
                </a:cubicBezTo>
                <a:cubicBezTo>
                  <a:pt x="678451" y="706794"/>
                  <a:pt x="670024" y="707913"/>
                  <a:pt x="661145" y="707913"/>
                </a:cubicBezTo>
                <a:cubicBezTo>
                  <a:pt x="602169" y="707913"/>
                  <a:pt x="560502" y="662597"/>
                  <a:pt x="560502" y="603214"/>
                </a:cubicBezTo>
                <a:cubicBezTo>
                  <a:pt x="560502" y="544056"/>
                  <a:pt x="602169" y="498739"/>
                  <a:pt x="661145" y="498739"/>
                </a:cubicBezTo>
                <a:close/>
                <a:moveTo>
                  <a:pt x="1293915" y="465253"/>
                </a:moveTo>
                <a:cubicBezTo>
                  <a:pt x="1289133" y="465253"/>
                  <a:pt x="1284807" y="469495"/>
                  <a:pt x="1284807" y="474183"/>
                </a:cubicBezTo>
                <a:cubicBezTo>
                  <a:pt x="1284807" y="474183"/>
                  <a:pt x="1284807" y="474183"/>
                  <a:pt x="1284807" y="732467"/>
                </a:cubicBezTo>
                <a:cubicBezTo>
                  <a:pt x="1284807" y="737157"/>
                  <a:pt x="1289133" y="741396"/>
                  <a:pt x="1293915" y="741396"/>
                </a:cubicBezTo>
                <a:cubicBezTo>
                  <a:pt x="1293915" y="741396"/>
                  <a:pt x="1293915" y="741396"/>
                  <a:pt x="1317366" y="741396"/>
                </a:cubicBezTo>
                <a:cubicBezTo>
                  <a:pt x="1322606" y="741396"/>
                  <a:pt x="1326248" y="737157"/>
                  <a:pt x="1326248" y="732467"/>
                </a:cubicBezTo>
                <a:cubicBezTo>
                  <a:pt x="1326248" y="732467"/>
                  <a:pt x="1326248" y="732467"/>
                  <a:pt x="1326248" y="474183"/>
                </a:cubicBezTo>
                <a:cubicBezTo>
                  <a:pt x="1326248" y="469495"/>
                  <a:pt x="1322606" y="465253"/>
                  <a:pt x="1317366" y="465253"/>
                </a:cubicBezTo>
                <a:cubicBezTo>
                  <a:pt x="1317366" y="465253"/>
                  <a:pt x="1317366" y="465253"/>
                  <a:pt x="1293915" y="465253"/>
                </a:cubicBezTo>
                <a:close/>
                <a:moveTo>
                  <a:pt x="661145" y="460120"/>
                </a:moveTo>
                <a:cubicBezTo>
                  <a:pt x="580766" y="460120"/>
                  <a:pt x="515874" y="521285"/>
                  <a:pt x="515874" y="603214"/>
                </a:cubicBezTo>
                <a:cubicBezTo>
                  <a:pt x="515874" y="685143"/>
                  <a:pt x="580766" y="746532"/>
                  <a:pt x="661145" y="746532"/>
                </a:cubicBezTo>
                <a:cubicBezTo>
                  <a:pt x="674805" y="746532"/>
                  <a:pt x="688239" y="744746"/>
                  <a:pt x="700763" y="741396"/>
                </a:cubicBezTo>
                <a:cubicBezTo>
                  <a:pt x="716475" y="781134"/>
                  <a:pt x="716475" y="781134"/>
                  <a:pt x="716475" y="781134"/>
                </a:cubicBezTo>
                <a:cubicBezTo>
                  <a:pt x="718069" y="785597"/>
                  <a:pt x="721256" y="788277"/>
                  <a:pt x="727176" y="788277"/>
                </a:cubicBezTo>
                <a:cubicBezTo>
                  <a:pt x="752222" y="788277"/>
                  <a:pt x="752222" y="788277"/>
                  <a:pt x="752222" y="788277"/>
                </a:cubicBezTo>
                <a:cubicBezTo>
                  <a:pt x="758142" y="788277"/>
                  <a:pt x="762697" y="784260"/>
                  <a:pt x="759736" y="776892"/>
                </a:cubicBezTo>
                <a:cubicBezTo>
                  <a:pt x="739471" y="724656"/>
                  <a:pt x="739471" y="724656"/>
                  <a:pt x="739471" y="724656"/>
                </a:cubicBezTo>
                <a:cubicBezTo>
                  <a:pt x="779774" y="699875"/>
                  <a:pt x="806416" y="655899"/>
                  <a:pt x="806416" y="603214"/>
                </a:cubicBezTo>
                <a:cubicBezTo>
                  <a:pt x="806416" y="521285"/>
                  <a:pt x="741520" y="460120"/>
                  <a:pt x="661145" y="460120"/>
                </a:cubicBezTo>
                <a:close/>
                <a:moveTo>
                  <a:pt x="0" y="0"/>
                </a:moveTo>
                <a:lnTo>
                  <a:pt x="12192000" y="0"/>
                </a:lnTo>
                <a:lnTo>
                  <a:pt x="12192000" y="6858000"/>
                </a:lnTo>
                <a:lnTo>
                  <a:pt x="0" y="6858000"/>
                </a:lnTo>
                <a:close/>
              </a:path>
            </a:pathLst>
          </a:custGeom>
          <a:gradFill>
            <a:gsLst>
              <a:gs pos="39000">
                <a:srgbClr val="202B3F">
                  <a:alpha val="65483"/>
                </a:srgbClr>
              </a:gs>
              <a:gs pos="0">
                <a:srgbClr val="202B3F">
                  <a:alpha val="73000"/>
                </a:srgbClr>
              </a:gs>
              <a:gs pos="99000">
                <a:srgbClr val="202B3F">
                  <a:alpha val="0"/>
                </a:srgbClr>
              </a:gs>
            </a:gsLst>
            <a:lin ang="0" scaled="0"/>
          </a:gradFill>
        </p:spPr>
        <p:txBody>
          <a:bodyPr wrap="square" lIns="72000">
            <a:noAutofit/>
          </a:bodyPr>
          <a:lstStyle>
            <a:lvl1pPr>
              <a:defRPr>
                <a:noFill/>
              </a:defRPr>
            </a:lvl1pPr>
          </a:lstStyle>
          <a:p>
            <a:pPr lvl="0"/>
            <a:r>
              <a:rPr lang="en-US"/>
              <a:t>Click to edit Master text styles</a:t>
            </a:r>
          </a:p>
        </p:txBody>
      </p:sp>
      <p:sp>
        <p:nvSpPr>
          <p:cNvPr id="47" name="Graphic 34">
            <a:extLst>
              <a:ext uri="{FF2B5EF4-FFF2-40B4-BE49-F238E27FC236}">
                <a16:creationId xmlns:a16="http://schemas.microsoft.com/office/drawing/2014/main" id="{9B9819F6-CC6A-D170-1AD4-5296A4CE8A14}"/>
              </a:ext>
            </a:extLst>
          </p:cNvPr>
          <p:cNvSpPr>
            <a:spLocks noChangeAspect="1"/>
          </p:cNvSpPr>
          <p:nvPr userDrawn="1"/>
        </p:nvSpPr>
        <p:spPr>
          <a:xfrm>
            <a:off x="515936" y="460180"/>
            <a:ext cx="1821600" cy="328157"/>
          </a:xfrm>
          <a:custGeom>
            <a:avLst/>
            <a:gdLst>
              <a:gd name="connsiteX0" fmla="*/ 1326970 w 4917659"/>
              <a:gd name="connsiteY0" fmla="*/ 258982 h 904875"/>
              <a:gd name="connsiteX1" fmla="*/ 1351557 w 4917659"/>
              <a:gd name="connsiteY1" fmla="*/ 283613 h 904875"/>
              <a:gd name="connsiteX2" fmla="*/ 1351557 w 4917659"/>
              <a:gd name="connsiteY2" fmla="*/ 752053 h 904875"/>
              <a:gd name="connsiteX3" fmla="*/ 1326970 w 4917659"/>
              <a:gd name="connsiteY3" fmla="*/ 775437 h 904875"/>
              <a:gd name="connsiteX4" fmla="*/ 1263650 w 4917659"/>
              <a:gd name="connsiteY4" fmla="*/ 775437 h 904875"/>
              <a:gd name="connsiteX5" fmla="*/ 1239681 w 4917659"/>
              <a:gd name="connsiteY5" fmla="*/ 752662 h 904875"/>
              <a:gd name="connsiteX6" fmla="*/ 1239681 w 4917659"/>
              <a:gd name="connsiteY6" fmla="*/ 709581 h 904875"/>
              <a:gd name="connsiteX7" fmla="*/ 1072481 w 4917659"/>
              <a:gd name="connsiteY7" fmla="*/ 789600 h 904875"/>
              <a:gd name="connsiteX8" fmla="*/ 854878 w 4917659"/>
              <a:gd name="connsiteY8" fmla="*/ 568001 h 904875"/>
              <a:gd name="connsiteX9" fmla="*/ 854878 w 4917659"/>
              <a:gd name="connsiteY9" fmla="*/ 282994 h 904875"/>
              <a:gd name="connsiteX10" fmla="*/ 880084 w 4917659"/>
              <a:gd name="connsiteY10" fmla="*/ 258982 h 904875"/>
              <a:gd name="connsiteX11" fmla="*/ 943395 w 4917659"/>
              <a:gd name="connsiteY11" fmla="*/ 258982 h 904875"/>
              <a:gd name="connsiteX12" fmla="*/ 966754 w 4917659"/>
              <a:gd name="connsiteY12" fmla="*/ 282994 h 904875"/>
              <a:gd name="connsiteX13" fmla="*/ 966754 w 4917659"/>
              <a:gd name="connsiteY13" fmla="*/ 549532 h 904875"/>
              <a:gd name="connsiteX14" fmla="*/ 1101371 w 4917659"/>
              <a:gd name="connsiteY14" fmla="*/ 692341 h 904875"/>
              <a:gd name="connsiteX15" fmla="*/ 1239681 w 4917659"/>
              <a:gd name="connsiteY15" fmla="*/ 550761 h 904875"/>
              <a:gd name="connsiteX16" fmla="*/ 1239681 w 4917659"/>
              <a:gd name="connsiteY16" fmla="*/ 282994 h 904875"/>
              <a:gd name="connsiteX17" fmla="*/ 1263650 w 4917659"/>
              <a:gd name="connsiteY17" fmla="*/ 258982 h 904875"/>
              <a:gd name="connsiteX18" fmla="*/ 1326970 w 4917659"/>
              <a:gd name="connsiteY18" fmla="*/ 258982 h 904875"/>
              <a:gd name="connsiteX19" fmla="*/ 392011 w 4917659"/>
              <a:gd name="connsiteY19" fmla="*/ -165 h 904875"/>
              <a:gd name="connsiteX20" fmla="*/ -169 w 4917659"/>
              <a:gd name="connsiteY20" fmla="*/ 394408 h 904875"/>
              <a:gd name="connsiteX21" fmla="*/ 392011 w 4917659"/>
              <a:gd name="connsiteY21" fmla="*/ 789600 h 904875"/>
              <a:gd name="connsiteX22" fmla="*/ 498966 w 4917659"/>
              <a:gd name="connsiteY22" fmla="*/ 775437 h 904875"/>
              <a:gd name="connsiteX23" fmla="*/ 541382 w 4917659"/>
              <a:gd name="connsiteY23" fmla="*/ 885012 h 904875"/>
              <a:gd name="connsiteX24" fmla="*/ 570272 w 4917659"/>
              <a:gd name="connsiteY24" fmla="*/ 904710 h 904875"/>
              <a:gd name="connsiteX25" fmla="*/ 637885 w 4917659"/>
              <a:gd name="connsiteY25" fmla="*/ 904710 h 904875"/>
              <a:gd name="connsiteX26" fmla="*/ 658170 w 4917659"/>
              <a:gd name="connsiteY26" fmla="*/ 873316 h 904875"/>
              <a:gd name="connsiteX27" fmla="*/ 603464 w 4917659"/>
              <a:gd name="connsiteY27" fmla="*/ 729279 h 904875"/>
              <a:gd name="connsiteX28" fmla="*/ 784191 w 4917659"/>
              <a:gd name="connsiteY28" fmla="*/ 394408 h 904875"/>
              <a:gd name="connsiteX29" fmla="*/ 392011 w 4917659"/>
              <a:gd name="connsiteY29" fmla="*/ -165 h 904875"/>
              <a:gd name="connsiteX30" fmla="*/ 562895 w 4917659"/>
              <a:gd name="connsiteY30" fmla="*/ 623399 h 904875"/>
              <a:gd name="connsiteX31" fmla="*/ 513101 w 4917659"/>
              <a:gd name="connsiteY31" fmla="*/ 494744 h 904875"/>
              <a:gd name="connsiteX32" fmla="*/ 481137 w 4917659"/>
              <a:gd name="connsiteY32" fmla="*/ 474428 h 904875"/>
              <a:gd name="connsiteX33" fmla="*/ 416598 w 4917659"/>
              <a:gd name="connsiteY33" fmla="*/ 474428 h 904875"/>
              <a:gd name="connsiteX34" fmla="*/ 395085 w 4917659"/>
              <a:gd name="connsiteY34" fmla="*/ 505212 h 904875"/>
              <a:gd name="connsiteX35" fmla="*/ 460243 w 4917659"/>
              <a:gd name="connsiteY35" fmla="*/ 674491 h 904875"/>
              <a:gd name="connsiteX36" fmla="*/ 392011 w 4917659"/>
              <a:gd name="connsiteY36" fmla="*/ 683111 h 904875"/>
              <a:gd name="connsiteX37" fmla="*/ 120312 w 4917659"/>
              <a:gd name="connsiteY37" fmla="*/ 394408 h 904875"/>
              <a:gd name="connsiteX38" fmla="*/ 392011 w 4917659"/>
              <a:gd name="connsiteY38" fmla="*/ 106324 h 904875"/>
              <a:gd name="connsiteX39" fmla="*/ 663710 w 4917659"/>
              <a:gd name="connsiteY39" fmla="*/ 394408 h 904875"/>
              <a:gd name="connsiteX40" fmla="*/ 562895 w 4917659"/>
              <a:gd name="connsiteY40" fmla="*/ 623399 h 904875"/>
              <a:gd name="connsiteX41" fmla="*/ 4915587 w 4917659"/>
              <a:gd name="connsiteY41" fmla="*/ 749586 h 904875"/>
              <a:gd name="connsiteX42" fmla="*/ 4898377 w 4917659"/>
              <a:gd name="connsiteY42" fmla="*/ 775437 h 904875"/>
              <a:gd name="connsiteX43" fmla="*/ 4827680 w 4917659"/>
              <a:gd name="connsiteY43" fmla="*/ 775437 h 904875"/>
              <a:gd name="connsiteX44" fmla="*/ 4799409 w 4917659"/>
              <a:gd name="connsiteY44" fmla="*/ 756358 h 904875"/>
              <a:gd name="connsiteX45" fmla="*/ 4668476 w 4917659"/>
              <a:gd name="connsiteY45" fmla="*/ 403028 h 904875"/>
              <a:gd name="connsiteX46" fmla="*/ 4535087 w 4917659"/>
              <a:gd name="connsiteY46" fmla="*/ 756358 h 904875"/>
              <a:gd name="connsiteX47" fmla="*/ 4507425 w 4917659"/>
              <a:gd name="connsiteY47" fmla="*/ 775437 h 904875"/>
              <a:gd name="connsiteX48" fmla="*/ 4444114 w 4917659"/>
              <a:gd name="connsiteY48" fmla="*/ 775437 h 904875"/>
              <a:gd name="connsiteX49" fmla="*/ 4415834 w 4917659"/>
              <a:gd name="connsiteY49" fmla="*/ 756358 h 904875"/>
              <a:gd name="connsiteX50" fmla="*/ 4281827 w 4917659"/>
              <a:gd name="connsiteY50" fmla="*/ 401180 h 904875"/>
              <a:gd name="connsiteX51" fmla="*/ 4149665 w 4917659"/>
              <a:gd name="connsiteY51" fmla="*/ 756358 h 904875"/>
              <a:gd name="connsiteX52" fmla="*/ 4121394 w 4917659"/>
              <a:gd name="connsiteY52" fmla="*/ 775437 h 904875"/>
              <a:gd name="connsiteX53" fmla="*/ 4055009 w 4917659"/>
              <a:gd name="connsiteY53" fmla="*/ 775437 h 904875"/>
              <a:gd name="connsiteX54" fmla="*/ 4026729 w 4917659"/>
              <a:gd name="connsiteY54" fmla="*/ 756358 h 904875"/>
              <a:gd name="connsiteX55" fmla="*/ 3895796 w 4917659"/>
              <a:gd name="connsiteY55" fmla="*/ 401180 h 904875"/>
              <a:gd name="connsiteX56" fmla="*/ 3760560 w 4917659"/>
              <a:gd name="connsiteY56" fmla="*/ 756358 h 904875"/>
              <a:gd name="connsiteX57" fmla="*/ 3732289 w 4917659"/>
              <a:gd name="connsiteY57" fmla="*/ 775437 h 904875"/>
              <a:gd name="connsiteX58" fmla="*/ 3668969 w 4917659"/>
              <a:gd name="connsiteY58" fmla="*/ 775437 h 904875"/>
              <a:gd name="connsiteX59" fmla="*/ 3641317 w 4917659"/>
              <a:gd name="connsiteY59" fmla="*/ 756358 h 904875"/>
              <a:gd name="connsiteX60" fmla="*/ 3509156 w 4917659"/>
              <a:gd name="connsiteY60" fmla="*/ 401180 h 904875"/>
              <a:gd name="connsiteX61" fmla="*/ 3376995 w 4917659"/>
              <a:gd name="connsiteY61" fmla="*/ 756358 h 904875"/>
              <a:gd name="connsiteX62" fmla="*/ 3348714 w 4917659"/>
              <a:gd name="connsiteY62" fmla="*/ 775437 h 904875"/>
              <a:gd name="connsiteX63" fmla="*/ 3279873 w 4917659"/>
              <a:gd name="connsiteY63" fmla="*/ 775437 h 904875"/>
              <a:gd name="connsiteX64" fmla="*/ 3262653 w 4917659"/>
              <a:gd name="connsiteY64" fmla="*/ 749586 h 904875"/>
              <a:gd name="connsiteX65" fmla="*/ 3442152 w 4917659"/>
              <a:gd name="connsiteY65" fmla="*/ 279298 h 904875"/>
              <a:gd name="connsiteX66" fmla="*/ 3470423 w 4917659"/>
              <a:gd name="connsiteY66" fmla="*/ 258982 h 904875"/>
              <a:gd name="connsiteX67" fmla="*/ 3547879 w 4917659"/>
              <a:gd name="connsiteY67" fmla="*/ 258982 h 904875"/>
              <a:gd name="connsiteX68" fmla="*/ 3575541 w 4917659"/>
              <a:gd name="connsiteY68" fmla="*/ 279298 h 904875"/>
              <a:gd name="connsiteX69" fmla="*/ 3702171 w 4917659"/>
              <a:gd name="connsiteY69" fmla="*/ 622780 h 904875"/>
              <a:gd name="connsiteX70" fmla="*/ 3830029 w 4917659"/>
              <a:gd name="connsiteY70" fmla="*/ 279298 h 904875"/>
              <a:gd name="connsiteX71" fmla="*/ 3858300 w 4917659"/>
              <a:gd name="connsiteY71" fmla="*/ 258982 h 904875"/>
              <a:gd name="connsiteX72" fmla="*/ 3934528 w 4917659"/>
              <a:gd name="connsiteY72" fmla="*/ 258982 h 904875"/>
              <a:gd name="connsiteX73" fmla="*/ 3962181 w 4917659"/>
              <a:gd name="connsiteY73" fmla="*/ 279298 h 904875"/>
              <a:gd name="connsiteX74" fmla="*/ 4089430 w 4917659"/>
              <a:gd name="connsiteY74" fmla="*/ 622780 h 904875"/>
              <a:gd name="connsiteX75" fmla="*/ 4216060 w 4917659"/>
              <a:gd name="connsiteY75" fmla="*/ 279298 h 904875"/>
              <a:gd name="connsiteX76" fmla="*/ 4243722 w 4917659"/>
              <a:gd name="connsiteY76" fmla="*/ 258982 h 904875"/>
              <a:gd name="connsiteX77" fmla="*/ 4320559 w 4917659"/>
              <a:gd name="connsiteY77" fmla="*/ 258982 h 904875"/>
              <a:gd name="connsiteX78" fmla="*/ 4348221 w 4917659"/>
              <a:gd name="connsiteY78" fmla="*/ 279298 h 904875"/>
              <a:gd name="connsiteX79" fmla="*/ 4477307 w 4917659"/>
              <a:gd name="connsiteY79" fmla="*/ 622780 h 904875"/>
              <a:gd name="connsiteX80" fmla="*/ 4602700 w 4917659"/>
              <a:gd name="connsiteY80" fmla="*/ 279298 h 904875"/>
              <a:gd name="connsiteX81" fmla="*/ 4630981 w 4917659"/>
              <a:gd name="connsiteY81" fmla="*/ 258982 h 904875"/>
              <a:gd name="connsiteX82" fmla="*/ 4708427 w 4917659"/>
              <a:gd name="connsiteY82" fmla="*/ 258982 h 904875"/>
              <a:gd name="connsiteX83" fmla="*/ 4736089 w 4917659"/>
              <a:gd name="connsiteY83" fmla="*/ 279298 h 904875"/>
              <a:gd name="connsiteX84" fmla="*/ 4915587 w 4917659"/>
              <a:gd name="connsiteY84" fmla="*/ 749586 h 904875"/>
              <a:gd name="connsiteX85" fmla="*/ 1941664 w 4917659"/>
              <a:gd name="connsiteY85" fmla="*/ 258982 h 904875"/>
              <a:gd name="connsiteX86" fmla="*/ 1877735 w 4917659"/>
              <a:gd name="connsiteY86" fmla="*/ 258982 h 904875"/>
              <a:gd name="connsiteX87" fmla="*/ 1853148 w 4917659"/>
              <a:gd name="connsiteY87" fmla="*/ 283613 h 904875"/>
              <a:gd name="connsiteX88" fmla="*/ 1853148 w 4917659"/>
              <a:gd name="connsiteY88" fmla="*/ 326695 h 904875"/>
              <a:gd name="connsiteX89" fmla="*/ 1684720 w 4917659"/>
              <a:gd name="connsiteY89" fmla="*/ 244208 h 904875"/>
              <a:gd name="connsiteX90" fmla="*/ 1424700 w 4917659"/>
              <a:gd name="connsiteY90" fmla="*/ 516290 h 904875"/>
              <a:gd name="connsiteX91" fmla="*/ 1683492 w 4917659"/>
              <a:gd name="connsiteY91" fmla="*/ 789600 h 904875"/>
              <a:gd name="connsiteX92" fmla="*/ 1853148 w 4917659"/>
              <a:gd name="connsiteY92" fmla="*/ 706495 h 904875"/>
              <a:gd name="connsiteX93" fmla="*/ 1853148 w 4917659"/>
              <a:gd name="connsiteY93" fmla="*/ 752053 h 904875"/>
              <a:gd name="connsiteX94" fmla="*/ 1877735 w 4917659"/>
              <a:gd name="connsiteY94" fmla="*/ 775437 h 904875"/>
              <a:gd name="connsiteX95" fmla="*/ 1941664 w 4917659"/>
              <a:gd name="connsiteY95" fmla="*/ 775437 h 904875"/>
              <a:gd name="connsiteX96" fmla="*/ 1965023 w 4917659"/>
              <a:gd name="connsiteY96" fmla="*/ 752053 h 904875"/>
              <a:gd name="connsiteX97" fmla="*/ 1965023 w 4917659"/>
              <a:gd name="connsiteY97" fmla="*/ 283613 h 904875"/>
              <a:gd name="connsiteX98" fmla="*/ 1941664 w 4917659"/>
              <a:gd name="connsiteY98" fmla="*/ 258982 h 904875"/>
              <a:gd name="connsiteX99" fmla="*/ 1696399 w 4917659"/>
              <a:gd name="connsiteY99" fmla="*/ 686187 h 904875"/>
              <a:gd name="connsiteX100" fmla="*/ 1538423 w 4917659"/>
              <a:gd name="connsiteY100" fmla="*/ 517519 h 904875"/>
              <a:gd name="connsiteX101" fmla="*/ 1696399 w 4917659"/>
              <a:gd name="connsiteY101" fmla="*/ 349469 h 904875"/>
              <a:gd name="connsiteX102" fmla="*/ 1854375 w 4917659"/>
              <a:gd name="connsiteY102" fmla="*/ 517519 h 904875"/>
              <a:gd name="connsiteX103" fmla="*/ 1696399 w 4917659"/>
              <a:gd name="connsiteY103" fmla="*/ 686187 h 904875"/>
              <a:gd name="connsiteX104" fmla="*/ 2697743 w 4917659"/>
              <a:gd name="connsiteY104" fmla="*/ 702190 h 904875"/>
              <a:gd name="connsiteX105" fmla="*/ 2692831 w 4917659"/>
              <a:gd name="connsiteY105" fmla="*/ 737889 h 904875"/>
              <a:gd name="connsiteX106" fmla="*/ 2526859 w 4917659"/>
              <a:gd name="connsiteY106" fmla="*/ 789600 h 904875"/>
              <a:gd name="connsiteX107" fmla="*/ 2260701 w 4917659"/>
              <a:gd name="connsiteY107" fmla="*/ 517519 h 904875"/>
              <a:gd name="connsiteX108" fmla="*/ 2526859 w 4917659"/>
              <a:gd name="connsiteY108" fmla="*/ 244208 h 904875"/>
              <a:gd name="connsiteX109" fmla="*/ 2692831 w 4917659"/>
              <a:gd name="connsiteY109" fmla="*/ 295301 h 904875"/>
              <a:gd name="connsiteX110" fmla="*/ 2697743 w 4917659"/>
              <a:gd name="connsiteY110" fmla="*/ 331010 h 904875"/>
              <a:gd name="connsiteX111" fmla="*/ 2667625 w 4917659"/>
              <a:gd name="connsiteY111" fmla="*/ 372863 h 904875"/>
              <a:gd name="connsiteX112" fmla="*/ 2630130 w 4917659"/>
              <a:gd name="connsiteY112" fmla="*/ 377177 h 904875"/>
              <a:gd name="connsiteX113" fmla="*/ 2530553 w 4917659"/>
              <a:gd name="connsiteY113" fmla="*/ 346393 h 904875"/>
              <a:gd name="connsiteX114" fmla="*/ 2374414 w 4917659"/>
              <a:gd name="connsiteY114" fmla="*/ 517519 h 904875"/>
              <a:gd name="connsiteX115" fmla="*/ 2530553 w 4917659"/>
              <a:gd name="connsiteY115" fmla="*/ 687416 h 904875"/>
              <a:gd name="connsiteX116" fmla="*/ 2628284 w 4917659"/>
              <a:gd name="connsiteY116" fmla="*/ 656022 h 904875"/>
              <a:gd name="connsiteX117" fmla="*/ 2665788 w 4917659"/>
              <a:gd name="connsiteY117" fmla="*/ 661565 h 904875"/>
              <a:gd name="connsiteX118" fmla="*/ 2697743 w 4917659"/>
              <a:gd name="connsiteY118" fmla="*/ 702190 h 904875"/>
              <a:gd name="connsiteX119" fmla="*/ 2996495 w 4917659"/>
              <a:gd name="connsiteY119" fmla="*/ 244827 h 904875"/>
              <a:gd name="connsiteX120" fmla="*/ 2726024 w 4917659"/>
              <a:gd name="connsiteY120" fmla="*/ 517519 h 904875"/>
              <a:gd name="connsiteX121" fmla="*/ 2996495 w 4917659"/>
              <a:gd name="connsiteY121" fmla="*/ 789600 h 904875"/>
              <a:gd name="connsiteX122" fmla="*/ 3267575 w 4917659"/>
              <a:gd name="connsiteY122" fmla="*/ 517519 h 904875"/>
              <a:gd name="connsiteX123" fmla="*/ 2996495 w 4917659"/>
              <a:gd name="connsiteY123" fmla="*/ 244827 h 904875"/>
              <a:gd name="connsiteX124" fmla="*/ 2996495 w 4917659"/>
              <a:gd name="connsiteY124" fmla="*/ 684949 h 904875"/>
              <a:gd name="connsiteX125" fmla="*/ 2838519 w 4917659"/>
              <a:gd name="connsiteY125" fmla="*/ 517519 h 904875"/>
              <a:gd name="connsiteX126" fmla="*/ 2996495 w 4917659"/>
              <a:gd name="connsiteY126" fmla="*/ 349469 h 904875"/>
              <a:gd name="connsiteX127" fmla="*/ 3154471 w 4917659"/>
              <a:gd name="connsiteY127" fmla="*/ 517519 h 904875"/>
              <a:gd name="connsiteX128" fmla="*/ 2996495 w 4917659"/>
              <a:gd name="connsiteY128" fmla="*/ 684949 h 904875"/>
              <a:gd name="connsiteX129" fmla="*/ 2163569 w 4917659"/>
              <a:gd name="connsiteY129" fmla="*/ 13989 h 904875"/>
              <a:gd name="connsiteX130" fmla="*/ 2187548 w 4917659"/>
              <a:gd name="connsiteY130" fmla="*/ 38611 h 904875"/>
              <a:gd name="connsiteX131" fmla="*/ 2187548 w 4917659"/>
              <a:gd name="connsiteY131" fmla="*/ 750815 h 904875"/>
              <a:gd name="connsiteX132" fmla="*/ 2163569 w 4917659"/>
              <a:gd name="connsiteY132" fmla="*/ 775437 h 904875"/>
              <a:gd name="connsiteX133" fmla="*/ 2100259 w 4917659"/>
              <a:gd name="connsiteY133" fmla="*/ 775437 h 904875"/>
              <a:gd name="connsiteX134" fmla="*/ 2075672 w 4917659"/>
              <a:gd name="connsiteY134" fmla="*/ 750815 h 904875"/>
              <a:gd name="connsiteX135" fmla="*/ 2075672 w 4917659"/>
              <a:gd name="connsiteY135" fmla="*/ 38611 h 904875"/>
              <a:gd name="connsiteX136" fmla="*/ 2100259 w 4917659"/>
              <a:gd name="connsiteY136" fmla="*/ 13989 h 904875"/>
              <a:gd name="connsiteX137" fmla="*/ 2163569 w 4917659"/>
              <a:gd name="connsiteY137" fmla="*/ 13989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4917659" h="904875">
                <a:moveTo>
                  <a:pt x="1326970" y="258982"/>
                </a:moveTo>
                <a:cubicBezTo>
                  <a:pt x="1339877" y="258982"/>
                  <a:pt x="1351557" y="269450"/>
                  <a:pt x="1351557" y="283613"/>
                </a:cubicBezTo>
                <a:cubicBezTo>
                  <a:pt x="1351557" y="752053"/>
                  <a:pt x="1351557" y="752053"/>
                  <a:pt x="1351557" y="752053"/>
                </a:cubicBezTo>
                <a:cubicBezTo>
                  <a:pt x="1351557" y="764978"/>
                  <a:pt x="1339877" y="775437"/>
                  <a:pt x="1326970" y="775437"/>
                </a:cubicBezTo>
                <a:cubicBezTo>
                  <a:pt x="1263650" y="775437"/>
                  <a:pt x="1263650" y="775437"/>
                  <a:pt x="1263650" y="775437"/>
                </a:cubicBezTo>
                <a:cubicBezTo>
                  <a:pt x="1251361" y="775437"/>
                  <a:pt x="1239681" y="765588"/>
                  <a:pt x="1239681" y="752662"/>
                </a:cubicBezTo>
                <a:cubicBezTo>
                  <a:pt x="1239681" y="709581"/>
                  <a:pt x="1239681" y="709581"/>
                  <a:pt x="1239681" y="709581"/>
                </a:cubicBezTo>
                <a:cubicBezTo>
                  <a:pt x="1207717" y="756977"/>
                  <a:pt x="1153011" y="789600"/>
                  <a:pt x="1072481" y="789600"/>
                </a:cubicBezTo>
                <a:cubicBezTo>
                  <a:pt x="937864" y="789600"/>
                  <a:pt x="854878" y="700342"/>
                  <a:pt x="854878" y="568001"/>
                </a:cubicBezTo>
                <a:cubicBezTo>
                  <a:pt x="854878" y="282994"/>
                  <a:pt x="854878" y="282994"/>
                  <a:pt x="854878" y="282994"/>
                </a:cubicBezTo>
                <a:cubicBezTo>
                  <a:pt x="854878" y="269450"/>
                  <a:pt x="867167" y="258982"/>
                  <a:pt x="880084" y="258982"/>
                </a:cubicBezTo>
                <a:cubicBezTo>
                  <a:pt x="943395" y="258982"/>
                  <a:pt x="943395" y="258982"/>
                  <a:pt x="943395" y="258982"/>
                </a:cubicBezTo>
                <a:cubicBezTo>
                  <a:pt x="956302" y="258982"/>
                  <a:pt x="966754" y="269450"/>
                  <a:pt x="966754" y="282994"/>
                </a:cubicBezTo>
                <a:cubicBezTo>
                  <a:pt x="966754" y="549532"/>
                  <a:pt x="966754" y="549532"/>
                  <a:pt x="966754" y="549532"/>
                </a:cubicBezTo>
                <a:cubicBezTo>
                  <a:pt x="966754" y="635705"/>
                  <a:pt x="1012245" y="692341"/>
                  <a:pt x="1101371" y="692341"/>
                </a:cubicBezTo>
                <a:cubicBezTo>
                  <a:pt x="1188041" y="692341"/>
                  <a:pt x="1239681" y="633248"/>
                  <a:pt x="1239681" y="550761"/>
                </a:cubicBezTo>
                <a:cubicBezTo>
                  <a:pt x="1239681" y="282994"/>
                  <a:pt x="1239681" y="282994"/>
                  <a:pt x="1239681" y="282994"/>
                </a:cubicBezTo>
                <a:cubicBezTo>
                  <a:pt x="1239681" y="269450"/>
                  <a:pt x="1251361" y="258982"/>
                  <a:pt x="1263650" y="258982"/>
                </a:cubicBezTo>
                <a:cubicBezTo>
                  <a:pt x="1326970" y="258982"/>
                  <a:pt x="1326970" y="258982"/>
                  <a:pt x="1326970" y="258982"/>
                </a:cubicBezTo>
                <a:moveTo>
                  <a:pt x="392011" y="-165"/>
                </a:moveTo>
                <a:cubicBezTo>
                  <a:pt x="175017" y="-165"/>
                  <a:pt x="-169" y="168494"/>
                  <a:pt x="-169" y="394408"/>
                </a:cubicBezTo>
                <a:cubicBezTo>
                  <a:pt x="-169" y="620322"/>
                  <a:pt x="175017" y="789600"/>
                  <a:pt x="392011" y="789600"/>
                </a:cubicBezTo>
                <a:cubicBezTo>
                  <a:pt x="428887" y="789600"/>
                  <a:pt x="465154" y="784676"/>
                  <a:pt x="498966" y="775437"/>
                </a:cubicBezTo>
                <a:cubicBezTo>
                  <a:pt x="541382" y="885012"/>
                  <a:pt x="541382" y="885012"/>
                  <a:pt x="541382" y="885012"/>
                </a:cubicBezTo>
                <a:cubicBezTo>
                  <a:pt x="545684" y="897319"/>
                  <a:pt x="554290" y="904710"/>
                  <a:pt x="570272" y="904710"/>
                </a:cubicBezTo>
                <a:cubicBezTo>
                  <a:pt x="637885" y="904710"/>
                  <a:pt x="637885" y="904710"/>
                  <a:pt x="637885" y="904710"/>
                </a:cubicBezTo>
                <a:cubicBezTo>
                  <a:pt x="653867" y="904710"/>
                  <a:pt x="666166" y="893633"/>
                  <a:pt x="658170" y="873316"/>
                </a:cubicBezTo>
                <a:cubicBezTo>
                  <a:pt x="603464" y="729279"/>
                  <a:pt x="603464" y="729279"/>
                  <a:pt x="603464" y="729279"/>
                </a:cubicBezTo>
                <a:cubicBezTo>
                  <a:pt x="712266" y="660946"/>
                  <a:pt x="784191" y="539683"/>
                  <a:pt x="784191" y="394408"/>
                </a:cubicBezTo>
                <a:cubicBezTo>
                  <a:pt x="784191" y="168494"/>
                  <a:pt x="608995" y="-165"/>
                  <a:pt x="392011" y="-165"/>
                </a:cubicBezTo>
                <a:moveTo>
                  <a:pt x="562895" y="623399"/>
                </a:moveTo>
                <a:cubicBezTo>
                  <a:pt x="513101" y="494744"/>
                  <a:pt x="513101" y="494744"/>
                  <a:pt x="513101" y="494744"/>
                </a:cubicBezTo>
                <a:cubicBezTo>
                  <a:pt x="508799" y="483667"/>
                  <a:pt x="500194" y="474428"/>
                  <a:pt x="481137" y="474428"/>
                </a:cubicBezTo>
                <a:cubicBezTo>
                  <a:pt x="416598" y="474428"/>
                  <a:pt x="416598" y="474428"/>
                  <a:pt x="416598" y="474428"/>
                </a:cubicBezTo>
                <a:cubicBezTo>
                  <a:pt x="400616" y="474428"/>
                  <a:pt x="387708" y="484896"/>
                  <a:pt x="395085" y="505212"/>
                </a:cubicBezTo>
                <a:cubicBezTo>
                  <a:pt x="460243" y="674491"/>
                  <a:pt x="460243" y="674491"/>
                  <a:pt x="460243" y="674491"/>
                </a:cubicBezTo>
                <a:cubicBezTo>
                  <a:pt x="438730" y="680025"/>
                  <a:pt x="415980" y="683111"/>
                  <a:pt x="392011" y="683111"/>
                </a:cubicBezTo>
                <a:cubicBezTo>
                  <a:pt x="232797" y="683111"/>
                  <a:pt x="120312" y="558152"/>
                  <a:pt x="120312" y="394408"/>
                </a:cubicBezTo>
                <a:cubicBezTo>
                  <a:pt x="120312" y="231283"/>
                  <a:pt x="232797" y="106324"/>
                  <a:pt x="392011" y="106324"/>
                </a:cubicBezTo>
                <a:cubicBezTo>
                  <a:pt x="551215" y="106324"/>
                  <a:pt x="663710" y="231283"/>
                  <a:pt x="663710" y="394408"/>
                </a:cubicBezTo>
                <a:cubicBezTo>
                  <a:pt x="663710" y="489820"/>
                  <a:pt x="625596" y="571687"/>
                  <a:pt x="562895" y="623399"/>
                </a:cubicBezTo>
                <a:moveTo>
                  <a:pt x="4915587" y="749586"/>
                </a:moveTo>
                <a:cubicBezTo>
                  <a:pt x="4921118" y="762511"/>
                  <a:pt x="4914359" y="775437"/>
                  <a:pt x="4898377" y="775437"/>
                </a:cubicBezTo>
                <a:cubicBezTo>
                  <a:pt x="4827680" y="775437"/>
                  <a:pt x="4827680" y="775437"/>
                  <a:pt x="4827680" y="775437"/>
                </a:cubicBezTo>
                <a:cubicBezTo>
                  <a:pt x="4814772" y="775437"/>
                  <a:pt x="4803711" y="769284"/>
                  <a:pt x="4799409" y="756358"/>
                </a:cubicBezTo>
                <a:cubicBezTo>
                  <a:pt x="4668476" y="403028"/>
                  <a:pt x="4668476" y="403028"/>
                  <a:pt x="4668476" y="403028"/>
                </a:cubicBezTo>
                <a:cubicBezTo>
                  <a:pt x="4535087" y="756358"/>
                  <a:pt x="4535087" y="756358"/>
                  <a:pt x="4535087" y="756358"/>
                </a:cubicBezTo>
                <a:cubicBezTo>
                  <a:pt x="4529556" y="769903"/>
                  <a:pt x="4520333" y="775437"/>
                  <a:pt x="4507425" y="775437"/>
                </a:cubicBezTo>
                <a:cubicBezTo>
                  <a:pt x="4444114" y="775437"/>
                  <a:pt x="4444114" y="775437"/>
                  <a:pt x="4444114" y="775437"/>
                </a:cubicBezTo>
                <a:cubicBezTo>
                  <a:pt x="4431197" y="775437"/>
                  <a:pt x="4421365" y="769903"/>
                  <a:pt x="4415834" y="756358"/>
                </a:cubicBezTo>
                <a:cubicBezTo>
                  <a:pt x="4281827" y="401180"/>
                  <a:pt x="4281827" y="401180"/>
                  <a:pt x="4281827" y="401180"/>
                </a:cubicBezTo>
                <a:cubicBezTo>
                  <a:pt x="4149665" y="756358"/>
                  <a:pt x="4149665" y="756358"/>
                  <a:pt x="4149665" y="756358"/>
                </a:cubicBezTo>
                <a:cubicBezTo>
                  <a:pt x="4144135" y="769284"/>
                  <a:pt x="4134302" y="775437"/>
                  <a:pt x="4121394" y="775437"/>
                </a:cubicBezTo>
                <a:cubicBezTo>
                  <a:pt x="4055009" y="775437"/>
                  <a:pt x="4055009" y="775437"/>
                  <a:pt x="4055009" y="775437"/>
                </a:cubicBezTo>
                <a:cubicBezTo>
                  <a:pt x="4042092" y="775437"/>
                  <a:pt x="4032259" y="769284"/>
                  <a:pt x="4026729" y="756358"/>
                </a:cubicBezTo>
                <a:cubicBezTo>
                  <a:pt x="3895796" y="401180"/>
                  <a:pt x="3895796" y="401180"/>
                  <a:pt x="3895796" y="401180"/>
                </a:cubicBezTo>
                <a:cubicBezTo>
                  <a:pt x="3760560" y="756358"/>
                  <a:pt x="3760560" y="756358"/>
                  <a:pt x="3760560" y="756358"/>
                </a:cubicBezTo>
                <a:cubicBezTo>
                  <a:pt x="3755030" y="769903"/>
                  <a:pt x="3745197" y="775437"/>
                  <a:pt x="3732289" y="775437"/>
                </a:cubicBezTo>
                <a:cubicBezTo>
                  <a:pt x="3668969" y="775437"/>
                  <a:pt x="3668969" y="775437"/>
                  <a:pt x="3668969" y="775437"/>
                </a:cubicBezTo>
                <a:cubicBezTo>
                  <a:pt x="3656061" y="775437"/>
                  <a:pt x="3646228" y="769903"/>
                  <a:pt x="3641317" y="756358"/>
                </a:cubicBezTo>
                <a:cubicBezTo>
                  <a:pt x="3509156" y="401180"/>
                  <a:pt x="3509156" y="401180"/>
                  <a:pt x="3509156" y="401180"/>
                </a:cubicBezTo>
                <a:cubicBezTo>
                  <a:pt x="3376995" y="756358"/>
                  <a:pt x="3376995" y="756358"/>
                  <a:pt x="3376995" y="756358"/>
                </a:cubicBezTo>
                <a:cubicBezTo>
                  <a:pt x="3372692" y="769284"/>
                  <a:pt x="3361622" y="775437"/>
                  <a:pt x="3348714" y="775437"/>
                </a:cubicBezTo>
                <a:cubicBezTo>
                  <a:pt x="3279873" y="775437"/>
                  <a:pt x="3279873" y="775437"/>
                  <a:pt x="3279873" y="775437"/>
                </a:cubicBezTo>
                <a:cubicBezTo>
                  <a:pt x="3263881" y="775437"/>
                  <a:pt x="3257742" y="762511"/>
                  <a:pt x="3262653" y="749586"/>
                </a:cubicBezTo>
                <a:cubicBezTo>
                  <a:pt x="3442152" y="279298"/>
                  <a:pt x="3442152" y="279298"/>
                  <a:pt x="3442152" y="279298"/>
                </a:cubicBezTo>
                <a:cubicBezTo>
                  <a:pt x="3447683" y="265754"/>
                  <a:pt x="3457515" y="258982"/>
                  <a:pt x="3470423" y="258982"/>
                </a:cubicBezTo>
                <a:cubicBezTo>
                  <a:pt x="3547879" y="258982"/>
                  <a:pt x="3547879" y="258982"/>
                  <a:pt x="3547879" y="258982"/>
                </a:cubicBezTo>
                <a:cubicBezTo>
                  <a:pt x="3560786" y="258982"/>
                  <a:pt x="3570010" y="265754"/>
                  <a:pt x="3575541" y="279298"/>
                </a:cubicBezTo>
                <a:cubicBezTo>
                  <a:pt x="3702171" y="622780"/>
                  <a:pt x="3702171" y="622780"/>
                  <a:pt x="3702171" y="622780"/>
                </a:cubicBezTo>
                <a:cubicBezTo>
                  <a:pt x="3830029" y="279298"/>
                  <a:pt x="3830029" y="279298"/>
                  <a:pt x="3830029" y="279298"/>
                </a:cubicBezTo>
                <a:cubicBezTo>
                  <a:pt x="3835560" y="265754"/>
                  <a:pt x="3845393" y="258982"/>
                  <a:pt x="3858300" y="258982"/>
                </a:cubicBezTo>
                <a:cubicBezTo>
                  <a:pt x="3934528" y="258982"/>
                  <a:pt x="3934528" y="258982"/>
                  <a:pt x="3934528" y="258982"/>
                </a:cubicBezTo>
                <a:cubicBezTo>
                  <a:pt x="3947436" y="258982"/>
                  <a:pt x="3957269" y="265754"/>
                  <a:pt x="3962181" y="279298"/>
                </a:cubicBezTo>
                <a:cubicBezTo>
                  <a:pt x="4089430" y="622780"/>
                  <a:pt x="4089430" y="622780"/>
                  <a:pt x="4089430" y="622780"/>
                </a:cubicBezTo>
                <a:cubicBezTo>
                  <a:pt x="4216060" y="279298"/>
                  <a:pt x="4216060" y="279298"/>
                  <a:pt x="4216060" y="279298"/>
                </a:cubicBezTo>
                <a:cubicBezTo>
                  <a:pt x="4221591" y="265754"/>
                  <a:pt x="4230805" y="258982"/>
                  <a:pt x="4243722" y="258982"/>
                </a:cubicBezTo>
                <a:cubicBezTo>
                  <a:pt x="4320559" y="258982"/>
                  <a:pt x="4320559" y="258982"/>
                  <a:pt x="4320559" y="258982"/>
                </a:cubicBezTo>
                <a:cubicBezTo>
                  <a:pt x="4332848" y="258982"/>
                  <a:pt x="4342681" y="265754"/>
                  <a:pt x="4348221" y="279298"/>
                </a:cubicBezTo>
                <a:cubicBezTo>
                  <a:pt x="4477307" y="622780"/>
                  <a:pt x="4477307" y="622780"/>
                  <a:pt x="4477307" y="622780"/>
                </a:cubicBezTo>
                <a:cubicBezTo>
                  <a:pt x="4602700" y="279298"/>
                  <a:pt x="4602700" y="279298"/>
                  <a:pt x="4602700" y="279298"/>
                </a:cubicBezTo>
                <a:cubicBezTo>
                  <a:pt x="4608231" y="265754"/>
                  <a:pt x="4618073" y="258982"/>
                  <a:pt x="4630981" y="258982"/>
                </a:cubicBezTo>
                <a:cubicBezTo>
                  <a:pt x="4708427" y="258982"/>
                  <a:pt x="4708427" y="258982"/>
                  <a:pt x="4708427" y="258982"/>
                </a:cubicBezTo>
                <a:cubicBezTo>
                  <a:pt x="4721344" y="258982"/>
                  <a:pt x="4730558" y="265754"/>
                  <a:pt x="4736089" y="279298"/>
                </a:cubicBezTo>
                <a:cubicBezTo>
                  <a:pt x="4915587" y="749586"/>
                  <a:pt x="4915587" y="749586"/>
                  <a:pt x="4915587" y="749586"/>
                </a:cubicBezTo>
                <a:moveTo>
                  <a:pt x="1941664" y="258982"/>
                </a:moveTo>
                <a:cubicBezTo>
                  <a:pt x="1877735" y="258982"/>
                  <a:pt x="1877735" y="258982"/>
                  <a:pt x="1877735" y="258982"/>
                </a:cubicBezTo>
                <a:cubicBezTo>
                  <a:pt x="1865446" y="258982"/>
                  <a:pt x="1853148" y="269450"/>
                  <a:pt x="1853148" y="283613"/>
                </a:cubicBezTo>
                <a:cubicBezTo>
                  <a:pt x="1853148" y="326695"/>
                  <a:pt x="1853148" y="326695"/>
                  <a:pt x="1853148" y="326695"/>
                </a:cubicBezTo>
                <a:cubicBezTo>
                  <a:pt x="1821183" y="278070"/>
                  <a:pt x="1758491" y="244208"/>
                  <a:pt x="1684720" y="244208"/>
                </a:cubicBezTo>
                <a:cubicBezTo>
                  <a:pt x="1545182" y="244208"/>
                  <a:pt x="1424700" y="355013"/>
                  <a:pt x="1424700" y="516290"/>
                </a:cubicBezTo>
                <a:cubicBezTo>
                  <a:pt x="1424700" y="680025"/>
                  <a:pt x="1545182" y="789600"/>
                  <a:pt x="1683492" y="789600"/>
                </a:cubicBezTo>
                <a:cubicBezTo>
                  <a:pt x="1758491" y="789600"/>
                  <a:pt x="1819955" y="755129"/>
                  <a:pt x="1853148" y="706495"/>
                </a:cubicBezTo>
                <a:cubicBezTo>
                  <a:pt x="1853148" y="752053"/>
                  <a:pt x="1853148" y="752053"/>
                  <a:pt x="1853148" y="752053"/>
                </a:cubicBezTo>
                <a:cubicBezTo>
                  <a:pt x="1853148" y="764978"/>
                  <a:pt x="1865446" y="775437"/>
                  <a:pt x="1877735" y="775437"/>
                </a:cubicBezTo>
                <a:cubicBezTo>
                  <a:pt x="1941664" y="775437"/>
                  <a:pt x="1941664" y="775437"/>
                  <a:pt x="1941664" y="775437"/>
                </a:cubicBezTo>
                <a:cubicBezTo>
                  <a:pt x="1954572" y="775437"/>
                  <a:pt x="1965023" y="764978"/>
                  <a:pt x="1965023" y="752053"/>
                </a:cubicBezTo>
                <a:cubicBezTo>
                  <a:pt x="1965023" y="283613"/>
                  <a:pt x="1965023" y="283613"/>
                  <a:pt x="1965023" y="283613"/>
                </a:cubicBezTo>
                <a:cubicBezTo>
                  <a:pt x="1965023" y="269450"/>
                  <a:pt x="1954572" y="258982"/>
                  <a:pt x="1941664" y="258982"/>
                </a:cubicBezTo>
                <a:moveTo>
                  <a:pt x="1696399" y="686187"/>
                </a:moveTo>
                <a:cubicBezTo>
                  <a:pt x="1604199" y="686187"/>
                  <a:pt x="1538423" y="611083"/>
                  <a:pt x="1538423" y="517519"/>
                </a:cubicBezTo>
                <a:cubicBezTo>
                  <a:pt x="1538423" y="422726"/>
                  <a:pt x="1604199" y="349469"/>
                  <a:pt x="1696399" y="349469"/>
                </a:cubicBezTo>
                <a:cubicBezTo>
                  <a:pt x="1787990" y="349469"/>
                  <a:pt x="1854375" y="422726"/>
                  <a:pt x="1854375" y="517519"/>
                </a:cubicBezTo>
                <a:cubicBezTo>
                  <a:pt x="1854375" y="611083"/>
                  <a:pt x="1787990" y="686187"/>
                  <a:pt x="1696399" y="686187"/>
                </a:cubicBezTo>
                <a:moveTo>
                  <a:pt x="2697743" y="702190"/>
                </a:moveTo>
                <a:cubicBezTo>
                  <a:pt x="2711888" y="719430"/>
                  <a:pt x="2700209" y="732355"/>
                  <a:pt x="2692831" y="737889"/>
                </a:cubicBezTo>
                <a:cubicBezTo>
                  <a:pt x="2648568" y="771131"/>
                  <a:pt x="2590179" y="789600"/>
                  <a:pt x="2526859" y="789600"/>
                </a:cubicBezTo>
                <a:cubicBezTo>
                  <a:pt x="2367036" y="789600"/>
                  <a:pt x="2260701" y="672024"/>
                  <a:pt x="2260701" y="517519"/>
                </a:cubicBezTo>
                <a:cubicBezTo>
                  <a:pt x="2260701" y="362404"/>
                  <a:pt x="2367036" y="244208"/>
                  <a:pt x="2526859" y="244208"/>
                </a:cubicBezTo>
                <a:cubicBezTo>
                  <a:pt x="2590179" y="244208"/>
                  <a:pt x="2648568" y="262068"/>
                  <a:pt x="2692831" y="295301"/>
                </a:cubicBezTo>
                <a:cubicBezTo>
                  <a:pt x="2700209" y="300844"/>
                  <a:pt x="2710660" y="312541"/>
                  <a:pt x="2697743" y="331010"/>
                </a:cubicBezTo>
                <a:cubicBezTo>
                  <a:pt x="2667625" y="372863"/>
                  <a:pt x="2667625" y="372863"/>
                  <a:pt x="2667625" y="372863"/>
                </a:cubicBezTo>
                <a:cubicBezTo>
                  <a:pt x="2655946" y="389484"/>
                  <a:pt x="2641810" y="385178"/>
                  <a:pt x="2630130" y="377177"/>
                </a:cubicBezTo>
                <a:cubicBezTo>
                  <a:pt x="2602468" y="359937"/>
                  <a:pt x="2568657" y="346393"/>
                  <a:pt x="2530553" y="346393"/>
                </a:cubicBezTo>
                <a:cubicBezTo>
                  <a:pt x="2436496" y="346393"/>
                  <a:pt x="2374414" y="421497"/>
                  <a:pt x="2374414" y="517519"/>
                </a:cubicBezTo>
                <a:cubicBezTo>
                  <a:pt x="2374414" y="612931"/>
                  <a:pt x="2436496" y="687416"/>
                  <a:pt x="2530553" y="687416"/>
                </a:cubicBezTo>
                <a:cubicBezTo>
                  <a:pt x="2568657" y="687416"/>
                  <a:pt x="2600012" y="672024"/>
                  <a:pt x="2628284" y="656022"/>
                </a:cubicBezTo>
                <a:cubicBezTo>
                  <a:pt x="2639963" y="649869"/>
                  <a:pt x="2652871" y="644325"/>
                  <a:pt x="2665788" y="661565"/>
                </a:cubicBezTo>
                <a:lnTo>
                  <a:pt x="2697743" y="702190"/>
                </a:lnTo>
                <a:close/>
                <a:moveTo>
                  <a:pt x="2996495" y="244827"/>
                </a:moveTo>
                <a:cubicBezTo>
                  <a:pt x="2845886" y="244827"/>
                  <a:pt x="2726024" y="363633"/>
                  <a:pt x="2726024" y="517519"/>
                </a:cubicBezTo>
                <a:cubicBezTo>
                  <a:pt x="2726024" y="672024"/>
                  <a:pt x="2845886" y="789600"/>
                  <a:pt x="2996495" y="789600"/>
                </a:cubicBezTo>
                <a:cubicBezTo>
                  <a:pt x="3147094" y="789600"/>
                  <a:pt x="3267575" y="672024"/>
                  <a:pt x="3267575" y="517519"/>
                </a:cubicBezTo>
                <a:cubicBezTo>
                  <a:pt x="3267575" y="363633"/>
                  <a:pt x="3147094" y="244827"/>
                  <a:pt x="2996495" y="244827"/>
                </a:cubicBezTo>
                <a:moveTo>
                  <a:pt x="2996495" y="684949"/>
                </a:moveTo>
                <a:cubicBezTo>
                  <a:pt x="2904285" y="684949"/>
                  <a:pt x="2838519" y="611083"/>
                  <a:pt x="2838519" y="517519"/>
                </a:cubicBezTo>
                <a:cubicBezTo>
                  <a:pt x="2838519" y="422726"/>
                  <a:pt x="2904285" y="349469"/>
                  <a:pt x="2996495" y="349469"/>
                </a:cubicBezTo>
                <a:cubicBezTo>
                  <a:pt x="3089314" y="349469"/>
                  <a:pt x="3154471" y="422726"/>
                  <a:pt x="3154471" y="517519"/>
                </a:cubicBezTo>
                <a:cubicBezTo>
                  <a:pt x="3154471" y="611083"/>
                  <a:pt x="3089314" y="684949"/>
                  <a:pt x="2996495" y="684949"/>
                </a:cubicBezTo>
                <a:moveTo>
                  <a:pt x="2163569" y="13989"/>
                </a:moveTo>
                <a:cubicBezTo>
                  <a:pt x="2177715" y="13989"/>
                  <a:pt x="2187548" y="25686"/>
                  <a:pt x="2187548" y="38611"/>
                </a:cubicBezTo>
                <a:cubicBezTo>
                  <a:pt x="2187548" y="750815"/>
                  <a:pt x="2187548" y="750815"/>
                  <a:pt x="2187548" y="750815"/>
                </a:cubicBezTo>
                <a:cubicBezTo>
                  <a:pt x="2187548" y="763750"/>
                  <a:pt x="2177715" y="775437"/>
                  <a:pt x="2163569" y="775437"/>
                </a:cubicBezTo>
                <a:cubicBezTo>
                  <a:pt x="2100259" y="775437"/>
                  <a:pt x="2100259" y="775437"/>
                  <a:pt x="2100259" y="775437"/>
                </a:cubicBezTo>
                <a:cubicBezTo>
                  <a:pt x="2087351" y="775437"/>
                  <a:pt x="2075672" y="763750"/>
                  <a:pt x="2075672" y="750815"/>
                </a:cubicBezTo>
                <a:cubicBezTo>
                  <a:pt x="2075672" y="38611"/>
                  <a:pt x="2075672" y="38611"/>
                  <a:pt x="2075672" y="38611"/>
                </a:cubicBezTo>
                <a:cubicBezTo>
                  <a:pt x="2075672" y="25686"/>
                  <a:pt x="2087351" y="13989"/>
                  <a:pt x="2100259" y="13989"/>
                </a:cubicBezTo>
                <a:cubicBezTo>
                  <a:pt x="2163569" y="13989"/>
                  <a:pt x="2163569" y="13989"/>
                  <a:pt x="2163569" y="13989"/>
                </a:cubicBezTo>
              </a:path>
            </a:pathLst>
          </a:custGeom>
          <a:solidFill>
            <a:schemeClr val="tx1"/>
          </a:solidFill>
          <a:ln w="9507" cap="flat">
            <a:noFill/>
            <a:prstDash val="solid"/>
            <a:miter/>
          </a:ln>
        </p:spPr>
        <p:txBody>
          <a:bodyPr rtlCol="0" anchor="ctr"/>
          <a:lstStyle/>
          <a:p>
            <a:endParaRPr lang="en-US"/>
          </a:p>
        </p:txBody>
      </p:sp>
      <p:sp>
        <p:nvSpPr>
          <p:cNvPr id="4" name="Title 2">
            <a:extLst>
              <a:ext uri="{FF2B5EF4-FFF2-40B4-BE49-F238E27FC236}">
                <a16:creationId xmlns:a16="http://schemas.microsoft.com/office/drawing/2014/main" id="{AE26A26D-3BB6-3DA7-C72C-3F2C422C0EEE}"/>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grpSp>
        <p:nvGrpSpPr>
          <p:cNvPr id="16" name="Group 15">
            <a:extLst>
              <a:ext uri="{FF2B5EF4-FFF2-40B4-BE49-F238E27FC236}">
                <a16:creationId xmlns:a16="http://schemas.microsoft.com/office/drawing/2014/main" id="{8E16927F-82CD-278F-FF9D-C6A28CC273C4}"/>
              </a:ext>
            </a:extLst>
          </p:cNvPr>
          <p:cNvGrpSpPr/>
          <p:nvPr userDrawn="1"/>
        </p:nvGrpSpPr>
        <p:grpSpPr>
          <a:xfrm>
            <a:off x="12290489" y="-1"/>
            <a:ext cx="2910882" cy="6858001"/>
            <a:chOff x="12290489" y="-1"/>
            <a:chExt cx="2910882" cy="6858001"/>
          </a:xfrm>
        </p:grpSpPr>
        <p:sp>
          <p:nvSpPr>
            <p:cNvPr id="8" name="Rectangle 7">
              <a:extLst>
                <a:ext uri="{FF2B5EF4-FFF2-40B4-BE49-F238E27FC236}">
                  <a16:creationId xmlns:a16="http://schemas.microsoft.com/office/drawing/2014/main" id="{7CF50A69-0086-3DFD-F8A1-D5E846AB33E5}"/>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grpSp>
          <p:nvGrpSpPr>
            <p:cNvPr id="15" name="Group 14">
              <a:extLst>
                <a:ext uri="{FF2B5EF4-FFF2-40B4-BE49-F238E27FC236}">
                  <a16:creationId xmlns:a16="http://schemas.microsoft.com/office/drawing/2014/main" id="{77113677-2D7C-DD8C-5EFC-327EE41809C0}"/>
                </a:ext>
              </a:extLst>
            </p:cNvPr>
            <p:cNvGrpSpPr/>
            <p:nvPr userDrawn="1"/>
          </p:nvGrpSpPr>
          <p:grpSpPr>
            <a:xfrm>
              <a:off x="12429548" y="173148"/>
              <a:ext cx="2771823" cy="5642861"/>
              <a:chOff x="12429548" y="173148"/>
              <a:chExt cx="2771823" cy="5642861"/>
            </a:xfrm>
          </p:grpSpPr>
          <p:grpSp>
            <p:nvGrpSpPr>
              <p:cNvPr id="7" name="Group 6">
                <a:extLst>
                  <a:ext uri="{FF2B5EF4-FFF2-40B4-BE49-F238E27FC236}">
                    <a16:creationId xmlns:a16="http://schemas.microsoft.com/office/drawing/2014/main" id="{159C415E-F380-7375-5AD3-2E9ACD4DF94C}"/>
                  </a:ext>
                </a:extLst>
              </p:cNvPr>
              <p:cNvGrpSpPr/>
              <p:nvPr userDrawn="1"/>
            </p:nvGrpSpPr>
            <p:grpSpPr>
              <a:xfrm>
                <a:off x="12449814" y="173148"/>
                <a:ext cx="2751557" cy="2005214"/>
                <a:chOff x="12449814" y="173148"/>
                <a:chExt cx="2751557" cy="2005214"/>
              </a:xfrm>
            </p:grpSpPr>
            <p:grpSp>
              <p:nvGrpSpPr>
                <p:cNvPr id="2" name="Group 1">
                  <a:extLst>
                    <a:ext uri="{FF2B5EF4-FFF2-40B4-BE49-F238E27FC236}">
                      <a16:creationId xmlns:a16="http://schemas.microsoft.com/office/drawing/2014/main" id="{5D4D145D-9446-D229-C022-A3ECE1F64AB9}"/>
                    </a:ext>
                  </a:extLst>
                </p:cNvPr>
                <p:cNvGrpSpPr/>
                <p:nvPr userDrawn="1"/>
              </p:nvGrpSpPr>
              <p:grpSpPr>
                <a:xfrm>
                  <a:off x="12449814" y="173148"/>
                  <a:ext cx="1534074" cy="249864"/>
                  <a:chOff x="12449814" y="173148"/>
                  <a:chExt cx="1534074" cy="249864"/>
                </a:xfrm>
              </p:grpSpPr>
              <p:sp>
                <p:nvSpPr>
                  <p:cNvPr id="9" name="TextBox 8">
                    <a:extLst>
                      <a:ext uri="{FF2B5EF4-FFF2-40B4-BE49-F238E27FC236}">
                        <a16:creationId xmlns:a16="http://schemas.microsoft.com/office/drawing/2014/main" id="{A3057112-442E-4CD7-B1AB-27BCA434F0CD}"/>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10" name="Straight Connector 9">
                    <a:extLst>
                      <a:ext uri="{FF2B5EF4-FFF2-40B4-BE49-F238E27FC236}">
                        <a16:creationId xmlns:a16="http://schemas.microsoft.com/office/drawing/2014/main" id="{7E6860D8-A0E2-7509-3307-FE6ABC7193BB}"/>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8C0ED071-E3D5-D617-0311-6EA1B0C02087}"/>
                    </a:ext>
                  </a:extLst>
                </p:cNvPr>
                <p:cNvGrpSpPr/>
                <p:nvPr userDrawn="1"/>
              </p:nvGrpSpPr>
              <p:grpSpPr>
                <a:xfrm>
                  <a:off x="12449814" y="545515"/>
                  <a:ext cx="2751557" cy="1632847"/>
                  <a:chOff x="12449814" y="545515"/>
                  <a:chExt cx="2751557" cy="1632847"/>
                </a:xfrm>
              </p:grpSpPr>
              <p:sp>
                <p:nvSpPr>
                  <p:cNvPr id="11" name="TextBox 10">
                    <a:extLst>
                      <a:ext uri="{FF2B5EF4-FFF2-40B4-BE49-F238E27FC236}">
                        <a16:creationId xmlns:a16="http://schemas.microsoft.com/office/drawing/2014/main" id="{16DA6383-5AF6-171A-518D-549F73EC7D6A}"/>
                      </a:ext>
                    </a:extLst>
                  </p:cNvPr>
                  <p:cNvSpPr txBox="1"/>
                  <p:nvPr userDrawn="1"/>
                </p:nvSpPr>
                <p:spPr>
                  <a:xfrm>
                    <a:off x="12614407" y="1281322"/>
                    <a:ext cx="1828957" cy="89704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The image placeholder is on the bottom. To change and existing image, select the overlay, right-click &gt; </a:t>
                    </a:r>
                    <a:r>
                      <a:rPr lang="en-US" sz="700" i="1">
                        <a:latin typeface="Aptos" panose="020B0004020202020204" pitchFamily="34" charset="0"/>
                        <a:cs typeface="Aparajita" panose="02020603050405020304" pitchFamily="18" charset="0"/>
                      </a:rPr>
                      <a:t>Send to Back…</a:t>
                    </a:r>
                    <a:r>
                      <a:rPr lang="en-US" sz="700">
                        <a:latin typeface="Aptos" panose="020B0004020202020204" pitchFamily="34" charset="0"/>
                        <a:cs typeface="Aparajita" panose="02020603050405020304" pitchFamily="18" charset="0"/>
                      </a:rPr>
                      <a:t> &gt; Send to Back. Next, use the tip below to change the image. Then, reset the slide or send the image to the back again.</a:t>
                    </a:r>
                    <a:endParaRPr lang="en-US" sz="1000">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77A83939-F838-416B-1CFC-06BB970803B4}"/>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2189B7A8-17CF-B28A-1454-915888893AB4}"/>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973E0BBC-9695-998B-B368-22C8F079394D}"/>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grpSp>
          </p:grpSp>
          <p:grpSp>
            <p:nvGrpSpPr>
              <p:cNvPr id="17" name="Group 16">
                <a:extLst>
                  <a:ext uri="{FF2B5EF4-FFF2-40B4-BE49-F238E27FC236}">
                    <a16:creationId xmlns:a16="http://schemas.microsoft.com/office/drawing/2014/main" id="{9EAD45E2-1365-A92C-1F7B-8B35FD5E3817}"/>
                  </a:ext>
                </a:extLst>
              </p:cNvPr>
              <p:cNvGrpSpPr/>
              <p:nvPr userDrawn="1"/>
            </p:nvGrpSpPr>
            <p:grpSpPr>
              <a:xfrm>
                <a:off x="12429548" y="2309174"/>
                <a:ext cx="2735151" cy="1280928"/>
                <a:chOff x="9286315" y="6976989"/>
                <a:chExt cx="2735151" cy="1280928"/>
              </a:xfrm>
            </p:grpSpPr>
            <p:sp>
              <p:nvSpPr>
                <p:cNvPr id="29" name="Rectangle 28">
                  <a:extLst>
                    <a:ext uri="{FF2B5EF4-FFF2-40B4-BE49-F238E27FC236}">
                      <a16:creationId xmlns:a16="http://schemas.microsoft.com/office/drawing/2014/main" id="{2C75C5B4-54FD-CD9F-6004-24A5CF5AB881}"/>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30" name="TextBox 29">
                  <a:extLst>
                    <a:ext uri="{FF2B5EF4-FFF2-40B4-BE49-F238E27FC236}">
                      <a16:creationId xmlns:a16="http://schemas.microsoft.com/office/drawing/2014/main" id="{12AA6BDC-9581-2416-8FCF-B639C7874A6F}"/>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1" name="Graphic 30">
                  <a:extLst>
                    <a:ext uri="{FF2B5EF4-FFF2-40B4-BE49-F238E27FC236}">
                      <a16:creationId xmlns:a16="http://schemas.microsoft.com/office/drawing/2014/main" id="{707DE680-B659-AA14-3DA6-FB810A7096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2" name="TextBox 31">
                  <a:extLst>
                    <a:ext uri="{FF2B5EF4-FFF2-40B4-BE49-F238E27FC236}">
                      <a16:creationId xmlns:a16="http://schemas.microsoft.com/office/drawing/2014/main" id="{4AA67D63-8AA8-4A9B-3D31-E4198794E6D0}"/>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3" name="Picture 32">
                  <a:extLst>
                    <a:ext uri="{FF2B5EF4-FFF2-40B4-BE49-F238E27FC236}">
                      <a16:creationId xmlns:a16="http://schemas.microsoft.com/office/drawing/2014/main" id="{A72EF414-721B-FBA5-FD95-E553CFAC16C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4" name="TextBox 33">
                  <a:extLst>
                    <a:ext uri="{FF2B5EF4-FFF2-40B4-BE49-F238E27FC236}">
                      <a16:creationId xmlns:a16="http://schemas.microsoft.com/office/drawing/2014/main" id="{02318D11-BFD1-1429-4B0B-F2CEE2CCA884}"/>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D7FF212E-AA60-50B3-8621-551BA74B31E3}"/>
                  </a:ext>
                </a:extLst>
              </p:cNvPr>
              <p:cNvGrpSpPr/>
              <p:nvPr userDrawn="1"/>
            </p:nvGrpSpPr>
            <p:grpSpPr>
              <a:xfrm>
                <a:off x="12429548" y="3615901"/>
                <a:ext cx="2735151" cy="2200108"/>
                <a:chOff x="9538241" y="5155416"/>
                <a:chExt cx="2735151" cy="2200108"/>
              </a:xfrm>
            </p:grpSpPr>
            <p:sp>
              <p:nvSpPr>
                <p:cNvPr id="19" name="Rectangle 18">
                  <a:extLst>
                    <a:ext uri="{FF2B5EF4-FFF2-40B4-BE49-F238E27FC236}">
                      <a16:creationId xmlns:a16="http://schemas.microsoft.com/office/drawing/2014/main" id="{F952CBEE-EDAC-0869-1112-AAD15E4B0E4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AD940715-F001-536F-7A25-FA3F088FAB35}"/>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2" name="Graphic 21">
                  <a:extLst>
                    <a:ext uri="{FF2B5EF4-FFF2-40B4-BE49-F238E27FC236}">
                      <a16:creationId xmlns:a16="http://schemas.microsoft.com/office/drawing/2014/main" id="{84D7E2A3-F06D-FD70-A217-487EF552C6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3" name="TextBox 22">
                  <a:extLst>
                    <a:ext uri="{FF2B5EF4-FFF2-40B4-BE49-F238E27FC236}">
                      <a16:creationId xmlns:a16="http://schemas.microsoft.com/office/drawing/2014/main" id="{61CCA6E5-0618-E143-3C2F-C4123C7F2481}"/>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4" name="TextBox 23">
                  <a:extLst>
                    <a:ext uri="{FF2B5EF4-FFF2-40B4-BE49-F238E27FC236}">
                      <a16:creationId xmlns:a16="http://schemas.microsoft.com/office/drawing/2014/main" id="{13381E4C-1F94-5284-9A2E-A7EE2720B039}"/>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5" name="TextBox 24">
                  <a:extLst>
                    <a:ext uri="{FF2B5EF4-FFF2-40B4-BE49-F238E27FC236}">
                      <a16:creationId xmlns:a16="http://schemas.microsoft.com/office/drawing/2014/main" id="{6AC5059D-A958-0D6E-F617-DA08E66FE158}"/>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6" name="TextBox 25">
                  <a:extLst>
                    <a:ext uri="{FF2B5EF4-FFF2-40B4-BE49-F238E27FC236}">
                      <a16:creationId xmlns:a16="http://schemas.microsoft.com/office/drawing/2014/main" id="{2AA3306C-FE79-59C9-5DCC-63D2DF20636C}"/>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7" name="Straight Connector 26">
                  <a:extLst>
                    <a:ext uri="{FF2B5EF4-FFF2-40B4-BE49-F238E27FC236}">
                      <a16:creationId xmlns:a16="http://schemas.microsoft.com/office/drawing/2014/main" id="{286AAF4E-AA4F-9737-1BC4-4B8A70508177}"/>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B2F455C-F85E-6BE9-B90C-47F429186A08}"/>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grpSp>
      <p:sp>
        <p:nvSpPr>
          <p:cNvPr id="21" name="Text Placeholder 22">
            <a:extLst>
              <a:ext uri="{FF2B5EF4-FFF2-40B4-BE49-F238E27FC236}">
                <a16:creationId xmlns:a16="http://schemas.microsoft.com/office/drawing/2014/main" id="{79C84E9B-93A3-7F27-4ACA-C2AA84A90669}"/>
              </a:ext>
            </a:extLst>
          </p:cNvPr>
          <p:cNvSpPr>
            <a:spLocks noGrp="1"/>
          </p:cNvSpPr>
          <p:nvPr>
            <p:ph type="body" sz="quarter" idx="13" hasCustomPrompt="1"/>
          </p:nvPr>
        </p:nvSpPr>
        <p:spPr>
          <a:xfrm>
            <a:off x="515939" y="4539039"/>
            <a:ext cx="5185614" cy="263149"/>
          </a:xfrm>
        </p:spPr>
        <p:txBody>
          <a:bodyPr wrap="square" anchor="t">
            <a:noAutofit/>
          </a:bodyPr>
          <a:lstStyle>
            <a:lvl1pPr marL="0" indent="0">
              <a:buNone/>
              <a:defRPr sz="1800" spc="0">
                <a:solidFill>
                  <a:schemeClr val="tx1"/>
                </a:solidFill>
              </a:defRPr>
            </a:lvl1pPr>
          </a:lstStyle>
          <a:p>
            <a:pPr lvl="0"/>
            <a:r>
              <a:rPr lang="en-US" dirty="0"/>
              <a:t>Speaker title, Employing entity</a:t>
            </a:r>
          </a:p>
          <a:p>
            <a:pPr lvl="0"/>
            <a:endParaRPr lang="en-US" dirty="0"/>
          </a:p>
        </p:txBody>
      </p:sp>
      <p:sp>
        <p:nvSpPr>
          <p:cNvPr id="35" name="Text Placeholder 7">
            <a:extLst>
              <a:ext uri="{FF2B5EF4-FFF2-40B4-BE49-F238E27FC236}">
                <a16:creationId xmlns:a16="http://schemas.microsoft.com/office/drawing/2014/main" id="{5EFBB504-4FD3-C101-A1E6-43373596ABA5}"/>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36" name="Text Placeholder 22">
            <a:extLst>
              <a:ext uri="{FF2B5EF4-FFF2-40B4-BE49-F238E27FC236}">
                <a16:creationId xmlns:a16="http://schemas.microsoft.com/office/drawing/2014/main" id="{7BD3B38D-0E41-774F-5217-6978F66ACCE5}"/>
              </a:ext>
            </a:extLst>
          </p:cNvPr>
          <p:cNvSpPr>
            <a:spLocks noGrp="1"/>
          </p:cNvSpPr>
          <p:nvPr>
            <p:ph type="body" sz="quarter" idx="15" hasCustomPrompt="1"/>
          </p:nvPr>
        </p:nvSpPr>
        <p:spPr>
          <a:xfrm>
            <a:off x="515939" y="6118601"/>
            <a:ext cx="5185614" cy="263149"/>
          </a:xfrm>
        </p:spPr>
        <p:txBody>
          <a:bodyPr wrap="square" anchor="t">
            <a:noAutofit/>
          </a:bodyPr>
          <a:lstStyle>
            <a:lvl1pPr marL="0" indent="0">
              <a:buNone/>
              <a:defRPr sz="16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221610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929">
          <p15:clr>
            <a:srgbClr val="FBAE40"/>
          </p15:clr>
        </p15:guide>
        <p15:guide id="3" orient="horz" pos="2568">
          <p15:clr>
            <a:srgbClr val="FBAE40"/>
          </p15:clr>
        </p15:guide>
        <p15:guide id="4" orient="horz" pos="2364">
          <p15:clr>
            <a:srgbClr val="FBAE40"/>
          </p15:clr>
        </p15:guide>
        <p15:guide id="5" orient="horz" pos="3022">
          <p15:clr>
            <a:srgbClr val="FBAE40"/>
          </p15:clr>
        </p15:guide>
        <p15:guide id="6" pos="334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Photo_Dark Blue">
    <p:bg>
      <p:bgPr>
        <a:solidFill>
          <a:schemeClr val="accent2"/>
        </a:solidFill>
        <a:effectLst/>
      </p:bgPr>
    </p:bg>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7E7F3CFB-9BFC-B97E-E28E-E1CC3CEB589E}"/>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9B859C2-4BEA-9848-AC63-40AF86018B01}"/>
              </a:ext>
            </a:extLst>
          </p:cNvPr>
          <p:cNvSpPr>
            <a:spLocks noGrp="1"/>
          </p:cNvSpPr>
          <p:nvPr>
            <p:ph type="title" hasCustomPrompt="1"/>
          </p:nvPr>
        </p:nvSpPr>
        <p:spPr bwMode="gray">
          <a:xfrm>
            <a:off x="515939" y="1628775"/>
            <a:ext cx="4787900" cy="2160588"/>
          </a:xfrm>
        </p:spPr>
        <p:txBody>
          <a:bodyPr wrap="square" anchor="b">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6" name="Picture Placeholder 5">
            <a:extLst>
              <a:ext uri="{FF2B5EF4-FFF2-40B4-BE49-F238E27FC236}">
                <a16:creationId xmlns:a16="http://schemas.microsoft.com/office/drawing/2014/main" id="{A653871A-ABE6-AE14-4749-BCCA9C632B11}"/>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grpSp>
        <p:nvGrpSpPr>
          <p:cNvPr id="69" name="Group 68">
            <a:extLst>
              <a:ext uri="{FF2B5EF4-FFF2-40B4-BE49-F238E27FC236}">
                <a16:creationId xmlns:a16="http://schemas.microsoft.com/office/drawing/2014/main" id="{D01F1EB7-3875-6F2E-6810-8D4458FCF0B0}"/>
              </a:ext>
            </a:extLst>
          </p:cNvPr>
          <p:cNvGrpSpPr/>
          <p:nvPr userDrawn="1"/>
        </p:nvGrpSpPr>
        <p:grpSpPr>
          <a:xfrm>
            <a:off x="12290489" y="-1"/>
            <a:ext cx="2910882" cy="6858001"/>
            <a:chOff x="12290489" y="-1"/>
            <a:chExt cx="2910882" cy="6858001"/>
          </a:xfrm>
        </p:grpSpPr>
        <p:sp>
          <p:nvSpPr>
            <p:cNvPr id="70" name="Rectangle 69">
              <a:extLst>
                <a:ext uri="{FF2B5EF4-FFF2-40B4-BE49-F238E27FC236}">
                  <a16:creationId xmlns:a16="http://schemas.microsoft.com/office/drawing/2014/main" id="{910B572A-6F6C-AE6E-92A2-01DEA3B384B1}"/>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71" name="TextBox 70">
              <a:extLst>
                <a:ext uri="{FF2B5EF4-FFF2-40B4-BE49-F238E27FC236}">
                  <a16:creationId xmlns:a16="http://schemas.microsoft.com/office/drawing/2014/main" id="{2721C162-E5A5-870C-BEF7-D2E5976CCF2B}"/>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72" name="Straight Connector 71">
              <a:extLst>
                <a:ext uri="{FF2B5EF4-FFF2-40B4-BE49-F238E27FC236}">
                  <a16:creationId xmlns:a16="http://schemas.microsoft.com/office/drawing/2014/main" id="{77C2ED05-B79A-2483-18C7-4D808AC45261}"/>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C223D940-A19F-7D58-BE9D-084303740E00}"/>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74" name="TextBox 73">
              <a:extLst>
                <a:ext uri="{FF2B5EF4-FFF2-40B4-BE49-F238E27FC236}">
                  <a16:creationId xmlns:a16="http://schemas.microsoft.com/office/drawing/2014/main" id="{5A536D75-7601-C857-68EF-8862CC5D10FD}"/>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75" name="TextBox 74">
              <a:extLst>
                <a:ext uri="{FF2B5EF4-FFF2-40B4-BE49-F238E27FC236}">
                  <a16:creationId xmlns:a16="http://schemas.microsoft.com/office/drawing/2014/main" id="{82597C60-F330-194D-A5B5-F6F78B4B6FA1}"/>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76" name="TextBox 75">
              <a:extLst>
                <a:ext uri="{FF2B5EF4-FFF2-40B4-BE49-F238E27FC236}">
                  <a16:creationId xmlns:a16="http://schemas.microsoft.com/office/drawing/2014/main" id="{89CCF034-C9C9-597E-046F-ED3CBC6E3DDF}"/>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sp>
          <p:nvSpPr>
            <p:cNvPr id="77" name="TextBox 76">
              <a:extLst>
                <a:ext uri="{FF2B5EF4-FFF2-40B4-BE49-F238E27FC236}">
                  <a16:creationId xmlns:a16="http://schemas.microsoft.com/office/drawing/2014/main" id="{EEADB430-BFDD-4691-9AE8-139AC2026205}"/>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image placeholder.</a:t>
              </a:r>
            </a:p>
            <a:p>
              <a:pPr lvl="1">
                <a:buNone/>
              </a:pPr>
              <a:r>
                <a:rPr lang="en-US" sz="1050">
                  <a:latin typeface="Aptos" panose="020B0004020202020204" pitchFamily="34" charset="0"/>
                  <a:cs typeface="Aparajita" panose="02020603050405020304" pitchFamily="18" charset="0"/>
                </a:rPr>
                <a:t>Right-click or use keyboard shortcuts to paste the image.</a:t>
              </a:r>
            </a:p>
          </p:txBody>
        </p:sp>
        <p:sp>
          <p:nvSpPr>
            <p:cNvPr id="78" name="TextBox 77">
              <a:extLst>
                <a:ext uri="{FF2B5EF4-FFF2-40B4-BE49-F238E27FC236}">
                  <a16:creationId xmlns:a16="http://schemas.microsoft.com/office/drawing/2014/main" id="{898460C8-78EA-91E4-834D-F15A8E2FD6C7}"/>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image.</a:t>
              </a:r>
            </a:p>
          </p:txBody>
        </p:sp>
        <p:grpSp>
          <p:nvGrpSpPr>
            <p:cNvPr id="79" name="Group 78">
              <a:extLst>
                <a:ext uri="{FF2B5EF4-FFF2-40B4-BE49-F238E27FC236}">
                  <a16:creationId xmlns:a16="http://schemas.microsoft.com/office/drawing/2014/main" id="{0B0828C1-C99F-F3B8-00AD-2B9E20E5ECAB}"/>
                </a:ext>
              </a:extLst>
            </p:cNvPr>
            <p:cNvGrpSpPr/>
            <p:nvPr userDrawn="1"/>
          </p:nvGrpSpPr>
          <p:grpSpPr>
            <a:xfrm>
              <a:off x="12429548" y="3236396"/>
              <a:ext cx="2735151" cy="1280928"/>
              <a:chOff x="9286315" y="6976989"/>
              <a:chExt cx="2735151" cy="1280928"/>
            </a:xfrm>
          </p:grpSpPr>
          <p:sp>
            <p:nvSpPr>
              <p:cNvPr id="90" name="Rectangle 89">
                <a:extLst>
                  <a:ext uri="{FF2B5EF4-FFF2-40B4-BE49-F238E27FC236}">
                    <a16:creationId xmlns:a16="http://schemas.microsoft.com/office/drawing/2014/main" id="{BCA9A0D3-18C9-EB84-F3B0-D4932A927440}"/>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91" name="TextBox 90">
                <a:extLst>
                  <a:ext uri="{FF2B5EF4-FFF2-40B4-BE49-F238E27FC236}">
                    <a16:creationId xmlns:a16="http://schemas.microsoft.com/office/drawing/2014/main" id="{A63B7FDA-EDC1-2420-ECDD-ADF1CFFC431D}"/>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92" name="Graphic 91">
                <a:extLst>
                  <a:ext uri="{FF2B5EF4-FFF2-40B4-BE49-F238E27FC236}">
                    <a16:creationId xmlns:a16="http://schemas.microsoft.com/office/drawing/2014/main" id="{FE7532BB-EDFB-CC6D-0216-A249193538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93" name="TextBox 92">
                <a:extLst>
                  <a:ext uri="{FF2B5EF4-FFF2-40B4-BE49-F238E27FC236}">
                    <a16:creationId xmlns:a16="http://schemas.microsoft.com/office/drawing/2014/main" id="{BF07FF1C-692A-1113-3BA8-468E6AC5B66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94" name="Picture 93">
                <a:extLst>
                  <a:ext uri="{FF2B5EF4-FFF2-40B4-BE49-F238E27FC236}">
                    <a16:creationId xmlns:a16="http://schemas.microsoft.com/office/drawing/2014/main" id="{916609B1-3E3C-9817-C94D-240B7C8E1648}"/>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95" name="TextBox 94">
                <a:extLst>
                  <a:ext uri="{FF2B5EF4-FFF2-40B4-BE49-F238E27FC236}">
                    <a16:creationId xmlns:a16="http://schemas.microsoft.com/office/drawing/2014/main" id="{DF229F99-26B7-F915-0AD2-D7E144ACEFE6}"/>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80" name="Group 79">
              <a:extLst>
                <a:ext uri="{FF2B5EF4-FFF2-40B4-BE49-F238E27FC236}">
                  <a16:creationId xmlns:a16="http://schemas.microsoft.com/office/drawing/2014/main" id="{202797B2-52D9-3B3F-B1DF-CAC764192258}"/>
                </a:ext>
              </a:extLst>
            </p:cNvPr>
            <p:cNvGrpSpPr/>
            <p:nvPr userDrawn="1"/>
          </p:nvGrpSpPr>
          <p:grpSpPr>
            <a:xfrm>
              <a:off x="12429548" y="4543123"/>
              <a:ext cx="2735151" cy="2200108"/>
              <a:chOff x="9538241" y="5155416"/>
              <a:chExt cx="2735151" cy="2200108"/>
            </a:xfrm>
          </p:grpSpPr>
          <p:sp>
            <p:nvSpPr>
              <p:cNvPr id="81" name="Rectangle 80">
                <a:extLst>
                  <a:ext uri="{FF2B5EF4-FFF2-40B4-BE49-F238E27FC236}">
                    <a16:creationId xmlns:a16="http://schemas.microsoft.com/office/drawing/2014/main" id="{0E0036C0-7960-CA85-022B-1746BF93DB5E}"/>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82" name="TextBox 81">
                <a:extLst>
                  <a:ext uri="{FF2B5EF4-FFF2-40B4-BE49-F238E27FC236}">
                    <a16:creationId xmlns:a16="http://schemas.microsoft.com/office/drawing/2014/main" id="{9AD4720B-5134-EBDB-479F-4AEFD7808B7C}"/>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83" name="Graphic 82">
                <a:extLst>
                  <a:ext uri="{FF2B5EF4-FFF2-40B4-BE49-F238E27FC236}">
                    <a16:creationId xmlns:a16="http://schemas.microsoft.com/office/drawing/2014/main" id="{723941AD-9419-FC12-D18A-F0C2092116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84" name="TextBox 83">
                <a:extLst>
                  <a:ext uri="{FF2B5EF4-FFF2-40B4-BE49-F238E27FC236}">
                    <a16:creationId xmlns:a16="http://schemas.microsoft.com/office/drawing/2014/main" id="{2AFC8782-1651-9B42-E469-1DB05A7BCB5E}"/>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85" name="TextBox 84">
                <a:extLst>
                  <a:ext uri="{FF2B5EF4-FFF2-40B4-BE49-F238E27FC236}">
                    <a16:creationId xmlns:a16="http://schemas.microsoft.com/office/drawing/2014/main" id="{213BFA95-8984-E338-F0AF-77F8051174B7}"/>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86" name="TextBox 85">
                <a:extLst>
                  <a:ext uri="{FF2B5EF4-FFF2-40B4-BE49-F238E27FC236}">
                    <a16:creationId xmlns:a16="http://schemas.microsoft.com/office/drawing/2014/main" id="{DD27BFE6-06FF-B3CE-A08D-6B5E84B42A9F}"/>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87" name="TextBox 86">
                <a:extLst>
                  <a:ext uri="{FF2B5EF4-FFF2-40B4-BE49-F238E27FC236}">
                    <a16:creationId xmlns:a16="http://schemas.microsoft.com/office/drawing/2014/main" id="{988BAC7E-BD8C-BBD4-F01A-A5234672389F}"/>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88" name="Straight Connector 87">
                <a:extLst>
                  <a:ext uri="{FF2B5EF4-FFF2-40B4-BE49-F238E27FC236}">
                    <a16:creationId xmlns:a16="http://schemas.microsoft.com/office/drawing/2014/main" id="{521707E9-6017-D9DD-6258-9D1046541ED0}"/>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023955C5-7F4D-E0E5-945F-A25AC673C5AA}"/>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Text Placeholder 22">
            <a:extLst>
              <a:ext uri="{FF2B5EF4-FFF2-40B4-BE49-F238E27FC236}">
                <a16:creationId xmlns:a16="http://schemas.microsoft.com/office/drawing/2014/main" id="{427224A6-04F3-0FDE-86F2-D0D37ED57D80}"/>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dirty="0"/>
              <a:t>Speaker title, Employing entity</a:t>
            </a:r>
          </a:p>
          <a:p>
            <a:pPr lvl="0"/>
            <a:endParaRPr lang="en-US" dirty="0"/>
          </a:p>
        </p:txBody>
      </p:sp>
      <p:sp>
        <p:nvSpPr>
          <p:cNvPr id="5" name="Text Placeholder 7">
            <a:extLst>
              <a:ext uri="{FF2B5EF4-FFF2-40B4-BE49-F238E27FC236}">
                <a16:creationId xmlns:a16="http://schemas.microsoft.com/office/drawing/2014/main" id="{C26BC719-64C2-3A91-A580-109D41737433}"/>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7" name="Text Placeholder 22">
            <a:extLst>
              <a:ext uri="{FF2B5EF4-FFF2-40B4-BE49-F238E27FC236}">
                <a16:creationId xmlns:a16="http://schemas.microsoft.com/office/drawing/2014/main" id="{A392416E-6AA1-96AA-C37D-8DAEF73AE1DF}"/>
              </a:ext>
            </a:extLst>
          </p:cNvPr>
          <p:cNvSpPr>
            <a:spLocks noGrp="1"/>
          </p:cNvSpPr>
          <p:nvPr>
            <p:ph type="body" sz="quarter" idx="14" hasCustomPrompt="1"/>
          </p:nvPr>
        </p:nvSpPr>
        <p:spPr>
          <a:xfrm>
            <a:off x="515939" y="6118601"/>
            <a:ext cx="4786822" cy="263149"/>
          </a:xfrm>
        </p:spPr>
        <p:txBody>
          <a:bodyPr wrap="square" anchor="t">
            <a:noAutofit/>
          </a:bodyPr>
          <a:lstStyle>
            <a:lvl1pPr marL="0" indent="0">
              <a:buNone/>
              <a:defRPr sz="16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1011245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3022">
          <p15:clr>
            <a:srgbClr val="FBAE40"/>
          </p15:clr>
        </p15:guide>
        <p15:guide id="6" pos="334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Photo_Black">
    <p:spTree>
      <p:nvGrpSpPr>
        <p:cNvPr id="1" name=""/>
        <p:cNvGrpSpPr/>
        <p:nvPr/>
      </p:nvGrpSpPr>
      <p:grpSpPr>
        <a:xfrm>
          <a:off x="0" y="0"/>
          <a:ext cx="0" cy="0"/>
          <a:chOff x="0" y="0"/>
          <a:chExt cx="0" cy="0"/>
        </a:xfrm>
      </p:grpSpPr>
      <p:sp>
        <p:nvSpPr>
          <p:cNvPr id="38" name="Freeform 5">
            <a:extLst>
              <a:ext uri="{FF2B5EF4-FFF2-40B4-BE49-F238E27FC236}">
                <a16:creationId xmlns:a16="http://schemas.microsoft.com/office/drawing/2014/main" id="{B84DB87B-4411-D45F-596A-3F51AD07A0C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B76B047-B3CB-334D-D7F4-B842FB3D8A89}"/>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grpSp>
        <p:nvGrpSpPr>
          <p:cNvPr id="7" name="Group 6">
            <a:extLst>
              <a:ext uri="{FF2B5EF4-FFF2-40B4-BE49-F238E27FC236}">
                <a16:creationId xmlns:a16="http://schemas.microsoft.com/office/drawing/2014/main" id="{E37B91EA-919A-7638-0BA3-B129FE4D943F}"/>
              </a:ext>
            </a:extLst>
          </p:cNvPr>
          <p:cNvGrpSpPr/>
          <p:nvPr userDrawn="1"/>
        </p:nvGrpSpPr>
        <p:grpSpPr>
          <a:xfrm>
            <a:off x="12290489" y="-1"/>
            <a:ext cx="2910882" cy="6858001"/>
            <a:chOff x="12290489" y="-1"/>
            <a:chExt cx="2910882" cy="6858001"/>
          </a:xfrm>
        </p:grpSpPr>
        <p:sp>
          <p:nvSpPr>
            <p:cNvPr id="8" name="Rectangle 7">
              <a:extLst>
                <a:ext uri="{FF2B5EF4-FFF2-40B4-BE49-F238E27FC236}">
                  <a16:creationId xmlns:a16="http://schemas.microsoft.com/office/drawing/2014/main" id="{2EDA7097-6BD6-5F3A-BE43-2276781396D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9" name="TextBox 8">
              <a:extLst>
                <a:ext uri="{FF2B5EF4-FFF2-40B4-BE49-F238E27FC236}">
                  <a16:creationId xmlns:a16="http://schemas.microsoft.com/office/drawing/2014/main" id="{B2C20B70-21BA-6DCA-5971-AD83BA107546}"/>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10" name="Straight Connector 9">
              <a:extLst>
                <a:ext uri="{FF2B5EF4-FFF2-40B4-BE49-F238E27FC236}">
                  <a16:creationId xmlns:a16="http://schemas.microsoft.com/office/drawing/2014/main" id="{6B019D8F-CF6D-52FB-9386-AD25FEDB7709}"/>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95B849A-03DE-1D9D-8CD2-42E7163D9647}"/>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28304DE3-9AD6-BE3E-6D17-CDF04FB498E7}"/>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FBD9A725-248B-2C7F-A33D-ECC81EA8B752}"/>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C2A7AB11-C1E1-8FC7-2ADA-B558F7355D9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sp>
          <p:nvSpPr>
            <p:cNvPr id="15" name="TextBox 14">
              <a:extLst>
                <a:ext uri="{FF2B5EF4-FFF2-40B4-BE49-F238E27FC236}">
                  <a16:creationId xmlns:a16="http://schemas.microsoft.com/office/drawing/2014/main" id="{542A33C5-F04C-9963-9CE2-6531F6D3963E}"/>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image placeholder.</a:t>
              </a:r>
            </a:p>
            <a:p>
              <a:pPr lvl="1">
                <a:buNone/>
              </a:pPr>
              <a:r>
                <a:rPr lang="en-US" sz="1050">
                  <a:latin typeface="Aptos" panose="020B0004020202020204" pitchFamily="34" charset="0"/>
                  <a:cs typeface="Aparajita" panose="02020603050405020304" pitchFamily="18" charset="0"/>
                </a:rPr>
                <a:t>Right-click or use keyboard shortcuts to paste the image.</a:t>
              </a:r>
            </a:p>
          </p:txBody>
        </p:sp>
        <p:sp>
          <p:nvSpPr>
            <p:cNvPr id="16" name="TextBox 15">
              <a:extLst>
                <a:ext uri="{FF2B5EF4-FFF2-40B4-BE49-F238E27FC236}">
                  <a16:creationId xmlns:a16="http://schemas.microsoft.com/office/drawing/2014/main" id="{A24A1867-B209-8D6E-A7CA-30564448C193}"/>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image.</a:t>
              </a:r>
            </a:p>
          </p:txBody>
        </p:sp>
        <p:grpSp>
          <p:nvGrpSpPr>
            <p:cNvPr id="17" name="Group 16">
              <a:extLst>
                <a:ext uri="{FF2B5EF4-FFF2-40B4-BE49-F238E27FC236}">
                  <a16:creationId xmlns:a16="http://schemas.microsoft.com/office/drawing/2014/main" id="{918BAF9A-56C5-0BFC-4A1C-54EDE4760FB6}"/>
                </a:ext>
              </a:extLst>
            </p:cNvPr>
            <p:cNvGrpSpPr/>
            <p:nvPr userDrawn="1"/>
          </p:nvGrpSpPr>
          <p:grpSpPr>
            <a:xfrm>
              <a:off x="12429548" y="3236396"/>
              <a:ext cx="2735151" cy="1280928"/>
              <a:chOff x="9286315" y="6976989"/>
              <a:chExt cx="2735151" cy="1280928"/>
            </a:xfrm>
          </p:grpSpPr>
          <p:sp>
            <p:nvSpPr>
              <p:cNvPr id="28" name="Rectangle 27">
                <a:extLst>
                  <a:ext uri="{FF2B5EF4-FFF2-40B4-BE49-F238E27FC236}">
                    <a16:creationId xmlns:a16="http://schemas.microsoft.com/office/drawing/2014/main" id="{602A8BC7-7AC3-F47D-D037-7C160857FCE9}"/>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9" name="TextBox 28">
                <a:extLst>
                  <a:ext uri="{FF2B5EF4-FFF2-40B4-BE49-F238E27FC236}">
                    <a16:creationId xmlns:a16="http://schemas.microsoft.com/office/drawing/2014/main" id="{0788AE65-C3F4-D60E-3138-8483401C3174}"/>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0" name="Graphic 29">
                <a:extLst>
                  <a:ext uri="{FF2B5EF4-FFF2-40B4-BE49-F238E27FC236}">
                    <a16:creationId xmlns:a16="http://schemas.microsoft.com/office/drawing/2014/main" id="{F0E09E2D-984E-E6C1-A7D4-FE2C9611DAB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1" name="TextBox 30">
                <a:extLst>
                  <a:ext uri="{FF2B5EF4-FFF2-40B4-BE49-F238E27FC236}">
                    <a16:creationId xmlns:a16="http://schemas.microsoft.com/office/drawing/2014/main" id="{AF0852D7-AE0B-9059-4803-52264E3FDF71}"/>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2" name="Picture 31">
                <a:extLst>
                  <a:ext uri="{FF2B5EF4-FFF2-40B4-BE49-F238E27FC236}">
                    <a16:creationId xmlns:a16="http://schemas.microsoft.com/office/drawing/2014/main" id="{1C604B59-3B60-D2BB-118E-FE3FCD7FB8A5}"/>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3" name="TextBox 32">
                <a:extLst>
                  <a:ext uri="{FF2B5EF4-FFF2-40B4-BE49-F238E27FC236}">
                    <a16:creationId xmlns:a16="http://schemas.microsoft.com/office/drawing/2014/main" id="{2A0EE686-51E2-8DD7-4575-9D2BDC4464A7}"/>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D94A9BFF-954E-1137-1601-F334BCCBC7C3}"/>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FCA5F60D-195D-7137-B351-926F412EFE3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2D0765D1-6318-8980-341C-6C5575F2CAA5}"/>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1" name="Graphic 20">
                <a:extLst>
                  <a:ext uri="{FF2B5EF4-FFF2-40B4-BE49-F238E27FC236}">
                    <a16:creationId xmlns:a16="http://schemas.microsoft.com/office/drawing/2014/main" id="{73265450-984F-A5C7-B9DD-9F557825C4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1A5B91AD-3675-916A-77B0-2911D0FB6E4E}"/>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3" name="TextBox 22">
                <a:extLst>
                  <a:ext uri="{FF2B5EF4-FFF2-40B4-BE49-F238E27FC236}">
                    <a16:creationId xmlns:a16="http://schemas.microsoft.com/office/drawing/2014/main" id="{52968CC0-E353-D7C2-4DED-C4D22414C994}"/>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4" name="TextBox 23">
                <a:extLst>
                  <a:ext uri="{FF2B5EF4-FFF2-40B4-BE49-F238E27FC236}">
                    <a16:creationId xmlns:a16="http://schemas.microsoft.com/office/drawing/2014/main" id="{BA634610-204D-ACD2-871C-4BE8E48E6446}"/>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5" name="TextBox 24">
                <a:extLst>
                  <a:ext uri="{FF2B5EF4-FFF2-40B4-BE49-F238E27FC236}">
                    <a16:creationId xmlns:a16="http://schemas.microsoft.com/office/drawing/2014/main" id="{26F873F0-D1B8-2F28-7877-CCB130F10B61}"/>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6" name="Straight Connector 25">
                <a:extLst>
                  <a:ext uri="{FF2B5EF4-FFF2-40B4-BE49-F238E27FC236}">
                    <a16:creationId xmlns:a16="http://schemas.microsoft.com/office/drawing/2014/main" id="{74E03996-18F9-5B34-22DA-0EB0B94B6136}"/>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897EA99C-C1ED-1A46-6825-0BA3DBC6752F}"/>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Text Placeholder 22">
            <a:extLst>
              <a:ext uri="{FF2B5EF4-FFF2-40B4-BE49-F238E27FC236}">
                <a16:creationId xmlns:a16="http://schemas.microsoft.com/office/drawing/2014/main" id="{2E57EFAD-5846-87E9-FE2E-EE3B31930F9C}"/>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dirty="0"/>
              <a:t>Speaker title, Employing entity</a:t>
            </a:r>
          </a:p>
          <a:p>
            <a:pPr lvl="0"/>
            <a:endParaRPr lang="en-US" dirty="0"/>
          </a:p>
        </p:txBody>
      </p:sp>
      <p:sp>
        <p:nvSpPr>
          <p:cNvPr id="4" name="Text Placeholder 7">
            <a:extLst>
              <a:ext uri="{FF2B5EF4-FFF2-40B4-BE49-F238E27FC236}">
                <a16:creationId xmlns:a16="http://schemas.microsoft.com/office/drawing/2014/main" id="{D77AD0A2-621D-7D9A-9B3C-31DC270FE588}"/>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6" name="Text Placeholder 22">
            <a:extLst>
              <a:ext uri="{FF2B5EF4-FFF2-40B4-BE49-F238E27FC236}">
                <a16:creationId xmlns:a16="http://schemas.microsoft.com/office/drawing/2014/main" id="{DE2C4413-9C0E-5724-8C0D-EF73B9363914}"/>
              </a:ext>
            </a:extLst>
          </p:cNvPr>
          <p:cNvSpPr>
            <a:spLocks noGrp="1"/>
          </p:cNvSpPr>
          <p:nvPr>
            <p:ph type="body" sz="quarter" idx="14" hasCustomPrompt="1"/>
          </p:nvPr>
        </p:nvSpPr>
        <p:spPr>
          <a:xfrm>
            <a:off x="515939" y="6118601"/>
            <a:ext cx="4786822" cy="263149"/>
          </a:xfrm>
        </p:spPr>
        <p:txBody>
          <a:bodyPr wrap="square" anchor="t">
            <a:noAutofit/>
          </a:bodyPr>
          <a:lstStyle>
            <a:lvl1pPr marL="0" indent="0">
              <a:buNone/>
              <a:defRPr sz="16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355230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3022">
          <p15:clr>
            <a:srgbClr val="FBAE40"/>
          </p15:clr>
        </p15:guide>
        <p15:guide id="6" pos="334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Photo_Grey">
    <p:bg>
      <p:bgPr>
        <a:solidFill>
          <a:srgbClr val="EFF1F5"/>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50273CAA-AA8E-2322-C677-61BB5E3B7290}"/>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 name="Title 3">
            <a:extLst>
              <a:ext uri="{FF2B5EF4-FFF2-40B4-BE49-F238E27FC236}">
                <a16:creationId xmlns:a16="http://schemas.microsoft.com/office/drawing/2014/main" id="{2F85B3C7-6442-1485-863A-E4B7FF5300D7}"/>
              </a:ext>
            </a:extLst>
          </p:cNvPr>
          <p:cNvSpPr>
            <a:spLocks noGrp="1"/>
          </p:cNvSpPr>
          <p:nvPr>
            <p:ph type="title" hasCustomPrompt="1"/>
          </p:nvPr>
        </p:nvSpPr>
        <p:spPr>
          <a:xfrm>
            <a:off x="515938" y="1640840"/>
            <a:ext cx="4787900" cy="2148523"/>
          </a:xfrm>
        </p:spPr>
        <p:txBody>
          <a:bodyPr anchor="b"/>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baseline="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Presentation </a:t>
            </a:r>
            <a:br>
              <a:rPr lang="en-US" dirty="0"/>
            </a:br>
            <a:r>
              <a:rPr lang="en-US" dirty="0"/>
              <a:t>title goes here</a:t>
            </a:r>
            <a:br>
              <a:rPr lang="en-US" dirty="0"/>
            </a:br>
            <a:r>
              <a:rPr lang="en-US" dirty="0"/>
              <a:t>four lines</a:t>
            </a:r>
            <a:br>
              <a:rPr lang="en-US" dirty="0"/>
            </a:br>
            <a:r>
              <a:rPr lang="en-US" dirty="0"/>
              <a:t>maximum</a:t>
            </a:r>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buNone/>
              <a:defRPr sz="3000">
                <a:solidFill>
                  <a:schemeClr val="accent1"/>
                </a:solidFill>
              </a:defRPr>
            </a:lvl1pPr>
          </a:lstStyle>
          <a:p>
            <a:r>
              <a:rPr lang="en-US"/>
              <a:t>Click the icon to insert photo</a:t>
            </a:r>
          </a:p>
        </p:txBody>
      </p:sp>
      <p:grpSp>
        <p:nvGrpSpPr>
          <p:cNvPr id="34" name="Group 33">
            <a:extLst>
              <a:ext uri="{FF2B5EF4-FFF2-40B4-BE49-F238E27FC236}">
                <a16:creationId xmlns:a16="http://schemas.microsoft.com/office/drawing/2014/main" id="{50C9A8B5-AC6A-236D-E22D-40DCC855A024}"/>
              </a:ext>
            </a:extLst>
          </p:cNvPr>
          <p:cNvGrpSpPr/>
          <p:nvPr userDrawn="1"/>
        </p:nvGrpSpPr>
        <p:grpSpPr>
          <a:xfrm>
            <a:off x="12290489" y="-1"/>
            <a:ext cx="2910882" cy="6858001"/>
            <a:chOff x="12290489" y="-1"/>
            <a:chExt cx="2910882" cy="6858001"/>
          </a:xfrm>
        </p:grpSpPr>
        <p:sp>
          <p:nvSpPr>
            <p:cNvPr id="35" name="Rectangle 34">
              <a:extLst>
                <a:ext uri="{FF2B5EF4-FFF2-40B4-BE49-F238E27FC236}">
                  <a16:creationId xmlns:a16="http://schemas.microsoft.com/office/drawing/2014/main" id="{A689B527-45CC-F42E-A4FC-3FB418AAF1A6}"/>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6" name="TextBox 35">
              <a:extLst>
                <a:ext uri="{FF2B5EF4-FFF2-40B4-BE49-F238E27FC236}">
                  <a16:creationId xmlns:a16="http://schemas.microsoft.com/office/drawing/2014/main" id="{2C0B4581-A334-CE2A-A37A-D81D26558B7E}"/>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IMAGE</a:t>
              </a:r>
            </a:p>
          </p:txBody>
        </p:sp>
        <p:cxnSp>
          <p:nvCxnSpPr>
            <p:cNvPr id="37" name="Straight Connector 36">
              <a:extLst>
                <a:ext uri="{FF2B5EF4-FFF2-40B4-BE49-F238E27FC236}">
                  <a16:creationId xmlns:a16="http://schemas.microsoft.com/office/drawing/2014/main" id="{9DAA443D-0858-E570-225C-F1EC39B6A835}"/>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38" name="TextBox 37">
              <a:extLst>
                <a:ext uri="{FF2B5EF4-FFF2-40B4-BE49-F238E27FC236}">
                  <a16:creationId xmlns:a16="http://schemas.microsoft.com/office/drawing/2014/main" id="{3F65B3CF-85C7-771A-4E60-F394A9CD64C1}"/>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image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85B610A6-7F63-B61A-ABC2-CA3904046CDB}"/>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40" name="TextBox 39">
              <a:extLst>
                <a:ext uri="{FF2B5EF4-FFF2-40B4-BE49-F238E27FC236}">
                  <a16:creationId xmlns:a16="http://schemas.microsoft.com/office/drawing/2014/main" id="{6CB9AD4D-3F5C-93E8-CBE1-AC58FC6BE644}"/>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41" name="TextBox 40">
              <a:extLst>
                <a:ext uri="{FF2B5EF4-FFF2-40B4-BE49-F238E27FC236}">
                  <a16:creationId xmlns:a16="http://schemas.microsoft.com/office/drawing/2014/main" id="{A5053C27-4766-0802-6F1F-7ACD4B654E8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images from the </a:t>
              </a: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Brand Portal</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image to the placeholder.</a:t>
              </a:r>
            </a:p>
          </p:txBody>
        </p:sp>
        <p:sp>
          <p:nvSpPr>
            <p:cNvPr id="42" name="TextBox 41">
              <a:extLst>
                <a:ext uri="{FF2B5EF4-FFF2-40B4-BE49-F238E27FC236}">
                  <a16:creationId xmlns:a16="http://schemas.microsoft.com/office/drawing/2014/main" id="{8FAC4EA3-F60C-12FC-57EE-22F108C68352}"/>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image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image.</a:t>
              </a:r>
            </a:p>
          </p:txBody>
        </p:sp>
        <p:sp>
          <p:nvSpPr>
            <p:cNvPr id="43" name="TextBox 42">
              <a:extLst>
                <a:ext uri="{FF2B5EF4-FFF2-40B4-BE49-F238E27FC236}">
                  <a16:creationId xmlns:a16="http://schemas.microsoft.com/office/drawing/2014/main" id="{F97AEC4B-1EE2-22E2-369A-DE8C15A1F510}"/>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image.</a:t>
              </a:r>
            </a:p>
          </p:txBody>
        </p:sp>
        <p:grpSp>
          <p:nvGrpSpPr>
            <p:cNvPr id="44" name="Group 43">
              <a:extLst>
                <a:ext uri="{FF2B5EF4-FFF2-40B4-BE49-F238E27FC236}">
                  <a16:creationId xmlns:a16="http://schemas.microsoft.com/office/drawing/2014/main" id="{F544BE75-F81C-15B6-4B00-2C772DDE3E51}"/>
                </a:ext>
              </a:extLst>
            </p:cNvPr>
            <p:cNvGrpSpPr/>
            <p:nvPr userDrawn="1"/>
          </p:nvGrpSpPr>
          <p:grpSpPr>
            <a:xfrm>
              <a:off x="12429548" y="3236396"/>
              <a:ext cx="2735151" cy="1280928"/>
              <a:chOff x="9286315" y="6976989"/>
              <a:chExt cx="2735151" cy="1280928"/>
            </a:xfrm>
          </p:grpSpPr>
          <p:sp>
            <p:nvSpPr>
              <p:cNvPr id="55" name="Rectangle 54">
                <a:extLst>
                  <a:ext uri="{FF2B5EF4-FFF2-40B4-BE49-F238E27FC236}">
                    <a16:creationId xmlns:a16="http://schemas.microsoft.com/office/drawing/2014/main" id="{036C04F5-54D3-B9A1-4924-0898772AAA11}"/>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56" name="TextBox 55">
                <a:extLst>
                  <a:ext uri="{FF2B5EF4-FFF2-40B4-BE49-F238E27FC236}">
                    <a16:creationId xmlns:a16="http://schemas.microsoft.com/office/drawing/2014/main" id="{04DB67C2-4DDB-0504-25AB-DB3932495B25}"/>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Images</a:t>
                </a:r>
              </a:p>
            </p:txBody>
          </p:sp>
          <p:pic>
            <p:nvPicPr>
              <p:cNvPr id="57" name="Graphic 56">
                <a:extLst>
                  <a:ext uri="{FF2B5EF4-FFF2-40B4-BE49-F238E27FC236}">
                    <a16:creationId xmlns:a16="http://schemas.microsoft.com/office/drawing/2014/main" id="{D3439BA1-708B-E65A-9BFA-450CBF4E22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58" name="TextBox 57">
                <a:extLst>
                  <a:ext uri="{FF2B5EF4-FFF2-40B4-BE49-F238E27FC236}">
                    <a16:creationId xmlns:a16="http://schemas.microsoft.com/office/drawing/2014/main" id="{8C5EBB20-7C79-F0EA-CFE4-D04F4E7890DD}"/>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59" name="Picture 58">
                <a:extLst>
                  <a:ext uri="{FF2B5EF4-FFF2-40B4-BE49-F238E27FC236}">
                    <a16:creationId xmlns:a16="http://schemas.microsoft.com/office/drawing/2014/main" id="{4039EEA6-30DF-DC7A-CC44-51F9DD32AB12}"/>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0" name="TextBox 59">
                <a:extLst>
                  <a:ext uri="{FF2B5EF4-FFF2-40B4-BE49-F238E27FC236}">
                    <a16:creationId xmlns:a16="http://schemas.microsoft.com/office/drawing/2014/main" id="{CF91F6DB-F340-B2C9-3BFE-18C0DE9C6847}"/>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45" name="Group 44">
              <a:extLst>
                <a:ext uri="{FF2B5EF4-FFF2-40B4-BE49-F238E27FC236}">
                  <a16:creationId xmlns:a16="http://schemas.microsoft.com/office/drawing/2014/main" id="{1EA375F6-A1F6-91F3-1CBE-428E305D2342}"/>
                </a:ext>
              </a:extLst>
            </p:cNvPr>
            <p:cNvGrpSpPr/>
            <p:nvPr userDrawn="1"/>
          </p:nvGrpSpPr>
          <p:grpSpPr>
            <a:xfrm>
              <a:off x="12429548" y="4543123"/>
              <a:ext cx="2735151" cy="2200108"/>
              <a:chOff x="9538241" y="5155416"/>
              <a:chExt cx="2735151" cy="2200108"/>
            </a:xfrm>
          </p:grpSpPr>
          <p:sp>
            <p:nvSpPr>
              <p:cNvPr id="46" name="Rectangle 45">
                <a:extLst>
                  <a:ext uri="{FF2B5EF4-FFF2-40B4-BE49-F238E27FC236}">
                    <a16:creationId xmlns:a16="http://schemas.microsoft.com/office/drawing/2014/main" id="{9C3C56B2-E42D-922A-DA19-E79B9F11884D}"/>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47" name="TextBox 46">
                <a:extLst>
                  <a:ext uri="{FF2B5EF4-FFF2-40B4-BE49-F238E27FC236}">
                    <a16:creationId xmlns:a16="http://schemas.microsoft.com/office/drawing/2014/main" id="{E040F3D8-3BB9-CE75-18B0-77A2AFA54271}"/>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Images</a:t>
                </a:r>
              </a:p>
            </p:txBody>
          </p:sp>
          <p:pic>
            <p:nvPicPr>
              <p:cNvPr id="48" name="Graphic 47">
                <a:extLst>
                  <a:ext uri="{FF2B5EF4-FFF2-40B4-BE49-F238E27FC236}">
                    <a16:creationId xmlns:a16="http://schemas.microsoft.com/office/drawing/2014/main" id="{C868B925-125A-75B1-808E-2E4E3779E8E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49" name="TextBox 48">
                <a:extLst>
                  <a:ext uri="{FF2B5EF4-FFF2-40B4-BE49-F238E27FC236}">
                    <a16:creationId xmlns:a16="http://schemas.microsoft.com/office/drawing/2014/main" id="{AF476E15-9C1D-9C09-97BA-9AAF64C8E88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image and select “Change Picture”</a:t>
                </a:r>
              </a:p>
            </p:txBody>
          </p:sp>
          <p:sp>
            <p:nvSpPr>
              <p:cNvPr id="50" name="TextBox 49">
                <a:extLst>
                  <a:ext uri="{FF2B5EF4-FFF2-40B4-BE49-F238E27FC236}">
                    <a16:creationId xmlns:a16="http://schemas.microsoft.com/office/drawing/2014/main" id="{524A83E3-D361-5023-38A6-B42A2B6ED73C}"/>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1" name="TextBox 50">
                <a:extLst>
                  <a:ext uri="{FF2B5EF4-FFF2-40B4-BE49-F238E27FC236}">
                    <a16:creationId xmlns:a16="http://schemas.microsoft.com/office/drawing/2014/main" id="{913DCBCB-991C-80AF-4FA9-9B8385605BDC}"/>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image to reset the photo placeholder functionality.</a:t>
                </a:r>
              </a:p>
            </p:txBody>
          </p:sp>
          <p:sp>
            <p:nvSpPr>
              <p:cNvPr id="52" name="TextBox 51">
                <a:extLst>
                  <a:ext uri="{FF2B5EF4-FFF2-40B4-BE49-F238E27FC236}">
                    <a16:creationId xmlns:a16="http://schemas.microsoft.com/office/drawing/2014/main" id="{0F2CFACC-9589-E1C0-D00C-28B73F029F39}"/>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image as normal.</a:t>
                </a:r>
              </a:p>
            </p:txBody>
          </p:sp>
          <p:cxnSp>
            <p:nvCxnSpPr>
              <p:cNvPr id="53" name="Straight Connector 52">
                <a:extLst>
                  <a:ext uri="{FF2B5EF4-FFF2-40B4-BE49-F238E27FC236}">
                    <a16:creationId xmlns:a16="http://schemas.microsoft.com/office/drawing/2014/main" id="{3826F3A5-5353-C3E5-0BC6-BC9501B700D7}"/>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54" name="TextBox 53">
                <a:extLst>
                  <a:ext uri="{FF2B5EF4-FFF2-40B4-BE49-F238E27FC236}">
                    <a16:creationId xmlns:a16="http://schemas.microsoft.com/office/drawing/2014/main" id="{D40601AD-9599-687F-35CB-1EA4E5622769}"/>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3" name="Text Placeholder 22">
            <a:extLst>
              <a:ext uri="{FF2B5EF4-FFF2-40B4-BE49-F238E27FC236}">
                <a16:creationId xmlns:a16="http://schemas.microsoft.com/office/drawing/2014/main" id="{DF149217-6CE9-07E8-07FF-051B7C4CEE1A}"/>
              </a:ext>
            </a:extLst>
          </p:cNvPr>
          <p:cNvSpPr>
            <a:spLocks noGrp="1"/>
          </p:cNvSpPr>
          <p:nvPr>
            <p:ph type="body" sz="quarter" idx="13" hasCustomPrompt="1"/>
          </p:nvPr>
        </p:nvSpPr>
        <p:spPr>
          <a:xfrm>
            <a:off x="515939" y="4539039"/>
            <a:ext cx="4786822" cy="263149"/>
          </a:xfrm>
        </p:spPr>
        <p:txBody>
          <a:bodyPr wrap="square" anchor="t">
            <a:noAutofit/>
          </a:bodyPr>
          <a:lstStyle>
            <a:lvl1pPr marL="0" indent="0">
              <a:buNone/>
              <a:defRPr sz="1800" spc="0">
                <a:solidFill>
                  <a:schemeClr val="tx1"/>
                </a:solidFill>
              </a:defRPr>
            </a:lvl1pPr>
          </a:lstStyle>
          <a:p>
            <a:pPr lvl="0"/>
            <a:r>
              <a:rPr lang="en-US" dirty="0"/>
              <a:t>Speaker title, Employing entity</a:t>
            </a:r>
          </a:p>
          <a:p>
            <a:pPr lvl="0"/>
            <a:endParaRPr lang="en-US" dirty="0"/>
          </a:p>
        </p:txBody>
      </p:sp>
      <p:sp>
        <p:nvSpPr>
          <p:cNvPr id="6" name="Text Placeholder 7">
            <a:extLst>
              <a:ext uri="{FF2B5EF4-FFF2-40B4-BE49-F238E27FC236}">
                <a16:creationId xmlns:a16="http://schemas.microsoft.com/office/drawing/2014/main" id="{C67D8190-A56B-EB9A-B192-B170197E3D7C}"/>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dirty="0"/>
              <a:t>Speaker name</a:t>
            </a:r>
          </a:p>
        </p:txBody>
      </p:sp>
      <p:sp>
        <p:nvSpPr>
          <p:cNvPr id="7" name="Text Placeholder 22">
            <a:extLst>
              <a:ext uri="{FF2B5EF4-FFF2-40B4-BE49-F238E27FC236}">
                <a16:creationId xmlns:a16="http://schemas.microsoft.com/office/drawing/2014/main" id="{8B7E1E4E-5D2E-BBA2-8966-8A29D76EC702}"/>
              </a:ext>
            </a:extLst>
          </p:cNvPr>
          <p:cNvSpPr>
            <a:spLocks noGrp="1"/>
          </p:cNvSpPr>
          <p:nvPr>
            <p:ph type="body" sz="quarter" idx="14" hasCustomPrompt="1"/>
          </p:nvPr>
        </p:nvSpPr>
        <p:spPr>
          <a:xfrm>
            <a:off x="515939" y="6118601"/>
            <a:ext cx="4786822" cy="263149"/>
          </a:xfrm>
        </p:spPr>
        <p:txBody>
          <a:bodyPr wrap="square" anchor="t">
            <a:noAutofit/>
          </a:bodyPr>
          <a:lstStyle>
            <a:lvl1pPr marL="0" indent="0">
              <a:buNone/>
              <a:defRPr sz="1600" spc="0">
                <a:solidFill>
                  <a:schemeClr val="tx1"/>
                </a:solidFill>
              </a:defRPr>
            </a:lvl1pPr>
          </a:lstStyle>
          <a:p>
            <a:pPr lvl="0"/>
            <a:r>
              <a:rPr lang="en-US" dirty="0"/>
              <a:t>@</a:t>
            </a:r>
            <a:r>
              <a:rPr lang="en-US" dirty="0" err="1"/>
              <a:t>qualcomm</a:t>
            </a:r>
            <a:endParaRPr lang="en-US" dirty="0"/>
          </a:p>
        </p:txBody>
      </p:sp>
    </p:spTree>
    <p:extLst>
      <p:ext uri="{BB962C8B-B14F-4D97-AF65-F5344CB8AC3E}">
        <p14:creationId xmlns:p14="http://schemas.microsoft.com/office/powerpoint/2010/main" val="42356198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3022">
          <p15:clr>
            <a:srgbClr val="FBAE40"/>
          </p15:clr>
        </p15:guide>
        <p15:guide id="6" pos="334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olding slide_Blue">
    <p:bg>
      <p:bgPr>
        <a:solidFill>
          <a:schemeClr val="accent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F2C5B2-B6B5-8033-1AB2-8EA2C569B775}"/>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CA" err="1">
              <a:solidFill>
                <a:schemeClr val="bg1"/>
              </a:solidFill>
              <a:latin typeface="Microsoft Sans Serif"/>
              <a:cs typeface="Microsoft Sans Serif" panose="020B0604020202020204" pitchFamily="34" charset="0"/>
            </a:endParaRPr>
          </a:p>
        </p:txBody>
      </p:sp>
      <p:pic>
        <p:nvPicPr>
          <p:cNvPr id="33" name="Graphic 32">
            <a:extLst>
              <a:ext uri="{FF2B5EF4-FFF2-40B4-BE49-F238E27FC236}">
                <a16:creationId xmlns:a16="http://schemas.microsoft.com/office/drawing/2014/main" id="{B5794193-7C82-4508-9AF6-5E056C12D43E}"/>
              </a:ext>
            </a:extLst>
          </p:cNvPr>
          <p:cNvPicPr>
            <a:picLocks noChangeAspect="1"/>
          </p:cNvPicPr>
          <p:nvPr userDrawn="1"/>
        </p:nvPicPr>
        <p:blipFill>
          <a:blip>
            <a:extLst>
              <a:ext uri="{96DAC541-7B7A-43D3-8B79-37D633B846F1}">
                <asvg:svgBlip xmlns:asvg="http://schemas.microsoft.com/office/drawing/2016/SVG/main" r:embed="rId2"/>
              </a:ext>
            </a:extLst>
          </a:blip>
          <a:srcRect l="17291" t="32275" r="17135" b="30839"/>
          <a:stretch>
            <a:fillRect/>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2" name="Graphic 1">
            <a:extLst>
              <a:ext uri="{FF2B5EF4-FFF2-40B4-BE49-F238E27FC236}">
                <a16:creationId xmlns:a16="http://schemas.microsoft.com/office/drawing/2014/main" id="{4C85D623-E2F7-219D-4729-50DF575019A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953328" y="2337534"/>
            <a:ext cx="4285343" cy="1965955"/>
          </a:xfrm>
          <a:prstGeom prst="rect">
            <a:avLst/>
          </a:prstGeom>
        </p:spPr>
      </p:pic>
    </p:spTree>
    <p:extLst>
      <p:ext uri="{BB962C8B-B14F-4D97-AF65-F5344CB8AC3E}">
        <p14:creationId xmlns:p14="http://schemas.microsoft.com/office/powerpoint/2010/main" val="2222901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olding slide_Qualcomm Blu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C85D623-E2F7-219D-4729-50DF575019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53328" y="2337534"/>
            <a:ext cx="4285343" cy="1965955"/>
          </a:xfrm>
          <a:prstGeom prst="rect">
            <a:avLst/>
          </a:prstGeom>
        </p:spPr>
      </p:pic>
      <p:pic>
        <p:nvPicPr>
          <p:cNvPr id="4" name="Graphic 3">
            <a:extLst>
              <a:ext uri="{FF2B5EF4-FFF2-40B4-BE49-F238E27FC236}">
                <a16:creationId xmlns:a16="http://schemas.microsoft.com/office/drawing/2014/main" id="{83760918-4BFA-7897-D15F-6E226039AC2B}"/>
              </a:ext>
            </a:extLst>
          </p:cNvPr>
          <p:cNvPicPr>
            <a:picLocks noChangeAspect="1"/>
          </p:cNvPicPr>
          <p:nvPr userDrawn="1"/>
        </p:nvPicPr>
        <p:blipFill>
          <a:blip>
            <a:extLst>
              <a:ext uri="{96DAC541-7B7A-43D3-8B79-37D633B846F1}">
                <asvg:svgBlip xmlns:asvg="http://schemas.microsoft.com/office/drawing/2016/SVG/main" r:embed="rId3"/>
              </a:ext>
            </a:extLst>
          </a:blip>
          <a:srcRect l="17291" t="32275" r="17135" b="30839"/>
          <a:stretch>
            <a:fillRect/>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spTree>
    <p:extLst>
      <p:ext uri="{BB962C8B-B14F-4D97-AF65-F5344CB8AC3E}">
        <p14:creationId xmlns:p14="http://schemas.microsoft.com/office/powerpoint/2010/main" val="3873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genda_Dark Blue">
    <p:bg>
      <p:bgPr>
        <a:solidFill>
          <a:schemeClr val="accent2"/>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18"/>
            <a:ext cx="5832474" cy="4984761"/>
          </a:xfrm>
        </p:spPr>
        <p:txBody>
          <a:bodyPr wrap="square" anchor="ctr">
            <a:noAutofit/>
          </a:bodyPr>
          <a:lstStyle>
            <a:lvl1pPr marL="0" indent="0">
              <a:spcBef>
                <a:spcPts val="2000"/>
              </a:spcBef>
              <a:spcAft>
                <a:spcPts val="0"/>
              </a:spcAft>
              <a:buNone/>
              <a:defRPr sz="28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pic>
        <p:nvPicPr>
          <p:cNvPr id="4" name="Graphic 3">
            <a:extLst>
              <a:ext uri="{FF2B5EF4-FFF2-40B4-BE49-F238E27FC236}">
                <a16:creationId xmlns:a16="http://schemas.microsoft.com/office/drawing/2014/main" id="{87ECCFB4-6FEB-4786-7945-36916365351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2212" t="-1336" r="-341" b="1336"/>
          <a:stretch/>
        </p:blipFill>
        <p:spPr>
          <a:xfrm rot="721101">
            <a:off x="-455175" y="695050"/>
            <a:ext cx="4931282" cy="5595610"/>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
        <p:nvSpPr>
          <p:cNvPr id="3" name="TextBox 2">
            <a:extLst>
              <a:ext uri="{FF2B5EF4-FFF2-40B4-BE49-F238E27FC236}">
                <a16:creationId xmlns:a16="http://schemas.microsoft.com/office/drawing/2014/main" id="{DCF333EE-339A-2B10-12F5-EDCD3B9BB705}"/>
              </a:ext>
            </a:extLst>
          </p:cNvPr>
          <p:cNvSpPr txBox="1"/>
          <p:nvPr userDrawn="1"/>
        </p:nvSpPr>
        <p:spPr>
          <a:xfrm>
            <a:off x="876179" y="3150676"/>
            <a:ext cx="1687749" cy="661720"/>
          </a:xfrm>
          <a:prstGeom prst="rect">
            <a:avLst/>
          </a:prstGeom>
          <a:noFill/>
        </p:spPr>
        <p:txBody>
          <a:bodyPr wrap="square">
            <a:spAutoFit/>
          </a:bodyPr>
          <a:lstStyle/>
          <a:p>
            <a:r>
              <a:rPr kumimoji="0" lang="en-US" sz="3700" b="0" i="0" u="none" strike="noStrike" kern="2000" cap="none" spc="-50" normalizeH="0" baseline="0" noProof="0">
                <a:ln>
                  <a:noFill/>
                </a:ln>
                <a:solidFill>
                  <a:srgbClr val="FFFFFF"/>
                </a:solidFill>
                <a:effectLst/>
                <a:uLnTx/>
                <a:uFillTx/>
                <a:latin typeface="Aptos Display" panose="02110004020202020204"/>
                <a:ea typeface="+mj-ea"/>
                <a:cs typeface="+mj-cs"/>
              </a:rPr>
              <a:t>Agenda</a:t>
            </a:r>
            <a:endParaRPr lang="en-US" sz="3700"/>
          </a:p>
        </p:txBody>
      </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Tree>
    <p:extLst>
      <p:ext uri="{BB962C8B-B14F-4D97-AF65-F5344CB8AC3E}">
        <p14:creationId xmlns:p14="http://schemas.microsoft.com/office/powerpoint/2010/main" val="132721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3681">
          <p15:clr>
            <a:srgbClr val="FBAE40"/>
          </p15:clr>
        </p15:guide>
        <p15:guide id="9" pos="6970">
          <p15:clr>
            <a:srgbClr val="FBAE40"/>
          </p15:clr>
        </p15:guide>
        <p15:guide id="12" orient="horz" pos="1752">
          <p15:clr>
            <a:srgbClr val="FBAE40"/>
          </p15:clr>
        </p15:guide>
        <p15:guide id="13" orient="horz" pos="259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_Qualcomm Blue">
    <p:bg>
      <p:bgPr>
        <a:solidFill>
          <a:schemeClr val="accent1"/>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18"/>
            <a:ext cx="5832474" cy="4984761"/>
          </a:xfrm>
        </p:spPr>
        <p:txBody>
          <a:bodyPr wrap="square" anchor="ctr">
            <a:noAutofit/>
          </a:bodyPr>
          <a:lstStyle>
            <a:lvl1pPr marL="0" indent="0">
              <a:spcBef>
                <a:spcPts val="2000"/>
              </a:spcBef>
              <a:spcAft>
                <a:spcPts val="0"/>
              </a:spcAft>
              <a:buNone/>
              <a:defRPr sz="28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pic>
        <p:nvPicPr>
          <p:cNvPr id="4" name="Graphic 3">
            <a:extLst>
              <a:ext uri="{FF2B5EF4-FFF2-40B4-BE49-F238E27FC236}">
                <a16:creationId xmlns:a16="http://schemas.microsoft.com/office/drawing/2014/main" id="{87ECCFB4-6FEB-4786-7945-36916365351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2212" t="-1336" r="-341" b="1336"/>
          <a:stretch/>
        </p:blipFill>
        <p:spPr>
          <a:xfrm rot="721101">
            <a:off x="-455175" y="695050"/>
            <a:ext cx="4931282" cy="5595610"/>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
        <p:nvSpPr>
          <p:cNvPr id="3" name="TextBox 2">
            <a:extLst>
              <a:ext uri="{FF2B5EF4-FFF2-40B4-BE49-F238E27FC236}">
                <a16:creationId xmlns:a16="http://schemas.microsoft.com/office/drawing/2014/main" id="{DCF333EE-339A-2B10-12F5-EDCD3B9BB705}"/>
              </a:ext>
            </a:extLst>
          </p:cNvPr>
          <p:cNvSpPr txBox="1"/>
          <p:nvPr userDrawn="1"/>
        </p:nvSpPr>
        <p:spPr>
          <a:xfrm>
            <a:off x="876179" y="3150676"/>
            <a:ext cx="1687749" cy="661720"/>
          </a:xfrm>
          <a:prstGeom prst="rect">
            <a:avLst/>
          </a:prstGeom>
          <a:noFill/>
        </p:spPr>
        <p:txBody>
          <a:bodyPr wrap="square">
            <a:spAutoFit/>
          </a:bodyPr>
          <a:lstStyle/>
          <a:p>
            <a:r>
              <a:rPr kumimoji="0" lang="en-US" sz="3700" b="0" i="0" u="none" strike="noStrike" kern="2000" cap="none" spc="-50" normalizeH="0" baseline="0" noProof="0">
                <a:ln>
                  <a:noFill/>
                </a:ln>
                <a:solidFill>
                  <a:srgbClr val="FFFFFF"/>
                </a:solidFill>
                <a:effectLst/>
                <a:uLnTx/>
                <a:uFillTx/>
                <a:latin typeface="Aptos Display" panose="02110004020202020204"/>
                <a:ea typeface="+mj-ea"/>
                <a:cs typeface="+mj-cs"/>
              </a:rPr>
              <a:t>Agenda</a:t>
            </a:r>
            <a:endParaRPr lang="en-US" sz="3700"/>
          </a:p>
        </p:txBody>
      </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Tree>
    <p:extLst>
      <p:ext uri="{BB962C8B-B14F-4D97-AF65-F5344CB8AC3E}">
        <p14:creationId xmlns:p14="http://schemas.microsoft.com/office/powerpoint/2010/main" val="1861684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p15:clr>
            <a:srgbClr val="FBAE40"/>
          </p15:clr>
        </p15:guide>
        <p15:guide id="2" orient="horz" pos="436">
          <p15:clr>
            <a:srgbClr val="FBAE40"/>
          </p15:clr>
        </p15:guide>
        <p15:guide id="5" orient="horz" pos="3158">
          <p15:clr>
            <a:srgbClr val="FBAE40"/>
          </p15:clr>
        </p15:guide>
        <p15:guide id="6" orient="horz" pos="1344">
          <p15:clr>
            <a:srgbClr val="FBAE40"/>
          </p15:clr>
        </p15:guide>
        <p15:guide id="7" orient="horz" pos="2251">
          <p15:clr>
            <a:srgbClr val="FBAE40"/>
          </p15:clr>
        </p15:guide>
        <p15:guide id="8" pos="3681">
          <p15:clr>
            <a:srgbClr val="FBAE40"/>
          </p15:clr>
        </p15:guide>
        <p15:guide id="9" pos="6970">
          <p15:clr>
            <a:srgbClr val="FBAE40"/>
          </p15:clr>
        </p15:guide>
        <p15:guide id="12" orient="horz" pos="1752">
          <p15:clr>
            <a:srgbClr val="FBAE40"/>
          </p15:clr>
        </p15:guide>
        <p15:guide id="13" orient="horz" pos="259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_Dark Blue">
    <p:bg>
      <p:bgPr>
        <a:solidFill>
          <a:schemeClr val="accent2"/>
        </a:solid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56F4BB75-A65B-C928-4300-940A326B325A}"/>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Divider slide title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3 lines maximum lorem ipsum dolor sit </a:t>
            </a:r>
            <a:r>
              <a:rPr lang="en-US" sz="4800" spc="-110" err="1">
                <a:solidFill>
                  <a:srgbClr val="FFFFFE"/>
                </a:solidFill>
                <a:ea typeface="Alfabet" pitchFamily="2" charset="0"/>
                <a:cs typeface="Microsoft Sans Serif" panose="020B0604020202020204" pitchFamily="34" charset="0"/>
              </a:rPr>
              <a:t>amet</a:t>
            </a:r>
            <a:endParaRPr lang="en-US" sz="4800" spc="-110">
              <a:solidFill>
                <a:srgbClr val="FFFFFE"/>
              </a:solidFill>
              <a:ea typeface="Alfabet" pitchFamily="2" charset="0"/>
              <a:cs typeface="Microsoft Sans Serif" panose="020B0604020202020204" pitchFamily="34" charset="0"/>
            </a:endParaRPr>
          </a:p>
        </p:txBody>
      </p:sp>
      <p:pic>
        <p:nvPicPr>
          <p:cNvPr id="3" name="Graphic 2">
            <a:extLst>
              <a:ext uri="{FF2B5EF4-FFF2-40B4-BE49-F238E27FC236}">
                <a16:creationId xmlns:a16="http://schemas.microsoft.com/office/drawing/2014/main" id="{5FCC5857-127B-92B1-127D-549E125A84B7}"/>
              </a:ext>
            </a:extLst>
          </p:cNvPr>
          <p:cNvPicPr>
            <a:picLocks noChangeAspect="1"/>
          </p:cNvPicPr>
          <p:nvPr userDrawn="1"/>
        </p:nvPicPr>
        <p:blipFill>
          <a:blip>
            <a:extLst>
              <a:ext uri="{96DAC541-7B7A-43D3-8B79-37D633B846F1}">
                <asvg:svgBlip xmlns:asvg="http://schemas.microsoft.com/office/drawing/2016/SVG/main" r:embed="rId2"/>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6" name="Picture 2">
            <a:extLst>
              <a:ext uri="{FF2B5EF4-FFF2-40B4-BE49-F238E27FC236}">
                <a16:creationId xmlns:a16="http://schemas.microsoft.com/office/drawing/2014/main" id="{B4CD1440-8C09-3A2A-5025-11244190A58A}"/>
              </a:ext>
            </a:extLst>
          </p:cNvPr>
          <p:cNvPicPr>
            <a:picLocks noChangeAspect="1" noChangeArrowheads="1"/>
          </p:cNvPicPr>
          <p:nvPr userDrawn="1"/>
        </p:nvPicPr>
        <p:blipFill rotWithShape="1">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744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_Qualcomm Blue">
    <p:bg>
      <p:bgPr>
        <a:solidFill>
          <a:schemeClr val="accent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dirty="0">
                <a:solidFill>
                  <a:srgbClr val="FFFFFE"/>
                </a:solidFill>
                <a:ea typeface="Alfabet" pitchFamily="2" charset="0"/>
                <a:cs typeface="Microsoft Sans Serif" panose="020B0604020202020204" pitchFamily="34" charset="0"/>
              </a:rPr>
              <a:t>Divider slide title </a:t>
            </a:r>
            <a:br>
              <a:rPr lang="en-US" sz="4800" spc="-110" dirty="0">
                <a:solidFill>
                  <a:srgbClr val="FFFFFE"/>
                </a:solidFill>
                <a:ea typeface="Alfabet" pitchFamily="2" charset="0"/>
                <a:cs typeface="Microsoft Sans Serif" panose="020B0604020202020204" pitchFamily="34" charset="0"/>
              </a:rPr>
            </a:br>
            <a:r>
              <a:rPr lang="en-US" sz="4800" spc="-110" dirty="0">
                <a:solidFill>
                  <a:srgbClr val="FFFFFE"/>
                </a:solidFill>
                <a:ea typeface="Alfabet" pitchFamily="2" charset="0"/>
                <a:cs typeface="Microsoft Sans Serif" panose="020B0604020202020204" pitchFamily="34" charset="0"/>
              </a:rPr>
              <a:t>3 lines maximum lorem ipsum dolor sit </a:t>
            </a:r>
            <a:r>
              <a:rPr lang="en-US" sz="4800" spc="-110" dirty="0" err="1">
                <a:solidFill>
                  <a:srgbClr val="FFFFFE"/>
                </a:solidFill>
                <a:ea typeface="Alfabet" pitchFamily="2" charset="0"/>
                <a:cs typeface="Microsoft Sans Serif" panose="020B0604020202020204" pitchFamily="34" charset="0"/>
              </a:rPr>
              <a:t>amet</a:t>
            </a:r>
            <a:endParaRPr lang="en-US" sz="4800" spc="-110" dirty="0">
              <a:solidFill>
                <a:srgbClr val="FFFFFE"/>
              </a:solidFill>
              <a:ea typeface="Alfabet" pitchFamily="2" charset="0"/>
              <a:cs typeface="Microsoft Sans Serif" panose="020B0604020202020204" pitchFamily="34" charset="0"/>
            </a:endParaRPr>
          </a:p>
        </p:txBody>
      </p:sp>
      <p:pic>
        <p:nvPicPr>
          <p:cNvPr id="5" name="Graphic 4">
            <a:extLst>
              <a:ext uri="{FF2B5EF4-FFF2-40B4-BE49-F238E27FC236}">
                <a16:creationId xmlns:a16="http://schemas.microsoft.com/office/drawing/2014/main" id="{D0243FD1-3C4D-4017-97D3-97AAAB1E08EB}"/>
              </a:ext>
            </a:extLst>
          </p:cNvPr>
          <p:cNvPicPr>
            <a:picLocks noChangeAspect="1"/>
          </p:cNvPicPr>
          <p:nvPr userDrawn="1"/>
        </p:nvPicPr>
        <p:blipFill>
          <a:blip>
            <a:extLst>
              <a:ext uri="{96DAC541-7B7A-43D3-8B79-37D633B846F1}">
                <asvg:svgBlip xmlns:asvg="http://schemas.microsoft.com/office/drawing/2016/SVG/main" r:embed="rId2"/>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6" name="Picture 2">
            <a:extLst>
              <a:ext uri="{FF2B5EF4-FFF2-40B4-BE49-F238E27FC236}">
                <a16:creationId xmlns:a16="http://schemas.microsoft.com/office/drawing/2014/main" id="{4349F65B-6B2B-D03F-2060-AF18427437B5}"/>
              </a:ext>
            </a:extLst>
          </p:cNvPr>
          <p:cNvPicPr>
            <a:picLocks noChangeAspect="1" noChangeArrowheads="1"/>
          </p:cNvPicPr>
          <p:nvPr userDrawn="1"/>
        </p:nvPicPr>
        <p:blipFill rotWithShape="1">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0347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_Light Grey">
    <p:bg>
      <p:bgPr>
        <a:solidFill>
          <a:srgbClr val="EFF1F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C2CB9B-0078-BC2B-5AAC-4C2115035721}"/>
              </a:ext>
            </a:extLst>
          </p:cNvPr>
          <p:cNvPicPr>
            <a:picLocks noChangeAspect="1" noChangeArrowheads="1"/>
          </p:cNvPicPr>
          <p:nvPr userDrawn="1"/>
        </p:nvPicPr>
        <p:blipFill rotWithShape="1">
          <a:blip>
            <a:extLst>
              <a:ext uri="{96DAC541-7B7A-43D3-8B79-37D633B846F1}">
                <asvg:svgBlip xmlns:asvg="http://schemas.microsoft.com/office/drawing/2016/SVG/main" r:embed="rId2"/>
              </a:ext>
            </a:extLst>
          </a:blip>
          <a:srcRect t="-1567" b="-1567"/>
          <a:stretch/>
        </p:blipFill>
        <p:spPr bwMode="auto">
          <a:xfrm>
            <a:off x="9924064" y="4805346"/>
            <a:ext cx="894630" cy="1062179"/>
          </a:xfrm>
          <a:prstGeom prst="rect">
            <a:avLst/>
          </a:prstGeom>
          <a:noFill/>
        </p:spPr>
      </p:pic>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dirty="0"/>
              <a:t>Divider slide title</a:t>
            </a:r>
            <a:br>
              <a:rPr lang="en-US" dirty="0"/>
            </a:br>
            <a:r>
              <a:rPr lang="en-US" dirty="0"/>
              <a:t>3 lines maximum lorem ipsum dolor sit </a:t>
            </a:r>
            <a:r>
              <a:rPr lang="en-US" dirty="0" err="1"/>
              <a:t>amet</a:t>
            </a:r>
            <a:endParaRPr lang="en-US" sz="4800" spc="-110" dirty="0">
              <a:solidFill>
                <a:srgbClr val="FFFFFE"/>
              </a:solidFill>
              <a:ea typeface="Alfabet" pitchFamily="2" charset="0"/>
              <a:cs typeface="Microsoft Sans Serif" panose="020B0604020202020204" pitchFamily="34" charset="0"/>
            </a:endParaRPr>
          </a:p>
        </p:txBody>
      </p:sp>
      <p:pic>
        <p:nvPicPr>
          <p:cNvPr id="5" name="Graphic 4">
            <a:extLst>
              <a:ext uri="{FF2B5EF4-FFF2-40B4-BE49-F238E27FC236}">
                <a16:creationId xmlns:a16="http://schemas.microsoft.com/office/drawing/2014/main" id="{D0243FD1-3C4D-4017-97D3-97AAAB1E08EB}"/>
              </a:ext>
            </a:extLst>
          </p:cNvPr>
          <p:cNvPicPr>
            <a:picLocks noChangeAspect="1"/>
          </p:cNvPicPr>
          <p:nvPr userDrawn="1"/>
        </p:nvPicPr>
        <p:blipFill>
          <a:blip>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spTree>
    <p:extLst>
      <p:ext uri="{BB962C8B-B14F-4D97-AF65-F5344CB8AC3E}">
        <p14:creationId xmlns:p14="http://schemas.microsoft.com/office/powerpoint/2010/main" val="4552151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_Blue">
    <p:bg>
      <p:bgPr>
        <a:solidFill>
          <a:schemeClr val="accent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userDrawn="1"/>
        </p:nvSpPr>
        <p:spPr bwMode="gray">
          <a:xfrm>
            <a:off x="343609" y="2435884"/>
            <a:ext cx="8725779" cy="130125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9600" u="none" strike="noStrike" kern="1200" cap="none" spc="-300" normalizeH="0" noProof="0">
                <a:ln>
                  <a:noFill/>
                </a:ln>
                <a:effectLst/>
                <a:uLnTx/>
                <a:uFillTx/>
                <a:latin typeface="Aptos" panose="020B0004020202020204" pitchFamily="34" charset="0"/>
                <a:ea typeface="Alfabet" pitchFamily="2" charset="0"/>
              </a:rPr>
              <a:t>T</a:t>
            </a:r>
            <a:r>
              <a:rPr kumimoji="0" lang="en-US" sz="9600" u="none" strike="noStrike" kern="1200" cap="none" spc="-300" normalizeH="0" baseline="0" noProof="0">
                <a:ln>
                  <a:noFill/>
                </a:ln>
                <a:effectLst/>
                <a:uLnTx/>
                <a:uFillTx/>
                <a:latin typeface="Aptos" panose="020B0004020202020204" pitchFamily="34" charset="0"/>
                <a:ea typeface="Alfabet" pitchFamily="2" charset="0"/>
              </a:rPr>
              <a:t>h</a:t>
            </a:r>
            <a:r>
              <a:rPr kumimoji="0" lang="en-US" sz="9600" u="none" strike="noStrike" kern="1200" cap="none" spc="-600" normalizeH="0" noProof="0">
                <a:ln>
                  <a:noFill/>
                </a:ln>
                <a:effectLst/>
                <a:uLnTx/>
                <a:uFillTx/>
                <a:latin typeface="Aptos" panose="020B0004020202020204" pitchFamily="34" charset="0"/>
                <a:ea typeface="Alfabet" pitchFamily="2" charset="0"/>
              </a:rPr>
              <a:t>a</a:t>
            </a:r>
            <a:r>
              <a:rPr kumimoji="0" lang="en-US" sz="9600" u="none" strike="noStrike" kern="1200" cap="none" spc="-450" normalizeH="0" noProof="0">
                <a:ln>
                  <a:noFill/>
                </a:ln>
                <a:effectLst/>
                <a:uLnTx/>
                <a:uFillTx/>
                <a:latin typeface="Aptos" panose="020B0004020202020204" pitchFamily="34" charset="0"/>
                <a:ea typeface="Alfabet" pitchFamily="2" charset="0"/>
              </a:rPr>
              <a:t>n</a:t>
            </a:r>
            <a:r>
              <a:rPr kumimoji="0" lang="en-US" sz="9600" u="none" strike="noStrike" kern="1200" cap="none" spc="-600" normalizeH="0" noProof="0">
                <a:ln>
                  <a:noFill/>
                </a:ln>
                <a:effectLst/>
                <a:uLnTx/>
                <a:uFillTx/>
                <a:latin typeface="Aptos" panose="020B0004020202020204" pitchFamily="34" charset="0"/>
                <a:ea typeface="Alfabet" pitchFamily="2" charset="0"/>
              </a:rPr>
              <a:t>k  </a:t>
            </a:r>
            <a:r>
              <a:rPr kumimoji="0" lang="en-US" sz="9600" u="none" strike="noStrike" kern="1200" cap="none" spc="-80" normalizeH="0" noProof="0">
                <a:ln>
                  <a:noFill/>
                </a:ln>
                <a:effectLst/>
                <a:uLnTx/>
                <a:uFillTx/>
                <a:latin typeface="Aptos" panose="020B0004020202020204" pitchFamily="34" charset="0"/>
                <a:ea typeface="Alfabet" pitchFamily="2" charset="0"/>
              </a:rPr>
              <a:t>y</a:t>
            </a:r>
            <a:r>
              <a:rPr lang="en-US" sz="9600" spc="-300">
                <a:latin typeface="Aptos" panose="020B0004020202020204" pitchFamily="34" charset="0"/>
                <a:ea typeface="Alfabet" pitchFamily="2" charset="0"/>
              </a:rPr>
              <a:t>o</a:t>
            </a:r>
            <a:r>
              <a:rPr kumimoji="0" lang="en-US" sz="9600" u="none" strike="noStrike" kern="1200" cap="none" spc="-300" normalizeH="0" noProof="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userDrawn="1"/>
        </p:nvSpPr>
        <p:spPr bwMode="gray">
          <a:xfrm>
            <a:off x="480927" y="3934635"/>
            <a:ext cx="3789063" cy="654025"/>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Qualcomm</a:t>
            </a:r>
            <a:r>
              <a:rPr kumimoji="0" lang="zh-TW" alt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and</a:t>
            </a:r>
            <a:r>
              <a:rPr kumimoji="0" lang="zh-TW" alt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Snapdragon</a:t>
            </a:r>
            <a:r>
              <a:rPr kumimoji="0" lang="zh-TW" alt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are</a:t>
            </a: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trademark</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or registered trademark</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of Qualcomm Incorporated. </a:t>
            </a:r>
            <a:b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userDrawn="1"/>
        </p:nvSpPr>
        <p:spPr bwMode="gray">
          <a:xfrm>
            <a:off x="480927" y="4751064"/>
            <a:ext cx="4172353" cy="1002839"/>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patented technologies are licensed by Qualcomm Incorporated. </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userDrawn="1"/>
        </p:nvSpPr>
        <p:spPr bwMode="gray">
          <a:xfrm>
            <a:off x="481013" y="6100661"/>
            <a:ext cx="3127218" cy="150362"/>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userDrawn="1"/>
        </p:nvSpPr>
        <p:spPr>
          <a:xfrm>
            <a:off x="389712" y="6209771"/>
            <a:ext cx="4184203" cy="242374"/>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For more information, visit us at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 &amp;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/blog</a:t>
            </a:r>
          </a:p>
        </p:txBody>
      </p:sp>
      <p:grpSp>
        <p:nvGrpSpPr>
          <p:cNvPr id="8" name="Group 7">
            <a:extLst>
              <a:ext uri="{FF2B5EF4-FFF2-40B4-BE49-F238E27FC236}">
                <a16:creationId xmlns:a16="http://schemas.microsoft.com/office/drawing/2014/main" id="{DC2BA5B9-32D0-B4D3-31C5-940933363930}"/>
              </a:ext>
            </a:extLst>
          </p:cNvPr>
          <p:cNvGrpSpPr/>
          <p:nvPr userDrawn="1"/>
        </p:nvGrpSpPr>
        <p:grpSpPr>
          <a:xfrm>
            <a:off x="1205032" y="6126885"/>
            <a:ext cx="817893" cy="93682"/>
            <a:chOff x="1300130" y="6126885"/>
            <a:chExt cx="817893" cy="93682"/>
          </a:xfrm>
        </p:grpSpPr>
        <p:grpSp>
          <p:nvGrpSpPr>
            <p:cNvPr id="9" name="Group 5">
              <a:extLst>
                <a:ext uri="{FF2B5EF4-FFF2-40B4-BE49-F238E27FC236}">
                  <a16:creationId xmlns:a16="http://schemas.microsoft.com/office/drawing/2014/main" id="{3BF5268F-6D68-1917-4372-D995E148B3D8}"/>
                </a:ext>
              </a:extLst>
            </p:cNvPr>
            <p:cNvGrpSpPr>
              <a:grpSpLocks noChangeAspect="1"/>
            </p:cNvGrpSpPr>
            <p:nvPr/>
          </p:nvGrpSpPr>
          <p:grpSpPr bwMode="gray">
            <a:xfrm>
              <a:off x="1300130" y="6126885"/>
              <a:ext cx="94798" cy="93682"/>
              <a:chOff x="3331" y="1656"/>
              <a:chExt cx="1020" cy="1008"/>
            </a:xfrm>
            <a:solidFill>
              <a:schemeClr val="tx1"/>
            </a:solidFill>
          </p:grpSpPr>
          <p:sp>
            <p:nvSpPr>
              <p:cNvPr id="17" name="Freeform 6">
                <a:extLst>
                  <a:ext uri="{FF2B5EF4-FFF2-40B4-BE49-F238E27FC236}">
                    <a16:creationId xmlns:a16="http://schemas.microsoft.com/office/drawing/2014/main" id="{3B4391A0-4D50-9169-D3E1-D5541F0F6095}"/>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18" name="Freeform 7">
                <a:extLst>
                  <a:ext uri="{FF2B5EF4-FFF2-40B4-BE49-F238E27FC236}">
                    <a16:creationId xmlns:a16="http://schemas.microsoft.com/office/drawing/2014/main" id="{40BEAF68-D3D4-D207-309D-6001397EE346}"/>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10" name="Group 4">
              <a:extLst>
                <a:ext uri="{FF2B5EF4-FFF2-40B4-BE49-F238E27FC236}">
                  <a16:creationId xmlns:a16="http://schemas.microsoft.com/office/drawing/2014/main" id="{274B1A01-2610-8398-DC38-5F6C0A50AF64}"/>
                </a:ext>
              </a:extLst>
            </p:cNvPr>
            <p:cNvGrpSpPr>
              <a:grpSpLocks noChangeAspect="1"/>
            </p:cNvGrpSpPr>
            <p:nvPr/>
          </p:nvGrpSpPr>
          <p:grpSpPr bwMode="auto">
            <a:xfrm>
              <a:off x="1640695" y="6127230"/>
              <a:ext cx="92914" cy="92992"/>
              <a:chOff x="2653" y="972"/>
              <a:chExt cx="2372" cy="2374"/>
            </a:xfrm>
            <a:solidFill>
              <a:schemeClr val="tx1"/>
            </a:solidFill>
          </p:grpSpPr>
          <p:sp>
            <p:nvSpPr>
              <p:cNvPr id="14" name="Freeform 5">
                <a:extLst>
                  <a:ext uri="{FF2B5EF4-FFF2-40B4-BE49-F238E27FC236}">
                    <a16:creationId xmlns:a16="http://schemas.microsoft.com/office/drawing/2014/main" id="{68802D42-C0F1-DAF9-8B74-77C13FA40FE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5" name="Freeform 6">
                <a:extLst>
                  <a:ext uri="{FF2B5EF4-FFF2-40B4-BE49-F238E27FC236}">
                    <a16:creationId xmlns:a16="http://schemas.microsoft.com/office/drawing/2014/main" id="{511AB5E8-AF45-535E-DBEE-21EA3AA4AC1B}"/>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6" name="Oval 7">
                <a:extLst>
                  <a:ext uri="{FF2B5EF4-FFF2-40B4-BE49-F238E27FC236}">
                    <a16:creationId xmlns:a16="http://schemas.microsoft.com/office/drawing/2014/main" id="{5A2B3252-69E6-21D8-7B9C-8CACF53B9BA3}"/>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11" name="Graphic 10">
              <a:extLst>
                <a:ext uri="{FF2B5EF4-FFF2-40B4-BE49-F238E27FC236}">
                  <a16:creationId xmlns:a16="http://schemas.microsoft.com/office/drawing/2014/main" id="{EDEA13E0-DF26-3A35-755F-EB1D2F7140E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10838" y="6131300"/>
              <a:ext cx="122931" cy="84852"/>
            </a:xfrm>
            <a:prstGeom prst="rect">
              <a:avLst/>
            </a:prstGeom>
          </p:spPr>
        </p:pic>
        <p:pic>
          <p:nvPicPr>
            <p:cNvPr id="12" name="Graphic 11">
              <a:extLst>
                <a:ext uri="{FF2B5EF4-FFF2-40B4-BE49-F238E27FC236}">
                  <a16:creationId xmlns:a16="http://schemas.microsoft.com/office/drawing/2014/main" id="{B54DF270-EBC5-95DA-8346-7100B18EC91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89" y="6126885"/>
              <a:ext cx="94234" cy="93682"/>
            </a:xfrm>
            <a:prstGeom prst="rect">
              <a:avLst/>
            </a:prstGeom>
          </p:spPr>
        </p:pic>
        <p:pic>
          <p:nvPicPr>
            <p:cNvPr id="13" name="Graphic 12">
              <a:extLst>
                <a:ext uri="{FF2B5EF4-FFF2-40B4-BE49-F238E27FC236}">
                  <a16:creationId xmlns:a16="http://schemas.microsoft.com/office/drawing/2014/main" id="{1D7C89CA-3D39-A79E-E143-FE65F0C89E2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76872" y="6131572"/>
              <a:ext cx="84309" cy="84309"/>
            </a:xfrm>
            <a:prstGeom prst="rect">
              <a:avLst/>
            </a:prstGeom>
          </p:spPr>
        </p:pic>
      </p:grpSp>
      <p:pic>
        <p:nvPicPr>
          <p:cNvPr id="24" name="Graphic 23">
            <a:extLst>
              <a:ext uri="{FF2B5EF4-FFF2-40B4-BE49-F238E27FC236}">
                <a16:creationId xmlns:a16="http://schemas.microsoft.com/office/drawing/2014/main" id="{1EBB4BF9-FEEC-4175-585A-2715E84D1EB5}"/>
              </a:ext>
            </a:extLst>
          </p:cNvPr>
          <p:cNvPicPr>
            <a:picLocks noChangeAspect="1"/>
          </p:cNvPicPr>
          <p:nvPr/>
        </p:nvPicPr>
        <p:blipFill>
          <a:blip>
            <a:extLst>
              <a:ext uri="{96DAC541-7B7A-43D3-8B79-37D633B846F1}">
                <asvg:svgBlip xmlns:asvg="http://schemas.microsoft.com/office/drawing/2016/SVG/main" r:embed="rId5"/>
              </a:ext>
            </a:extLst>
          </a:blip>
          <a:srcRect t="31605" r="39224"/>
          <a:stretch>
            <a:fillRect/>
          </a:stretch>
        </p:blipFill>
        <p:spPr>
          <a:xfrm>
            <a:off x="6684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1" name="Picture 2">
            <a:extLst>
              <a:ext uri="{FF2B5EF4-FFF2-40B4-BE49-F238E27FC236}">
                <a16:creationId xmlns:a16="http://schemas.microsoft.com/office/drawing/2014/main" id="{7FDF1ADE-EF76-ABDC-A94C-B4B22DDF49A4}"/>
              </a:ext>
            </a:extLst>
          </p:cNvPr>
          <p:cNvPicPr>
            <a:picLocks noChangeAspect="1" noChangeArrowheads="1"/>
          </p:cNvPicPr>
          <p:nvPr/>
        </p:nvPicPr>
        <p:blipFill rotWithShape="1">
          <a:blip r:embed="rId6" cstate="email">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p:blipFill>
        <p:spPr bwMode="auto">
          <a:xfrm>
            <a:off x="10895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65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_Qualcomm Blue">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userDrawn="1"/>
        </p:nvSpPr>
        <p:spPr bwMode="gray">
          <a:xfrm>
            <a:off x="343609" y="2435884"/>
            <a:ext cx="8725779" cy="130125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9600" u="none" strike="noStrike" kern="1200" cap="none" spc="-300" normalizeH="0" noProof="0">
                <a:ln>
                  <a:noFill/>
                </a:ln>
                <a:effectLst/>
                <a:uLnTx/>
                <a:uFillTx/>
                <a:latin typeface="Aptos" panose="020B0004020202020204" pitchFamily="34" charset="0"/>
                <a:ea typeface="Alfabet" pitchFamily="2" charset="0"/>
              </a:rPr>
              <a:t>T</a:t>
            </a:r>
            <a:r>
              <a:rPr kumimoji="0" lang="en-US" sz="9600" u="none" strike="noStrike" kern="1200" cap="none" spc="-300" normalizeH="0" baseline="0" noProof="0">
                <a:ln>
                  <a:noFill/>
                </a:ln>
                <a:effectLst/>
                <a:uLnTx/>
                <a:uFillTx/>
                <a:latin typeface="Aptos" panose="020B0004020202020204" pitchFamily="34" charset="0"/>
                <a:ea typeface="Alfabet" pitchFamily="2" charset="0"/>
              </a:rPr>
              <a:t>h</a:t>
            </a:r>
            <a:r>
              <a:rPr kumimoji="0" lang="en-US" sz="9600" u="none" strike="noStrike" kern="1200" cap="none" spc="-600" normalizeH="0" noProof="0">
                <a:ln>
                  <a:noFill/>
                </a:ln>
                <a:effectLst/>
                <a:uLnTx/>
                <a:uFillTx/>
                <a:latin typeface="Aptos" panose="020B0004020202020204" pitchFamily="34" charset="0"/>
                <a:ea typeface="Alfabet" pitchFamily="2" charset="0"/>
              </a:rPr>
              <a:t>a</a:t>
            </a:r>
            <a:r>
              <a:rPr kumimoji="0" lang="en-US" sz="9600" u="none" strike="noStrike" kern="1200" cap="none" spc="-450" normalizeH="0" noProof="0">
                <a:ln>
                  <a:noFill/>
                </a:ln>
                <a:effectLst/>
                <a:uLnTx/>
                <a:uFillTx/>
                <a:latin typeface="Aptos" panose="020B0004020202020204" pitchFamily="34" charset="0"/>
                <a:ea typeface="Alfabet" pitchFamily="2" charset="0"/>
              </a:rPr>
              <a:t>n</a:t>
            </a:r>
            <a:r>
              <a:rPr kumimoji="0" lang="en-US" sz="9600" u="none" strike="noStrike" kern="1200" cap="none" spc="-600" normalizeH="0" noProof="0">
                <a:ln>
                  <a:noFill/>
                </a:ln>
                <a:effectLst/>
                <a:uLnTx/>
                <a:uFillTx/>
                <a:latin typeface="Aptos" panose="020B0004020202020204" pitchFamily="34" charset="0"/>
                <a:ea typeface="Alfabet" pitchFamily="2" charset="0"/>
              </a:rPr>
              <a:t>k  </a:t>
            </a:r>
            <a:r>
              <a:rPr kumimoji="0" lang="en-US" sz="9600" u="none" strike="noStrike" kern="1200" cap="none" spc="-80" normalizeH="0" noProof="0">
                <a:ln>
                  <a:noFill/>
                </a:ln>
                <a:effectLst/>
                <a:uLnTx/>
                <a:uFillTx/>
                <a:latin typeface="Aptos" panose="020B0004020202020204" pitchFamily="34" charset="0"/>
                <a:ea typeface="Alfabet" pitchFamily="2" charset="0"/>
              </a:rPr>
              <a:t>y</a:t>
            </a:r>
            <a:r>
              <a:rPr lang="en-US" sz="9600" spc="-300">
                <a:latin typeface="Aptos" panose="020B0004020202020204" pitchFamily="34" charset="0"/>
                <a:ea typeface="Alfabet" pitchFamily="2" charset="0"/>
              </a:rPr>
              <a:t>o</a:t>
            </a:r>
            <a:r>
              <a:rPr kumimoji="0" lang="en-US" sz="9600" u="none" strike="noStrike" kern="1200" cap="none" spc="-300" normalizeH="0" noProof="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userDrawn="1"/>
        </p:nvSpPr>
        <p:spPr bwMode="gray">
          <a:xfrm>
            <a:off x="480927" y="3934635"/>
            <a:ext cx="3789063" cy="654025"/>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Qualcomm</a:t>
            </a:r>
            <a:r>
              <a:rPr kumimoji="0" lang="zh-TW" alt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and</a:t>
            </a:r>
            <a:r>
              <a:rPr kumimoji="0" lang="zh-TW" alt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Snapdragon</a:t>
            </a:r>
            <a:r>
              <a:rPr kumimoji="0" lang="zh-TW" alt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are</a:t>
            </a: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trademark</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or registered trademark</a:t>
            </a:r>
            <a:r>
              <a:rPr kumimoji="0" lang="en-US" altLang="zh-TW"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 of Qualcomm Incorporated. </a:t>
            </a:r>
            <a:b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dirty="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userDrawn="1"/>
        </p:nvSpPr>
        <p:spPr bwMode="gray">
          <a:xfrm>
            <a:off x="480927" y="4751064"/>
            <a:ext cx="4172353" cy="1002839"/>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patented technologies are licensed by Qualcomm Incorporated. </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dirty="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userDrawn="1"/>
        </p:nvSpPr>
        <p:spPr bwMode="gray">
          <a:xfrm>
            <a:off x="481013" y="6100661"/>
            <a:ext cx="3127218" cy="150362"/>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userDrawn="1"/>
        </p:nvSpPr>
        <p:spPr>
          <a:xfrm>
            <a:off x="389712" y="6209771"/>
            <a:ext cx="4184203" cy="242374"/>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For more information, visit us at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 &amp;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/blog</a:t>
            </a:r>
          </a:p>
        </p:txBody>
      </p:sp>
      <p:grpSp>
        <p:nvGrpSpPr>
          <p:cNvPr id="8" name="Group 7">
            <a:extLst>
              <a:ext uri="{FF2B5EF4-FFF2-40B4-BE49-F238E27FC236}">
                <a16:creationId xmlns:a16="http://schemas.microsoft.com/office/drawing/2014/main" id="{DC2BA5B9-32D0-B4D3-31C5-940933363930}"/>
              </a:ext>
            </a:extLst>
          </p:cNvPr>
          <p:cNvGrpSpPr/>
          <p:nvPr userDrawn="1"/>
        </p:nvGrpSpPr>
        <p:grpSpPr>
          <a:xfrm>
            <a:off x="1205032" y="6126885"/>
            <a:ext cx="817893" cy="93682"/>
            <a:chOff x="1300130" y="6126885"/>
            <a:chExt cx="817893" cy="93682"/>
          </a:xfrm>
        </p:grpSpPr>
        <p:grpSp>
          <p:nvGrpSpPr>
            <p:cNvPr id="9" name="Group 5">
              <a:extLst>
                <a:ext uri="{FF2B5EF4-FFF2-40B4-BE49-F238E27FC236}">
                  <a16:creationId xmlns:a16="http://schemas.microsoft.com/office/drawing/2014/main" id="{3BF5268F-6D68-1917-4372-D995E148B3D8}"/>
                </a:ext>
              </a:extLst>
            </p:cNvPr>
            <p:cNvGrpSpPr>
              <a:grpSpLocks noChangeAspect="1"/>
            </p:cNvGrpSpPr>
            <p:nvPr/>
          </p:nvGrpSpPr>
          <p:grpSpPr bwMode="gray">
            <a:xfrm>
              <a:off x="1300130" y="6126885"/>
              <a:ext cx="94798" cy="93682"/>
              <a:chOff x="3331" y="1656"/>
              <a:chExt cx="1020" cy="1008"/>
            </a:xfrm>
            <a:solidFill>
              <a:schemeClr val="tx1"/>
            </a:solidFill>
          </p:grpSpPr>
          <p:sp>
            <p:nvSpPr>
              <p:cNvPr id="17" name="Freeform 6">
                <a:extLst>
                  <a:ext uri="{FF2B5EF4-FFF2-40B4-BE49-F238E27FC236}">
                    <a16:creationId xmlns:a16="http://schemas.microsoft.com/office/drawing/2014/main" id="{3B4391A0-4D50-9169-D3E1-D5541F0F6095}"/>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18" name="Freeform 7">
                <a:extLst>
                  <a:ext uri="{FF2B5EF4-FFF2-40B4-BE49-F238E27FC236}">
                    <a16:creationId xmlns:a16="http://schemas.microsoft.com/office/drawing/2014/main" id="{40BEAF68-D3D4-D207-309D-6001397EE346}"/>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10" name="Group 4">
              <a:extLst>
                <a:ext uri="{FF2B5EF4-FFF2-40B4-BE49-F238E27FC236}">
                  <a16:creationId xmlns:a16="http://schemas.microsoft.com/office/drawing/2014/main" id="{274B1A01-2610-8398-DC38-5F6C0A50AF64}"/>
                </a:ext>
              </a:extLst>
            </p:cNvPr>
            <p:cNvGrpSpPr>
              <a:grpSpLocks noChangeAspect="1"/>
            </p:cNvGrpSpPr>
            <p:nvPr/>
          </p:nvGrpSpPr>
          <p:grpSpPr bwMode="auto">
            <a:xfrm>
              <a:off x="1640695" y="6127230"/>
              <a:ext cx="92914" cy="92992"/>
              <a:chOff x="2653" y="972"/>
              <a:chExt cx="2372" cy="2374"/>
            </a:xfrm>
            <a:solidFill>
              <a:schemeClr val="tx1"/>
            </a:solidFill>
          </p:grpSpPr>
          <p:sp>
            <p:nvSpPr>
              <p:cNvPr id="14" name="Freeform 5">
                <a:extLst>
                  <a:ext uri="{FF2B5EF4-FFF2-40B4-BE49-F238E27FC236}">
                    <a16:creationId xmlns:a16="http://schemas.microsoft.com/office/drawing/2014/main" id="{68802D42-C0F1-DAF9-8B74-77C13FA40FE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5" name="Freeform 6">
                <a:extLst>
                  <a:ext uri="{FF2B5EF4-FFF2-40B4-BE49-F238E27FC236}">
                    <a16:creationId xmlns:a16="http://schemas.microsoft.com/office/drawing/2014/main" id="{511AB5E8-AF45-535E-DBEE-21EA3AA4AC1B}"/>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6" name="Oval 7">
                <a:extLst>
                  <a:ext uri="{FF2B5EF4-FFF2-40B4-BE49-F238E27FC236}">
                    <a16:creationId xmlns:a16="http://schemas.microsoft.com/office/drawing/2014/main" id="{5A2B3252-69E6-21D8-7B9C-8CACF53B9BA3}"/>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11" name="Graphic 10">
              <a:extLst>
                <a:ext uri="{FF2B5EF4-FFF2-40B4-BE49-F238E27FC236}">
                  <a16:creationId xmlns:a16="http://schemas.microsoft.com/office/drawing/2014/main" id="{EDEA13E0-DF26-3A35-755F-EB1D2F7140E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10838" y="6131300"/>
              <a:ext cx="122931" cy="84852"/>
            </a:xfrm>
            <a:prstGeom prst="rect">
              <a:avLst/>
            </a:prstGeom>
          </p:spPr>
        </p:pic>
        <p:pic>
          <p:nvPicPr>
            <p:cNvPr id="12" name="Graphic 11">
              <a:extLst>
                <a:ext uri="{FF2B5EF4-FFF2-40B4-BE49-F238E27FC236}">
                  <a16:creationId xmlns:a16="http://schemas.microsoft.com/office/drawing/2014/main" id="{B54DF270-EBC5-95DA-8346-7100B18EC91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89" y="6126885"/>
              <a:ext cx="94234" cy="93682"/>
            </a:xfrm>
            <a:prstGeom prst="rect">
              <a:avLst/>
            </a:prstGeom>
          </p:spPr>
        </p:pic>
        <p:pic>
          <p:nvPicPr>
            <p:cNvPr id="13" name="Graphic 12">
              <a:extLst>
                <a:ext uri="{FF2B5EF4-FFF2-40B4-BE49-F238E27FC236}">
                  <a16:creationId xmlns:a16="http://schemas.microsoft.com/office/drawing/2014/main" id="{1D7C89CA-3D39-A79E-E143-FE65F0C89E2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76872" y="6131572"/>
              <a:ext cx="84309" cy="84309"/>
            </a:xfrm>
            <a:prstGeom prst="rect">
              <a:avLst/>
            </a:prstGeom>
          </p:spPr>
        </p:pic>
      </p:grpSp>
      <p:pic>
        <p:nvPicPr>
          <p:cNvPr id="24" name="Graphic 23">
            <a:extLst>
              <a:ext uri="{FF2B5EF4-FFF2-40B4-BE49-F238E27FC236}">
                <a16:creationId xmlns:a16="http://schemas.microsoft.com/office/drawing/2014/main" id="{1EBB4BF9-FEEC-4175-585A-2715E84D1EB5}"/>
              </a:ext>
            </a:extLst>
          </p:cNvPr>
          <p:cNvPicPr>
            <a:picLocks noChangeAspect="1"/>
          </p:cNvPicPr>
          <p:nvPr/>
        </p:nvPicPr>
        <p:blipFill>
          <a:blip>
            <a:extLst>
              <a:ext uri="{96DAC541-7B7A-43D3-8B79-37D633B846F1}">
                <asvg:svgBlip xmlns:asvg="http://schemas.microsoft.com/office/drawing/2016/SVG/main" r:embed="rId5"/>
              </a:ext>
            </a:extLst>
          </a:blip>
          <a:srcRect t="31605" r="39224"/>
          <a:stretch>
            <a:fillRect/>
          </a:stretch>
        </p:blipFill>
        <p:spPr>
          <a:xfrm>
            <a:off x="6684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1" name="Picture 2">
            <a:extLst>
              <a:ext uri="{FF2B5EF4-FFF2-40B4-BE49-F238E27FC236}">
                <a16:creationId xmlns:a16="http://schemas.microsoft.com/office/drawing/2014/main" id="{7FDF1ADE-EF76-ABDC-A94C-B4B22DDF49A4}"/>
              </a:ext>
            </a:extLst>
          </p:cNvPr>
          <p:cNvPicPr>
            <a:picLocks noChangeAspect="1" noChangeArrowheads="1"/>
          </p:cNvPicPr>
          <p:nvPr/>
        </p:nvPicPr>
        <p:blipFill rotWithShape="1">
          <a:blip r:embed="rId6" cstate="email">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p:blipFill>
        <p:spPr bwMode="auto">
          <a:xfrm>
            <a:off x="10895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70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Photo+Content_Dark Blue">
    <p:bg>
      <p:bgPr>
        <a:solidFill>
          <a:schemeClr val="accent2"/>
        </a:solidFill>
        <a:effectLst/>
      </p:bgPr>
    </p:bg>
    <p:spTree>
      <p:nvGrpSpPr>
        <p:cNvPr id="1" name=""/>
        <p:cNvGrpSpPr/>
        <p:nvPr/>
      </p:nvGrpSpPr>
      <p:grpSpPr>
        <a:xfrm>
          <a:off x="0" y="0"/>
          <a:ext cx="0" cy="0"/>
          <a:chOff x="0" y="0"/>
          <a:chExt cx="0" cy="0"/>
        </a:xfrm>
      </p:grpSpPr>
      <p:sp>
        <p:nvSpPr>
          <p:cNvPr id="34" name="Text Placeholder 9">
            <a:extLst>
              <a:ext uri="{FF2B5EF4-FFF2-40B4-BE49-F238E27FC236}">
                <a16:creationId xmlns:a16="http://schemas.microsoft.com/office/drawing/2014/main" id="{C4E6416A-9559-FB3E-0BBF-7EA0AD461D64}"/>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35" name="Title 13">
            <a:extLst>
              <a:ext uri="{FF2B5EF4-FFF2-40B4-BE49-F238E27FC236}">
                <a16:creationId xmlns:a16="http://schemas.microsoft.com/office/drawing/2014/main" id="{6E52DE1D-E1C5-FA43-157D-B6DB44997581}"/>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tx2"/>
                </a:solidFill>
                <a:latin typeface="+mj-lt"/>
                <a:ea typeface="+mj-ea"/>
                <a:cs typeface="+mj-cs"/>
              </a:defRPr>
            </a:lvl1pPr>
          </a:lstStyle>
          <a:p>
            <a:r>
              <a:rPr lang="en-US"/>
              <a:t>2:1 Content &amp; Photo layout </a:t>
            </a:r>
            <a:br>
              <a:rPr lang="en-US"/>
            </a:br>
            <a:r>
              <a:rPr lang="en-US"/>
              <a:t>Title 2 lines maximum</a:t>
            </a:r>
          </a:p>
        </p:txBody>
      </p:sp>
      <p:sp>
        <p:nvSpPr>
          <p:cNvPr id="36" name="Text Placeholder 16">
            <a:extLst>
              <a:ext uri="{FF2B5EF4-FFF2-40B4-BE49-F238E27FC236}">
                <a16:creationId xmlns:a16="http://schemas.microsoft.com/office/drawing/2014/main" id="{82B25E35-090C-D90C-2006-8407BEF7756C}"/>
              </a:ext>
            </a:extLst>
          </p:cNvPr>
          <p:cNvSpPr>
            <a:spLocks noGrp="1"/>
          </p:cNvSpPr>
          <p:nvPr>
            <p:ph type="body" sz="quarter" idx="15" hasCustomPrompt="1"/>
          </p:nvPr>
        </p:nvSpPr>
        <p:spPr>
          <a:xfrm>
            <a:off x="515938" y="3581401"/>
            <a:ext cx="5327650" cy="2584450"/>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4">
            <a:extLst>
              <a:ext uri="{FF2B5EF4-FFF2-40B4-BE49-F238E27FC236}">
                <a16:creationId xmlns:a16="http://schemas.microsoft.com/office/drawing/2014/main" id="{9ECAE361-7F8C-900A-EC59-0A43B1F58E51}"/>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2800">
                <a:latin typeface="+mj-lt"/>
              </a:defRPr>
            </a:lvl1pPr>
          </a:lstStyle>
          <a:p>
            <a:r>
              <a:rPr lang="en-US"/>
              <a:t>Click the icon to insert photo</a:t>
            </a:r>
          </a:p>
        </p:txBody>
      </p:sp>
      <p:sp>
        <p:nvSpPr>
          <p:cNvPr id="2" name="Footer Placeholder 129">
            <a:extLst>
              <a:ext uri="{FF2B5EF4-FFF2-40B4-BE49-F238E27FC236}">
                <a16:creationId xmlns:a16="http://schemas.microsoft.com/office/drawing/2014/main" id="{D2F5DDB6-011D-2449-8264-522EA426D184}"/>
              </a:ext>
            </a:extLst>
          </p:cNvPr>
          <p:cNvSpPr>
            <a:spLocks noGrp="1"/>
          </p:cNvSpPr>
          <p:nvPr>
            <p:ph type="ftr" sz="quarter" idx="22"/>
          </p:nvPr>
        </p:nvSpPr>
        <p:spPr>
          <a:xfrm>
            <a:off x="515938" y="6396926"/>
            <a:ext cx="6480175" cy="118174"/>
          </a:xfrm>
        </p:spPr>
        <p:txBody>
          <a:bodyPr/>
          <a:lstStyle>
            <a:lvl1pPr>
              <a:defRPr>
                <a:solidFill>
                  <a:schemeClr val="accent6">
                    <a:lumMod val="90000"/>
                  </a:schemeClr>
                </a:solidFill>
              </a:defRPr>
            </a:lvl1pPr>
          </a:lstStyle>
          <a:p>
            <a:endParaRPr lang="en-CA"/>
          </a:p>
        </p:txBody>
      </p:sp>
      <p:grpSp>
        <p:nvGrpSpPr>
          <p:cNvPr id="4" name="Group 3">
            <a:extLst>
              <a:ext uri="{FF2B5EF4-FFF2-40B4-BE49-F238E27FC236}">
                <a16:creationId xmlns:a16="http://schemas.microsoft.com/office/drawing/2014/main" id="{41D7158E-1B12-0775-885E-DE5CC963C3B9}"/>
              </a:ext>
            </a:extLst>
          </p:cNvPr>
          <p:cNvGrpSpPr/>
          <p:nvPr userDrawn="1"/>
        </p:nvGrpSpPr>
        <p:grpSpPr>
          <a:xfrm>
            <a:off x="12290489" y="-1"/>
            <a:ext cx="2910882" cy="6858001"/>
            <a:chOff x="12290489" y="-1"/>
            <a:chExt cx="2910882" cy="6858001"/>
          </a:xfrm>
        </p:grpSpPr>
        <p:sp>
          <p:nvSpPr>
            <p:cNvPr id="6" name="Rectangle 5">
              <a:extLst>
                <a:ext uri="{FF2B5EF4-FFF2-40B4-BE49-F238E27FC236}">
                  <a16:creationId xmlns:a16="http://schemas.microsoft.com/office/drawing/2014/main" id="{776E4E50-274F-6D1B-0A0C-1F6E4528D3F9}"/>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7" name="TextBox 6">
              <a:extLst>
                <a:ext uri="{FF2B5EF4-FFF2-40B4-BE49-F238E27FC236}">
                  <a16:creationId xmlns:a16="http://schemas.microsoft.com/office/drawing/2014/main" id="{C87C11E0-DF8E-1ABE-FEE7-6499AEBE1055}"/>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8" name="Straight Connector 7">
              <a:extLst>
                <a:ext uri="{FF2B5EF4-FFF2-40B4-BE49-F238E27FC236}">
                  <a16:creationId xmlns:a16="http://schemas.microsoft.com/office/drawing/2014/main" id="{C60CF7EC-9522-C6C7-3BC9-4B0B55509BE4}"/>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26D4E14-6C3D-FD0D-7425-CCF2AB04D21A}"/>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11" name="TextBox 10">
              <a:extLst>
                <a:ext uri="{FF2B5EF4-FFF2-40B4-BE49-F238E27FC236}">
                  <a16:creationId xmlns:a16="http://schemas.microsoft.com/office/drawing/2014/main" id="{D1918A8B-BB61-A30A-0DB6-687E6717B4BC}"/>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2" name="TextBox 11">
              <a:extLst>
                <a:ext uri="{FF2B5EF4-FFF2-40B4-BE49-F238E27FC236}">
                  <a16:creationId xmlns:a16="http://schemas.microsoft.com/office/drawing/2014/main" id="{6B914621-3FC5-7825-04CC-6ED19E2421AB}"/>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3" name="TextBox 12">
              <a:extLst>
                <a:ext uri="{FF2B5EF4-FFF2-40B4-BE49-F238E27FC236}">
                  <a16:creationId xmlns:a16="http://schemas.microsoft.com/office/drawing/2014/main" id="{6D61D55A-6546-C518-94C3-9E6CEB6B9559}"/>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sp>
          <p:nvSpPr>
            <p:cNvPr id="15" name="TextBox 14">
              <a:extLst>
                <a:ext uri="{FF2B5EF4-FFF2-40B4-BE49-F238E27FC236}">
                  <a16:creationId xmlns:a16="http://schemas.microsoft.com/office/drawing/2014/main" id="{49CFE6D3-62CB-F8A6-4F3C-E6191D794F16}"/>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image placeholder.</a:t>
              </a:r>
            </a:p>
            <a:p>
              <a:pPr lvl="1">
                <a:buNone/>
              </a:pPr>
              <a:r>
                <a:rPr lang="en-US" sz="1050">
                  <a:latin typeface="Aptos" panose="020B0004020202020204" pitchFamily="34" charset="0"/>
                  <a:cs typeface="Aparajita" panose="02020603050405020304" pitchFamily="18" charset="0"/>
                </a:rPr>
                <a:t>Right-click or use keyboard shortcuts to paste the image.</a:t>
              </a:r>
            </a:p>
          </p:txBody>
        </p:sp>
        <p:sp>
          <p:nvSpPr>
            <p:cNvPr id="16" name="TextBox 15">
              <a:extLst>
                <a:ext uri="{FF2B5EF4-FFF2-40B4-BE49-F238E27FC236}">
                  <a16:creationId xmlns:a16="http://schemas.microsoft.com/office/drawing/2014/main" id="{C2F23C51-B59E-FF78-4C32-D595FFB654D3}"/>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image.</a:t>
              </a:r>
            </a:p>
          </p:txBody>
        </p:sp>
        <p:grpSp>
          <p:nvGrpSpPr>
            <p:cNvPr id="17" name="Group 16">
              <a:extLst>
                <a:ext uri="{FF2B5EF4-FFF2-40B4-BE49-F238E27FC236}">
                  <a16:creationId xmlns:a16="http://schemas.microsoft.com/office/drawing/2014/main" id="{389462F3-65FE-2A37-D03E-7A614C0D81F2}"/>
                </a:ext>
              </a:extLst>
            </p:cNvPr>
            <p:cNvGrpSpPr/>
            <p:nvPr userDrawn="1"/>
          </p:nvGrpSpPr>
          <p:grpSpPr>
            <a:xfrm>
              <a:off x="12429548" y="3236396"/>
              <a:ext cx="2735151" cy="1280928"/>
              <a:chOff x="9286315" y="6976989"/>
              <a:chExt cx="2735151" cy="1280928"/>
            </a:xfrm>
          </p:grpSpPr>
          <p:sp>
            <p:nvSpPr>
              <p:cNvPr id="28" name="Rectangle 27">
                <a:extLst>
                  <a:ext uri="{FF2B5EF4-FFF2-40B4-BE49-F238E27FC236}">
                    <a16:creationId xmlns:a16="http://schemas.microsoft.com/office/drawing/2014/main" id="{7B73E073-D488-E46C-DB4F-0F196FCD191A}"/>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9" name="TextBox 28">
                <a:extLst>
                  <a:ext uri="{FF2B5EF4-FFF2-40B4-BE49-F238E27FC236}">
                    <a16:creationId xmlns:a16="http://schemas.microsoft.com/office/drawing/2014/main" id="{081DD7D5-5A35-4D88-DF96-F36AB8E6F37E}"/>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0" name="Graphic 29">
                <a:extLst>
                  <a:ext uri="{FF2B5EF4-FFF2-40B4-BE49-F238E27FC236}">
                    <a16:creationId xmlns:a16="http://schemas.microsoft.com/office/drawing/2014/main" id="{01C29CC4-C932-0686-A8CC-FDBC0829CA0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1" name="TextBox 30">
                <a:extLst>
                  <a:ext uri="{FF2B5EF4-FFF2-40B4-BE49-F238E27FC236}">
                    <a16:creationId xmlns:a16="http://schemas.microsoft.com/office/drawing/2014/main" id="{32FF60A4-F11D-CAC8-44FE-75DFF212D5DD}"/>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2" name="Picture 31">
                <a:extLst>
                  <a:ext uri="{FF2B5EF4-FFF2-40B4-BE49-F238E27FC236}">
                    <a16:creationId xmlns:a16="http://schemas.microsoft.com/office/drawing/2014/main" id="{B0D1B931-10D7-2698-B21E-FA87E71256D3}"/>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3" name="TextBox 32">
                <a:extLst>
                  <a:ext uri="{FF2B5EF4-FFF2-40B4-BE49-F238E27FC236}">
                    <a16:creationId xmlns:a16="http://schemas.microsoft.com/office/drawing/2014/main" id="{9A3A83B2-BA67-43AF-852A-8B41B4692200}"/>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CE0CB17A-7B36-4A71-D388-6A9803926DC1}"/>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C14D8EDE-723F-2DD3-F236-B14212CF8226}"/>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BCE9ADE7-3E5D-9A8F-6B8D-71E0856426F0}"/>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1" name="Graphic 20">
                <a:extLst>
                  <a:ext uri="{FF2B5EF4-FFF2-40B4-BE49-F238E27FC236}">
                    <a16:creationId xmlns:a16="http://schemas.microsoft.com/office/drawing/2014/main" id="{1ECA69AD-56C2-A51C-D275-88C84BCE04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8B70DDAC-6E90-5E7B-00A4-9F3F09643250}"/>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3" name="TextBox 22">
                <a:extLst>
                  <a:ext uri="{FF2B5EF4-FFF2-40B4-BE49-F238E27FC236}">
                    <a16:creationId xmlns:a16="http://schemas.microsoft.com/office/drawing/2014/main" id="{5A9524A8-A4FF-62F0-70A7-B17C5CD0BA89}"/>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4" name="TextBox 23">
                <a:extLst>
                  <a:ext uri="{FF2B5EF4-FFF2-40B4-BE49-F238E27FC236}">
                    <a16:creationId xmlns:a16="http://schemas.microsoft.com/office/drawing/2014/main" id="{1902ABD8-6709-A522-05AF-0C16F0C66447}"/>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5" name="TextBox 24">
                <a:extLst>
                  <a:ext uri="{FF2B5EF4-FFF2-40B4-BE49-F238E27FC236}">
                    <a16:creationId xmlns:a16="http://schemas.microsoft.com/office/drawing/2014/main" id="{3B4A36E7-29EA-DAC6-E456-5012F410E3E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6" name="Straight Connector 25">
                <a:extLst>
                  <a:ext uri="{FF2B5EF4-FFF2-40B4-BE49-F238E27FC236}">
                    <a16:creationId xmlns:a16="http://schemas.microsoft.com/office/drawing/2014/main" id="{92A06D9F-C256-0E65-6C93-87262752FF9E}"/>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DE2EFB4-2948-29CC-1F00-C75D05EAE486}"/>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Tree>
    <p:extLst>
      <p:ext uri="{BB962C8B-B14F-4D97-AF65-F5344CB8AC3E}">
        <p14:creationId xmlns:p14="http://schemas.microsoft.com/office/powerpoint/2010/main" val="205862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368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4Contents_Dark Blue">
    <p:bg>
      <p:bgPr>
        <a:solidFill>
          <a:schemeClr val="accent2"/>
        </a:solidFill>
        <a:effectLst/>
      </p:bgPr>
    </p:bg>
    <p:spTree>
      <p:nvGrpSpPr>
        <p:cNvPr id="1" name=""/>
        <p:cNvGrpSpPr/>
        <p:nvPr/>
      </p:nvGrpSpPr>
      <p:grpSpPr>
        <a:xfrm>
          <a:off x="0" y="0"/>
          <a:ext cx="0" cy="0"/>
          <a:chOff x="0" y="0"/>
          <a:chExt cx="0" cy="0"/>
        </a:xfrm>
      </p:grpSpPr>
      <p:sp>
        <p:nvSpPr>
          <p:cNvPr id="121" name="Title 120">
            <a:extLst>
              <a:ext uri="{FF2B5EF4-FFF2-40B4-BE49-F238E27FC236}">
                <a16:creationId xmlns:a16="http://schemas.microsoft.com/office/drawing/2014/main" id="{69A0FF75-14D8-E32A-7063-C9748A3C9F91}"/>
              </a:ext>
            </a:extLst>
          </p:cNvPr>
          <p:cNvSpPr>
            <a:spLocks noGrp="1"/>
          </p:cNvSpPr>
          <p:nvPr>
            <p:ph type="title" hasCustomPrompt="1"/>
          </p:nvPr>
        </p:nvSpPr>
        <p:spPr>
          <a:xfrm>
            <a:off x="515938" y="2795081"/>
            <a:ext cx="3556709" cy="1294408"/>
          </a:xfrm>
        </p:spPr>
        <p:txBody>
          <a:bodyPr anchor="ctr"/>
          <a:lstStyle>
            <a:lvl1pPr algn="l" defTabSz="914400" rtl="0" eaLnBrk="1" latinLnBrk="0" hangingPunct="1">
              <a:lnSpc>
                <a:spcPct val="85000"/>
              </a:lnSpc>
              <a:spcBef>
                <a:spcPct val="0"/>
              </a:spcBef>
              <a:buNone/>
              <a:defRPr lang="en-US" sz="2800" kern="2000" spc="-50" baseline="0" dirty="0">
                <a:solidFill>
                  <a:schemeClr val="tx2"/>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3" name="Picture Placeholder 2">
            <a:extLst>
              <a:ext uri="{FF2B5EF4-FFF2-40B4-BE49-F238E27FC236}">
                <a16:creationId xmlns:a16="http://schemas.microsoft.com/office/drawing/2014/main" id="{F0B8F96D-FD44-F171-A9D8-DBDAC78FC8E4}"/>
              </a:ext>
            </a:extLst>
          </p:cNvPr>
          <p:cNvSpPr>
            <a:spLocks noGrp="1"/>
          </p:cNvSpPr>
          <p:nvPr>
            <p:ph type="pic" sz="quarter" idx="23" hasCustomPrompt="1"/>
          </p:nvPr>
        </p:nvSpPr>
        <p:spPr>
          <a:xfrm>
            <a:off x="4629921" y="691208"/>
            <a:ext cx="759113" cy="759113"/>
          </a:xfrm>
        </p:spPr>
        <p:txBody>
          <a:bodyPr lIns="144000"/>
          <a:lstStyle>
            <a:lvl1pPr marL="0" indent="0">
              <a:buNone/>
              <a:defRPr sz="1400"/>
            </a:lvl1pPr>
          </a:lstStyle>
          <a:p>
            <a:r>
              <a:rPr lang="en-US"/>
              <a:t>Icon</a:t>
            </a:r>
          </a:p>
        </p:txBody>
      </p:sp>
      <p:sp>
        <p:nvSpPr>
          <p:cNvPr id="7" name="Text Placeholder 22">
            <a:extLst>
              <a:ext uri="{FF2B5EF4-FFF2-40B4-BE49-F238E27FC236}">
                <a16:creationId xmlns:a16="http://schemas.microsoft.com/office/drawing/2014/main" id="{540F481F-27E2-9596-6618-0167AE789EB7}"/>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1" name="Text Placeholder 16">
            <a:extLst>
              <a:ext uri="{FF2B5EF4-FFF2-40B4-BE49-F238E27FC236}">
                <a16:creationId xmlns:a16="http://schemas.microsoft.com/office/drawing/2014/main" id="{5AD3B09A-9879-9D06-43BD-4EA317213C47}"/>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 name="Picture Placeholder 2">
            <a:extLst>
              <a:ext uri="{FF2B5EF4-FFF2-40B4-BE49-F238E27FC236}">
                <a16:creationId xmlns:a16="http://schemas.microsoft.com/office/drawing/2014/main" id="{A9FF6113-EF3A-1576-D73C-A52A121FAB1C}"/>
              </a:ext>
            </a:extLst>
          </p:cNvPr>
          <p:cNvSpPr>
            <a:spLocks noGrp="1"/>
          </p:cNvSpPr>
          <p:nvPr>
            <p:ph type="pic" sz="quarter" idx="24" hasCustomPrompt="1"/>
          </p:nvPr>
        </p:nvSpPr>
        <p:spPr>
          <a:xfrm>
            <a:off x="4629921" y="2138783"/>
            <a:ext cx="759113" cy="759113"/>
          </a:xfrm>
        </p:spPr>
        <p:txBody>
          <a:bodyPr lIns="144000"/>
          <a:lstStyle>
            <a:lvl1pPr marL="0" indent="0">
              <a:buNone/>
              <a:defRPr sz="1400"/>
            </a:lvl1pPr>
          </a:lstStyle>
          <a:p>
            <a:r>
              <a:rPr lang="en-US"/>
              <a:t>Icon</a:t>
            </a:r>
          </a:p>
        </p:txBody>
      </p:sp>
      <p:sp>
        <p:nvSpPr>
          <p:cNvPr id="8" name="Text Placeholder 22">
            <a:extLst>
              <a:ext uri="{FF2B5EF4-FFF2-40B4-BE49-F238E27FC236}">
                <a16:creationId xmlns:a16="http://schemas.microsoft.com/office/drawing/2014/main" id="{0D18EACE-127B-6B06-AD25-4A2241813BAF}"/>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2" name="Text Placeholder 16">
            <a:extLst>
              <a:ext uri="{FF2B5EF4-FFF2-40B4-BE49-F238E27FC236}">
                <a16:creationId xmlns:a16="http://schemas.microsoft.com/office/drawing/2014/main" id="{FE68A898-D303-8D55-DAE9-354A3ADEF94C}"/>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2">
            <a:extLst>
              <a:ext uri="{FF2B5EF4-FFF2-40B4-BE49-F238E27FC236}">
                <a16:creationId xmlns:a16="http://schemas.microsoft.com/office/drawing/2014/main" id="{B81CC10C-2479-2172-4790-C33A7D0FDF87}"/>
              </a:ext>
            </a:extLst>
          </p:cNvPr>
          <p:cNvSpPr>
            <a:spLocks noGrp="1"/>
          </p:cNvSpPr>
          <p:nvPr>
            <p:ph type="pic" sz="quarter" idx="25" hasCustomPrompt="1"/>
          </p:nvPr>
        </p:nvSpPr>
        <p:spPr>
          <a:xfrm>
            <a:off x="4629921" y="3586358"/>
            <a:ext cx="759113" cy="759113"/>
          </a:xfrm>
        </p:spPr>
        <p:txBody>
          <a:bodyPr lIns="144000"/>
          <a:lstStyle>
            <a:lvl1pPr marL="0" indent="0">
              <a:buNone/>
              <a:defRPr sz="1400"/>
            </a:lvl1pPr>
          </a:lstStyle>
          <a:p>
            <a:r>
              <a:rPr lang="en-US"/>
              <a:t>Icon</a:t>
            </a:r>
          </a:p>
        </p:txBody>
      </p:sp>
      <p:sp>
        <p:nvSpPr>
          <p:cNvPr id="9" name="Text Placeholder 22">
            <a:extLst>
              <a:ext uri="{FF2B5EF4-FFF2-40B4-BE49-F238E27FC236}">
                <a16:creationId xmlns:a16="http://schemas.microsoft.com/office/drawing/2014/main" id="{9D4E19AD-AAFC-4CA9-0DD1-B7CB4DF0A72F}"/>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3" name="Text Placeholder 16">
            <a:extLst>
              <a:ext uri="{FF2B5EF4-FFF2-40B4-BE49-F238E27FC236}">
                <a16:creationId xmlns:a16="http://schemas.microsoft.com/office/drawing/2014/main" id="{EA88F319-A94C-7FA8-D23A-48F40D533176}"/>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2">
            <a:extLst>
              <a:ext uri="{FF2B5EF4-FFF2-40B4-BE49-F238E27FC236}">
                <a16:creationId xmlns:a16="http://schemas.microsoft.com/office/drawing/2014/main" id="{36FDE296-B561-8BFB-75AC-DF9E526B6014}"/>
              </a:ext>
            </a:extLst>
          </p:cNvPr>
          <p:cNvSpPr>
            <a:spLocks noGrp="1"/>
          </p:cNvSpPr>
          <p:nvPr>
            <p:ph type="pic" sz="quarter" idx="26" hasCustomPrompt="1"/>
          </p:nvPr>
        </p:nvSpPr>
        <p:spPr>
          <a:xfrm>
            <a:off x="4629921" y="5033933"/>
            <a:ext cx="759113" cy="759113"/>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D992648B-AB2D-7A33-2295-0C1C75B319F2}"/>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4" name="Text Placeholder 16">
            <a:extLst>
              <a:ext uri="{FF2B5EF4-FFF2-40B4-BE49-F238E27FC236}">
                <a16:creationId xmlns:a16="http://schemas.microsoft.com/office/drawing/2014/main" id="{650DFDAE-2409-3A42-4F81-05073BC1CAE7}"/>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grpSp>
        <p:nvGrpSpPr>
          <p:cNvPr id="15" name="Group 14">
            <a:extLst>
              <a:ext uri="{FF2B5EF4-FFF2-40B4-BE49-F238E27FC236}">
                <a16:creationId xmlns:a16="http://schemas.microsoft.com/office/drawing/2014/main" id="{F77BD259-5024-44B6-4331-133DCABB8F9C}"/>
              </a:ext>
            </a:extLst>
          </p:cNvPr>
          <p:cNvGrpSpPr/>
          <p:nvPr userDrawn="1"/>
        </p:nvGrpSpPr>
        <p:grpSpPr>
          <a:xfrm>
            <a:off x="12290489" y="-1"/>
            <a:ext cx="2910882" cy="6858001"/>
            <a:chOff x="12290489" y="-1"/>
            <a:chExt cx="2910882" cy="6858001"/>
          </a:xfrm>
        </p:grpSpPr>
        <p:sp>
          <p:nvSpPr>
            <p:cNvPr id="16" name="Rectangle 15">
              <a:extLst>
                <a:ext uri="{FF2B5EF4-FFF2-40B4-BE49-F238E27FC236}">
                  <a16:creationId xmlns:a16="http://schemas.microsoft.com/office/drawing/2014/main" id="{52FE775B-0093-4339-5EF6-270DB363C18B}"/>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17" name="TextBox 16">
              <a:extLst>
                <a:ext uri="{FF2B5EF4-FFF2-40B4-BE49-F238E27FC236}">
                  <a16:creationId xmlns:a16="http://schemas.microsoft.com/office/drawing/2014/main" id="{916B6350-C36C-32D0-951C-C8D8FB8416BF}"/>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18" name="Straight Connector 17">
              <a:extLst>
                <a:ext uri="{FF2B5EF4-FFF2-40B4-BE49-F238E27FC236}">
                  <a16:creationId xmlns:a16="http://schemas.microsoft.com/office/drawing/2014/main" id="{E47D660B-4936-78D8-F4A4-DAB0BC7E03C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BC0AE0E-4AD4-BEE7-FD9C-5EA2E0A1B141}"/>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49209059-CF1E-08D3-3F7A-FAC35FDA9BB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21" name="TextBox 20">
              <a:extLst>
                <a:ext uri="{FF2B5EF4-FFF2-40B4-BE49-F238E27FC236}">
                  <a16:creationId xmlns:a16="http://schemas.microsoft.com/office/drawing/2014/main" id="{0C971D57-2421-B227-300E-995A04705C6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22" name="TextBox 21">
              <a:extLst>
                <a:ext uri="{FF2B5EF4-FFF2-40B4-BE49-F238E27FC236}">
                  <a16:creationId xmlns:a16="http://schemas.microsoft.com/office/drawing/2014/main" id="{BBE78A04-3089-6613-C6E2-1FC39D17BE01}"/>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23" name="TextBox 22">
              <a:extLst>
                <a:ext uri="{FF2B5EF4-FFF2-40B4-BE49-F238E27FC236}">
                  <a16:creationId xmlns:a16="http://schemas.microsoft.com/office/drawing/2014/main" id="{9056B1A2-EA1B-551F-CE17-C2C9E6A48604}"/>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24" name="TextBox 23">
              <a:extLst>
                <a:ext uri="{FF2B5EF4-FFF2-40B4-BE49-F238E27FC236}">
                  <a16:creationId xmlns:a16="http://schemas.microsoft.com/office/drawing/2014/main" id="{0D4E0F89-0DA1-B58C-F760-D369065B0B77}"/>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25" name="Group 24">
              <a:extLst>
                <a:ext uri="{FF2B5EF4-FFF2-40B4-BE49-F238E27FC236}">
                  <a16:creationId xmlns:a16="http://schemas.microsoft.com/office/drawing/2014/main" id="{E1D13BA3-44A8-CAFB-C917-A93DE8FDC4EC}"/>
                </a:ext>
              </a:extLst>
            </p:cNvPr>
            <p:cNvGrpSpPr/>
            <p:nvPr userDrawn="1"/>
          </p:nvGrpSpPr>
          <p:grpSpPr>
            <a:xfrm>
              <a:off x="12429548" y="3236396"/>
              <a:ext cx="2735151" cy="1280928"/>
              <a:chOff x="9286315" y="6976989"/>
              <a:chExt cx="2735151" cy="1280928"/>
            </a:xfrm>
          </p:grpSpPr>
          <p:sp>
            <p:nvSpPr>
              <p:cNvPr id="36" name="Rectangle 35">
                <a:extLst>
                  <a:ext uri="{FF2B5EF4-FFF2-40B4-BE49-F238E27FC236}">
                    <a16:creationId xmlns:a16="http://schemas.microsoft.com/office/drawing/2014/main" id="{7A32D45A-C3C8-4CCC-D60D-8700BE89FC8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37" name="TextBox 36">
                <a:extLst>
                  <a:ext uri="{FF2B5EF4-FFF2-40B4-BE49-F238E27FC236}">
                    <a16:creationId xmlns:a16="http://schemas.microsoft.com/office/drawing/2014/main" id="{3F6B4FEE-B9D7-E3A2-54A0-6CB4EB6508A6}"/>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38" name="Graphic 37">
                <a:extLst>
                  <a:ext uri="{FF2B5EF4-FFF2-40B4-BE49-F238E27FC236}">
                    <a16:creationId xmlns:a16="http://schemas.microsoft.com/office/drawing/2014/main" id="{AB491D60-107E-9739-2EDC-58193D6B2F5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9" name="TextBox 38">
                <a:extLst>
                  <a:ext uri="{FF2B5EF4-FFF2-40B4-BE49-F238E27FC236}">
                    <a16:creationId xmlns:a16="http://schemas.microsoft.com/office/drawing/2014/main" id="{57DC661C-AD94-461B-568F-70D6BC770727}"/>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40" name="Picture 39">
                <a:extLst>
                  <a:ext uri="{FF2B5EF4-FFF2-40B4-BE49-F238E27FC236}">
                    <a16:creationId xmlns:a16="http://schemas.microsoft.com/office/drawing/2014/main" id="{6D706E30-F202-512E-97C2-B5A1E80B10F2}"/>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41" name="TextBox 40">
                <a:extLst>
                  <a:ext uri="{FF2B5EF4-FFF2-40B4-BE49-F238E27FC236}">
                    <a16:creationId xmlns:a16="http://schemas.microsoft.com/office/drawing/2014/main" id="{F168A4D1-5CBC-0C8E-508D-C0418A398772}"/>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26" name="Group 25">
              <a:extLst>
                <a:ext uri="{FF2B5EF4-FFF2-40B4-BE49-F238E27FC236}">
                  <a16:creationId xmlns:a16="http://schemas.microsoft.com/office/drawing/2014/main" id="{F52AE86E-D8B8-1BF3-EC0B-3797D2FE28B7}"/>
                </a:ext>
              </a:extLst>
            </p:cNvPr>
            <p:cNvGrpSpPr/>
            <p:nvPr userDrawn="1"/>
          </p:nvGrpSpPr>
          <p:grpSpPr>
            <a:xfrm>
              <a:off x="12429548" y="4543123"/>
              <a:ext cx="2735151" cy="2200108"/>
              <a:chOff x="9538241" y="5155416"/>
              <a:chExt cx="2735151" cy="2200108"/>
            </a:xfrm>
          </p:grpSpPr>
          <p:sp>
            <p:nvSpPr>
              <p:cNvPr id="27" name="Rectangle 26">
                <a:extLst>
                  <a:ext uri="{FF2B5EF4-FFF2-40B4-BE49-F238E27FC236}">
                    <a16:creationId xmlns:a16="http://schemas.microsoft.com/office/drawing/2014/main" id="{D6CA8E4E-476B-E795-39BB-D722B3918A62}"/>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8" name="TextBox 27">
                <a:extLst>
                  <a:ext uri="{FF2B5EF4-FFF2-40B4-BE49-F238E27FC236}">
                    <a16:creationId xmlns:a16="http://schemas.microsoft.com/office/drawing/2014/main" id="{C0ECE1EB-12A9-D2EA-BCC2-1C89AA3CA37F}"/>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29" name="Graphic 28">
                <a:extLst>
                  <a:ext uri="{FF2B5EF4-FFF2-40B4-BE49-F238E27FC236}">
                    <a16:creationId xmlns:a16="http://schemas.microsoft.com/office/drawing/2014/main" id="{77FFFF79-8EA8-8E88-8297-64A3AB474F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30" name="TextBox 29">
                <a:extLst>
                  <a:ext uri="{FF2B5EF4-FFF2-40B4-BE49-F238E27FC236}">
                    <a16:creationId xmlns:a16="http://schemas.microsoft.com/office/drawing/2014/main" id="{7A987C7D-D402-05C5-7814-3B4992F76448}"/>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31" name="TextBox 30">
                <a:extLst>
                  <a:ext uri="{FF2B5EF4-FFF2-40B4-BE49-F238E27FC236}">
                    <a16:creationId xmlns:a16="http://schemas.microsoft.com/office/drawing/2014/main" id="{358C2B31-5BF3-7D1F-F330-17B484B5CF90}"/>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32" name="TextBox 31">
                <a:extLst>
                  <a:ext uri="{FF2B5EF4-FFF2-40B4-BE49-F238E27FC236}">
                    <a16:creationId xmlns:a16="http://schemas.microsoft.com/office/drawing/2014/main" id="{B3A02F4C-1B41-DEEC-F47C-85A33098BDB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33" name="TextBox 32">
                <a:extLst>
                  <a:ext uri="{FF2B5EF4-FFF2-40B4-BE49-F238E27FC236}">
                    <a16:creationId xmlns:a16="http://schemas.microsoft.com/office/drawing/2014/main" id="{3674C09F-DA87-9239-0455-AFFD216A879E}"/>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34" name="Straight Connector 33">
                <a:extLst>
                  <a:ext uri="{FF2B5EF4-FFF2-40B4-BE49-F238E27FC236}">
                    <a16:creationId xmlns:a16="http://schemas.microsoft.com/office/drawing/2014/main" id="{9CD5E69C-23BB-9751-7615-10986D576FFD}"/>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345A950-5552-9237-C3A1-52E17E835B51}"/>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131" name="Footer Placeholder 129">
            <a:extLst>
              <a:ext uri="{FF2B5EF4-FFF2-40B4-BE49-F238E27FC236}">
                <a16:creationId xmlns:a16="http://schemas.microsoft.com/office/drawing/2014/main" id="{3C94DBA1-BBF8-FD2E-CD67-8AF6C73C1065}"/>
              </a:ext>
            </a:extLst>
          </p:cNvPr>
          <p:cNvSpPr>
            <a:spLocks noGrp="1"/>
          </p:cNvSpPr>
          <p:nvPr>
            <p:ph type="ftr" sz="quarter" idx="22"/>
          </p:nvPr>
        </p:nvSpPr>
        <p:spPr>
          <a:xfrm>
            <a:off x="515938" y="6396926"/>
            <a:ext cx="10512425" cy="118174"/>
          </a:xfrm>
        </p:spPr>
        <p:txBody>
          <a:bodyPr/>
          <a:lstStyle>
            <a:lvl1pPr>
              <a:defRPr>
                <a:solidFill>
                  <a:schemeClr val="accent6">
                    <a:lumMod val="90000"/>
                  </a:schemeClr>
                </a:solidFill>
              </a:defRPr>
            </a:lvl1pPr>
          </a:lstStyle>
          <a:p>
            <a:endParaRPr lang="en-CA"/>
          </a:p>
        </p:txBody>
      </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Tree>
    <p:extLst>
      <p:ext uri="{BB962C8B-B14F-4D97-AF65-F5344CB8AC3E}">
        <p14:creationId xmlns:p14="http://schemas.microsoft.com/office/powerpoint/2010/main" val="3268619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257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37" name="Group 36">
            <a:extLst>
              <a:ext uri="{FF2B5EF4-FFF2-40B4-BE49-F238E27FC236}">
                <a16:creationId xmlns:a16="http://schemas.microsoft.com/office/drawing/2014/main" id="{10F49D17-1776-704C-F74F-C44449FC5E27}"/>
              </a:ext>
            </a:extLst>
          </p:cNvPr>
          <p:cNvGrpSpPr/>
          <p:nvPr userDrawn="1"/>
        </p:nvGrpSpPr>
        <p:grpSpPr>
          <a:xfrm>
            <a:off x="12290489" y="-1"/>
            <a:ext cx="2910882" cy="6858001"/>
            <a:chOff x="12290489" y="-1"/>
            <a:chExt cx="2910882" cy="6858001"/>
          </a:xfrm>
        </p:grpSpPr>
        <p:sp>
          <p:nvSpPr>
            <p:cNvPr id="38" name="Rectangle 37">
              <a:extLst>
                <a:ext uri="{FF2B5EF4-FFF2-40B4-BE49-F238E27FC236}">
                  <a16:creationId xmlns:a16="http://schemas.microsoft.com/office/drawing/2014/main" id="{EDF2EBFD-3940-9CE6-E2E4-A2DB14C55283}"/>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4FA1526F-D10C-3137-C3EB-5ED0C5512632}"/>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0" name="Straight Connector 39">
              <a:extLst>
                <a:ext uri="{FF2B5EF4-FFF2-40B4-BE49-F238E27FC236}">
                  <a16:creationId xmlns:a16="http://schemas.microsoft.com/office/drawing/2014/main" id="{FDF68A1C-6DE8-56A7-465F-77F758319340}"/>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7F427A8-EEBF-A0CE-7522-66C59E5C6DF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3D7672A3-A78B-1FD0-3F75-6020EC5B3B7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3" name="TextBox 42">
              <a:extLst>
                <a:ext uri="{FF2B5EF4-FFF2-40B4-BE49-F238E27FC236}">
                  <a16:creationId xmlns:a16="http://schemas.microsoft.com/office/drawing/2014/main" id="{D220AF2A-18A4-D5E2-CC7A-337576F03CC7}"/>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4" name="TextBox 43">
              <a:extLst>
                <a:ext uri="{FF2B5EF4-FFF2-40B4-BE49-F238E27FC236}">
                  <a16:creationId xmlns:a16="http://schemas.microsoft.com/office/drawing/2014/main" id="{9345F942-0D58-8E65-B8C6-D2AA0093364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5" name="TextBox 44">
              <a:extLst>
                <a:ext uri="{FF2B5EF4-FFF2-40B4-BE49-F238E27FC236}">
                  <a16:creationId xmlns:a16="http://schemas.microsoft.com/office/drawing/2014/main" id="{7AD4600F-A71F-1EBC-44F0-2E985C054719}"/>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6" name="TextBox 45">
              <a:extLst>
                <a:ext uri="{FF2B5EF4-FFF2-40B4-BE49-F238E27FC236}">
                  <a16:creationId xmlns:a16="http://schemas.microsoft.com/office/drawing/2014/main" id="{4A580109-8D86-1BB1-008B-25C45ADD515F}"/>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47" name="Group 46">
              <a:extLst>
                <a:ext uri="{FF2B5EF4-FFF2-40B4-BE49-F238E27FC236}">
                  <a16:creationId xmlns:a16="http://schemas.microsoft.com/office/drawing/2014/main" id="{BD59EE4B-AD30-EDD9-596F-D986D6B32612}"/>
                </a:ext>
              </a:extLst>
            </p:cNvPr>
            <p:cNvGrpSpPr/>
            <p:nvPr userDrawn="1"/>
          </p:nvGrpSpPr>
          <p:grpSpPr>
            <a:xfrm>
              <a:off x="12429548" y="3236396"/>
              <a:ext cx="2735151" cy="1280928"/>
              <a:chOff x="9286315" y="6976989"/>
              <a:chExt cx="2735151" cy="1280928"/>
            </a:xfrm>
          </p:grpSpPr>
          <p:sp>
            <p:nvSpPr>
              <p:cNvPr id="58" name="Rectangle 57">
                <a:extLst>
                  <a:ext uri="{FF2B5EF4-FFF2-40B4-BE49-F238E27FC236}">
                    <a16:creationId xmlns:a16="http://schemas.microsoft.com/office/drawing/2014/main" id="{49D5E409-C37A-B0A2-33BB-0359BF510F2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9" name="TextBox 58">
                <a:extLst>
                  <a:ext uri="{FF2B5EF4-FFF2-40B4-BE49-F238E27FC236}">
                    <a16:creationId xmlns:a16="http://schemas.microsoft.com/office/drawing/2014/main" id="{EDB34C46-268C-7C96-AE28-BFE240E2A471}"/>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0" name="Graphic 59">
                <a:extLst>
                  <a:ext uri="{FF2B5EF4-FFF2-40B4-BE49-F238E27FC236}">
                    <a16:creationId xmlns:a16="http://schemas.microsoft.com/office/drawing/2014/main" id="{6875A335-18CC-8BF6-B5D9-843B33D62F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1" name="TextBox 60">
                <a:extLst>
                  <a:ext uri="{FF2B5EF4-FFF2-40B4-BE49-F238E27FC236}">
                    <a16:creationId xmlns:a16="http://schemas.microsoft.com/office/drawing/2014/main" id="{4C322459-BC36-4B8E-CFAE-B94820CAD349}"/>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2" name="Picture 61">
                <a:extLst>
                  <a:ext uri="{FF2B5EF4-FFF2-40B4-BE49-F238E27FC236}">
                    <a16:creationId xmlns:a16="http://schemas.microsoft.com/office/drawing/2014/main" id="{9ED8ECBA-C3F7-5048-0976-D24D59563826}"/>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3" name="TextBox 62">
                <a:extLst>
                  <a:ext uri="{FF2B5EF4-FFF2-40B4-BE49-F238E27FC236}">
                    <a16:creationId xmlns:a16="http://schemas.microsoft.com/office/drawing/2014/main" id="{754B0BA7-750B-D607-DC5A-F4F85F52221F}"/>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48" name="Group 47">
              <a:extLst>
                <a:ext uri="{FF2B5EF4-FFF2-40B4-BE49-F238E27FC236}">
                  <a16:creationId xmlns:a16="http://schemas.microsoft.com/office/drawing/2014/main" id="{279BE43B-F235-6EAE-7BF8-457F5AEADC82}"/>
                </a:ext>
              </a:extLst>
            </p:cNvPr>
            <p:cNvGrpSpPr/>
            <p:nvPr userDrawn="1"/>
          </p:nvGrpSpPr>
          <p:grpSpPr>
            <a:xfrm>
              <a:off x="12429548" y="4543123"/>
              <a:ext cx="2735151" cy="2200108"/>
              <a:chOff x="9538241" y="5155416"/>
              <a:chExt cx="2735151" cy="2200108"/>
            </a:xfrm>
          </p:grpSpPr>
          <p:sp>
            <p:nvSpPr>
              <p:cNvPr id="49" name="Rectangle 48">
                <a:extLst>
                  <a:ext uri="{FF2B5EF4-FFF2-40B4-BE49-F238E27FC236}">
                    <a16:creationId xmlns:a16="http://schemas.microsoft.com/office/drawing/2014/main" id="{9BF2F786-4459-B79C-0B6C-AE60936F355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0" name="TextBox 49">
                <a:extLst>
                  <a:ext uri="{FF2B5EF4-FFF2-40B4-BE49-F238E27FC236}">
                    <a16:creationId xmlns:a16="http://schemas.microsoft.com/office/drawing/2014/main" id="{6EE5E131-DBB4-125E-2F8F-2AA225201E4E}"/>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1" name="Graphic 50">
                <a:extLst>
                  <a:ext uri="{FF2B5EF4-FFF2-40B4-BE49-F238E27FC236}">
                    <a16:creationId xmlns:a16="http://schemas.microsoft.com/office/drawing/2014/main" id="{13C7612B-4333-2101-D385-32A0F08016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2" name="TextBox 51">
                <a:extLst>
                  <a:ext uri="{FF2B5EF4-FFF2-40B4-BE49-F238E27FC236}">
                    <a16:creationId xmlns:a16="http://schemas.microsoft.com/office/drawing/2014/main" id="{92246FC0-FE5E-C371-C5FE-0C06A53AB56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3" name="TextBox 52">
                <a:extLst>
                  <a:ext uri="{FF2B5EF4-FFF2-40B4-BE49-F238E27FC236}">
                    <a16:creationId xmlns:a16="http://schemas.microsoft.com/office/drawing/2014/main" id="{7D86C7BB-19BF-2243-ABDF-E97B5A6A49D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4" name="TextBox 53">
                <a:extLst>
                  <a:ext uri="{FF2B5EF4-FFF2-40B4-BE49-F238E27FC236}">
                    <a16:creationId xmlns:a16="http://schemas.microsoft.com/office/drawing/2014/main" id="{A1904FFB-C739-0F90-C7F5-DA9DED094FAB}"/>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5" name="TextBox 54">
                <a:extLst>
                  <a:ext uri="{FF2B5EF4-FFF2-40B4-BE49-F238E27FC236}">
                    <a16:creationId xmlns:a16="http://schemas.microsoft.com/office/drawing/2014/main" id="{ACB1AC66-5C4B-469C-9B82-3DEC7748C8C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6" name="Straight Connector 55">
                <a:extLst>
                  <a:ext uri="{FF2B5EF4-FFF2-40B4-BE49-F238E27FC236}">
                    <a16:creationId xmlns:a16="http://schemas.microsoft.com/office/drawing/2014/main" id="{59F4B141-EF3E-3F29-C00E-0D1B85F79C61}"/>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FA8221B-19B5-DF1D-3769-8CEB0E2CD3A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116443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C3479EAD-810E-2127-DFE4-C119FFAAF25F}"/>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5BDB44CD-9F2B-F58C-094C-02B9892CF15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FB15FE9D-716F-C274-7D27-8D223E8ABE6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8E80D713-C5E7-B361-2F72-50AD4046E3F8}"/>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3B814A9-8A88-5DDE-79A3-1B2EF1A66658}"/>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615C7A9-E29B-21F9-E2E8-C923E8968F3E}"/>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3EA8DC82-0D60-6232-3BC9-24A65D14C00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8FB3888D-CF08-9A5E-6087-0A96D256136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6CBF6BC2-3BF4-D922-4257-F4687B34FC4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0A03FA61-0E9A-7595-F64E-CDB3BA8FA0F9}"/>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045C6CE7-1836-CD98-FD2E-3852CC4F95C4}"/>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A244D9D0-DA66-A41C-0A97-F246FC60386E}"/>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A64F655-4301-1FB7-250E-9C1A8B5FCB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26C4B24F-6463-127F-4A4C-E83AB1F243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28" name="TextBox 127">
                <a:extLst>
                  <a:ext uri="{FF2B5EF4-FFF2-40B4-BE49-F238E27FC236}">
                    <a16:creationId xmlns:a16="http://schemas.microsoft.com/office/drawing/2014/main" id="{49B54B08-0A6A-2E23-571B-DAF9DEE5871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29" name="Picture 128">
                <a:extLst>
                  <a:ext uri="{FF2B5EF4-FFF2-40B4-BE49-F238E27FC236}">
                    <a16:creationId xmlns:a16="http://schemas.microsoft.com/office/drawing/2014/main" id="{922454F9-38F9-E75F-229D-6791D73750B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1" name="TextBox 130">
                <a:extLst>
                  <a:ext uri="{FF2B5EF4-FFF2-40B4-BE49-F238E27FC236}">
                    <a16:creationId xmlns:a16="http://schemas.microsoft.com/office/drawing/2014/main" id="{89AD0476-0BA4-5FE8-0058-0D8FFD04C7C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4BE1028D-B18D-B36F-60B3-4986BFEEF925}"/>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0A9ABB30-2A24-E0D2-55B0-A73CE39D109F}"/>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10A95012-A7F5-02FE-E678-BF6265893549}"/>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7D43E17-4D5B-8DC8-6045-9AA3AA7D6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EAA03FF1-2DB4-2322-26D7-04553EC0EC12}"/>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D47EFAF2-523E-10C5-E026-1FF65E7FB2E5}"/>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3B24F0A0-8AA7-8379-5E4A-1A2A95667D7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01829B35-272F-4074-92CC-A156C1CDADDD}"/>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7939134C-69A1-0463-A252-1582C51C7954}"/>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829B6B-797B-FB9F-5F92-9FEF0A3BFBE3}"/>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874151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3" name="Group 42">
            <a:extLst>
              <a:ext uri="{FF2B5EF4-FFF2-40B4-BE49-F238E27FC236}">
                <a16:creationId xmlns:a16="http://schemas.microsoft.com/office/drawing/2014/main" id="{717DDAE4-62DE-EEF2-E43F-005ACD006E14}"/>
              </a:ext>
            </a:extLst>
          </p:cNvPr>
          <p:cNvGrpSpPr/>
          <p:nvPr userDrawn="1"/>
        </p:nvGrpSpPr>
        <p:grpSpPr>
          <a:xfrm>
            <a:off x="12290489" y="-1"/>
            <a:ext cx="2910882" cy="6858001"/>
            <a:chOff x="12290489" y="-1"/>
            <a:chExt cx="2910882" cy="6858001"/>
          </a:xfrm>
        </p:grpSpPr>
        <p:sp>
          <p:nvSpPr>
            <p:cNvPr id="44" name="Rectangle 43">
              <a:extLst>
                <a:ext uri="{FF2B5EF4-FFF2-40B4-BE49-F238E27FC236}">
                  <a16:creationId xmlns:a16="http://schemas.microsoft.com/office/drawing/2014/main" id="{74829545-917D-5369-077E-2A4E82074C6F}"/>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91214599-3AC4-B786-02F0-AE556635205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6" name="Straight Connector 45">
              <a:extLst>
                <a:ext uri="{FF2B5EF4-FFF2-40B4-BE49-F238E27FC236}">
                  <a16:creationId xmlns:a16="http://schemas.microsoft.com/office/drawing/2014/main" id="{BCA5B2B5-C2E0-2592-2785-4F84ED886D7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2702B7-28A0-668C-65B6-669BFACDF46D}"/>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8" name="TextBox 47">
              <a:extLst>
                <a:ext uri="{FF2B5EF4-FFF2-40B4-BE49-F238E27FC236}">
                  <a16:creationId xmlns:a16="http://schemas.microsoft.com/office/drawing/2014/main" id="{8C58B4C5-C329-4790-4200-9150B0A43C33}"/>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9" name="TextBox 48">
              <a:extLst>
                <a:ext uri="{FF2B5EF4-FFF2-40B4-BE49-F238E27FC236}">
                  <a16:creationId xmlns:a16="http://schemas.microsoft.com/office/drawing/2014/main" id="{D5299741-2394-3A23-F67F-F322FE1C0CB8}"/>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50" name="TextBox 49">
              <a:extLst>
                <a:ext uri="{FF2B5EF4-FFF2-40B4-BE49-F238E27FC236}">
                  <a16:creationId xmlns:a16="http://schemas.microsoft.com/office/drawing/2014/main" id="{43A73320-4AE9-4630-370C-00C5ADECD4A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51" name="TextBox 50">
              <a:extLst>
                <a:ext uri="{FF2B5EF4-FFF2-40B4-BE49-F238E27FC236}">
                  <a16:creationId xmlns:a16="http://schemas.microsoft.com/office/drawing/2014/main" id="{36600997-0C5B-7E7E-13B9-8B1FBC40768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52" name="TextBox 51">
              <a:extLst>
                <a:ext uri="{FF2B5EF4-FFF2-40B4-BE49-F238E27FC236}">
                  <a16:creationId xmlns:a16="http://schemas.microsoft.com/office/drawing/2014/main" id="{222AF4B2-579A-DE69-535D-5A7232B8BF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3" name="Group 52">
              <a:extLst>
                <a:ext uri="{FF2B5EF4-FFF2-40B4-BE49-F238E27FC236}">
                  <a16:creationId xmlns:a16="http://schemas.microsoft.com/office/drawing/2014/main" id="{D431143D-EA3F-BA31-FDD0-86758B90458F}"/>
                </a:ext>
              </a:extLst>
            </p:cNvPr>
            <p:cNvGrpSpPr/>
            <p:nvPr userDrawn="1"/>
          </p:nvGrpSpPr>
          <p:grpSpPr>
            <a:xfrm>
              <a:off x="12429548" y="3236396"/>
              <a:ext cx="2735151" cy="1280928"/>
              <a:chOff x="9286315" y="6976989"/>
              <a:chExt cx="2735151" cy="1280928"/>
            </a:xfrm>
          </p:grpSpPr>
          <p:sp>
            <p:nvSpPr>
              <p:cNvPr id="128" name="Rectangle 127">
                <a:extLst>
                  <a:ext uri="{FF2B5EF4-FFF2-40B4-BE49-F238E27FC236}">
                    <a16:creationId xmlns:a16="http://schemas.microsoft.com/office/drawing/2014/main" id="{992C18FF-FCA0-B6DC-4B5F-813875A58CA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129" name="TextBox 128">
                <a:extLst>
                  <a:ext uri="{FF2B5EF4-FFF2-40B4-BE49-F238E27FC236}">
                    <a16:creationId xmlns:a16="http://schemas.microsoft.com/office/drawing/2014/main" id="{CC870698-701A-2242-78AE-B6CBE951C53A}"/>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131" name="Graphic 130">
                <a:extLst>
                  <a:ext uri="{FF2B5EF4-FFF2-40B4-BE49-F238E27FC236}">
                    <a16:creationId xmlns:a16="http://schemas.microsoft.com/office/drawing/2014/main" id="{27F479C9-EBF7-C89C-EBDD-699C93B929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32" name="TextBox 131">
                <a:extLst>
                  <a:ext uri="{FF2B5EF4-FFF2-40B4-BE49-F238E27FC236}">
                    <a16:creationId xmlns:a16="http://schemas.microsoft.com/office/drawing/2014/main" id="{A8B38676-38BD-C97A-3E60-811AD05F329A}"/>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33" name="Picture 132">
                <a:extLst>
                  <a:ext uri="{FF2B5EF4-FFF2-40B4-BE49-F238E27FC236}">
                    <a16:creationId xmlns:a16="http://schemas.microsoft.com/office/drawing/2014/main" id="{52C3F74E-3500-E869-070E-EB7D7CFFDD4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4" name="TextBox 133">
                <a:extLst>
                  <a:ext uri="{FF2B5EF4-FFF2-40B4-BE49-F238E27FC236}">
                    <a16:creationId xmlns:a16="http://schemas.microsoft.com/office/drawing/2014/main" id="{FD2E6A13-5E3C-A37E-FF9D-6CC65A1A8599}"/>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4" name="Group 53">
              <a:extLst>
                <a:ext uri="{FF2B5EF4-FFF2-40B4-BE49-F238E27FC236}">
                  <a16:creationId xmlns:a16="http://schemas.microsoft.com/office/drawing/2014/main" id="{C17097D5-36D6-39B2-EA5B-55509107C41A}"/>
                </a:ext>
              </a:extLst>
            </p:cNvPr>
            <p:cNvGrpSpPr/>
            <p:nvPr userDrawn="1"/>
          </p:nvGrpSpPr>
          <p:grpSpPr>
            <a:xfrm>
              <a:off x="12429548" y="4543123"/>
              <a:ext cx="2735151" cy="2200108"/>
              <a:chOff x="9538241" y="5155416"/>
              <a:chExt cx="2735151" cy="2200108"/>
            </a:xfrm>
          </p:grpSpPr>
          <p:sp>
            <p:nvSpPr>
              <p:cNvPr id="55" name="Rectangle 54">
                <a:extLst>
                  <a:ext uri="{FF2B5EF4-FFF2-40B4-BE49-F238E27FC236}">
                    <a16:creationId xmlns:a16="http://schemas.microsoft.com/office/drawing/2014/main" id="{3834CD4C-1311-915F-D846-C8EF6D502AC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6" name="TextBox 55">
                <a:extLst>
                  <a:ext uri="{FF2B5EF4-FFF2-40B4-BE49-F238E27FC236}">
                    <a16:creationId xmlns:a16="http://schemas.microsoft.com/office/drawing/2014/main" id="{26D4593E-4325-4054-E8E0-2C4565BC080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7" name="Graphic 56">
                <a:extLst>
                  <a:ext uri="{FF2B5EF4-FFF2-40B4-BE49-F238E27FC236}">
                    <a16:creationId xmlns:a16="http://schemas.microsoft.com/office/drawing/2014/main" id="{AB5C6E66-2D1C-CA85-B320-68D3759A1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8" name="TextBox 57">
                <a:extLst>
                  <a:ext uri="{FF2B5EF4-FFF2-40B4-BE49-F238E27FC236}">
                    <a16:creationId xmlns:a16="http://schemas.microsoft.com/office/drawing/2014/main" id="{59524F0B-C3FC-E96B-9EF5-AD8583AA42A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9" name="TextBox 58">
                <a:extLst>
                  <a:ext uri="{FF2B5EF4-FFF2-40B4-BE49-F238E27FC236}">
                    <a16:creationId xmlns:a16="http://schemas.microsoft.com/office/drawing/2014/main" id="{BE622394-901B-B821-BDE6-422E33014D2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60" name="TextBox 59">
                <a:extLst>
                  <a:ext uri="{FF2B5EF4-FFF2-40B4-BE49-F238E27FC236}">
                    <a16:creationId xmlns:a16="http://schemas.microsoft.com/office/drawing/2014/main" id="{7AD17B2F-A0CC-7E95-D315-F28D5BBC0E3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61" name="TextBox 60">
                <a:extLst>
                  <a:ext uri="{FF2B5EF4-FFF2-40B4-BE49-F238E27FC236}">
                    <a16:creationId xmlns:a16="http://schemas.microsoft.com/office/drawing/2014/main" id="{D9245573-D378-F3B6-9D43-7A0AC9D3F67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62" name="Straight Connector 61">
                <a:extLst>
                  <a:ext uri="{FF2B5EF4-FFF2-40B4-BE49-F238E27FC236}">
                    <a16:creationId xmlns:a16="http://schemas.microsoft.com/office/drawing/2014/main" id="{DF948D1D-C3E1-EF3A-5CFF-FC5BD4F401D2}"/>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6D6806E-4824-9CA0-7A29-8C9379EA11A7}"/>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1635975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37" name="Group 36">
            <a:extLst>
              <a:ext uri="{FF2B5EF4-FFF2-40B4-BE49-F238E27FC236}">
                <a16:creationId xmlns:a16="http://schemas.microsoft.com/office/drawing/2014/main" id="{10F49D17-1776-704C-F74F-C44449FC5E27}"/>
              </a:ext>
            </a:extLst>
          </p:cNvPr>
          <p:cNvGrpSpPr/>
          <p:nvPr userDrawn="1"/>
        </p:nvGrpSpPr>
        <p:grpSpPr>
          <a:xfrm>
            <a:off x="12290489" y="-1"/>
            <a:ext cx="2910882" cy="6858001"/>
            <a:chOff x="12290489" y="-1"/>
            <a:chExt cx="2910882" cy="6858001"/>
          </a:xfrm>
        </p:grpSpPr>
        <p:sp>
          <p:nvSpPr>
            <p:cNvPr id="38" name="Rectangle 37">
              <a:extLst>
                <a:ext uri="{FF2B5EF4-FFF2-40B4-BE49-F238E27FC236}">
                  <a16:creationId xmlns:a16="http://schemas.microsoft.com/office/drawing/2014/main" id="{EDF2EBFD-3940-9CE6-E2E4-A2DB14C55283}"/>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4FA1526F-D10C-3137-C3EB-5ED0C5512632}"/>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0" name="Straight Connector 39">
              <a:extLst>
                <a:ext uri="{FF2B5EF4-FFF2-40B4-BE49-F238E27FC236}">
                  <a16:creationId xmlns:a16="http://schemas.microsoft.com/office/drawing/2014/main" id="{FDF68A1C-6DE8-56A7-465F-77F758319340}"/>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7F427A8-EEBF-A0CE-7522-66C59E5C6DF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3D7672A3-A78B-1FD0-3F75-6020EC5B3B7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3" name="TextBox 42">
              <a:extLst>
                <a:ext uri="{FF2B5EF4-FFF2-40B4-BE49-F238E27FC236}">
                  <a16:creationId xmlns:a16="http://schemas.microsoft.com/office/drawing/2014/main" id="{D220AF2A-18A4-D5E2-CC7A-337576F03CC7}"/>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4" name="TextBox 43">
              <a:extLst>
                <a:ext uri="{FF2B5EF4-FFF2-40B4-BE49-F238E27FC236}">
                  <a16:creationId xmlns:a16="http://schemas.microsoft.com/office/drawing/2014/main" id="{9345F942-0D58-8E65-B8C6-D2AA0093364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5" name="TextBox 44">
              <a:extLst>
                <a:ext uri="{FF2B5EF4-FFF2-40B4-BE49-F238E27FC236}">
                  <a16:creationId xmlns:a16="http://schemas.microsoft.com/office/drawing/2014/main" id="{7AD4600F-A71F-1EBC-44F0-2E985C054719}"/>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6" name="TextBox 45">
              <a:extLst>
                <a:ext uri="{FF2B5EF4-FFF2-40B4-BE49-F238E27FC236}">
                  <a16:creationId xmlns:a16="http://schemas.microsoft.com/office/drawing/2014/main" id="{4A580109-8D86-1BB1-008B-25C45ADD515F}"/>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47" name="Group 46">
              <a:extLst>
                <a:ext uri="{FF2B5EF4-FFF2-40B4-BE49-F238E27FC236}">
                  <a16:creationId xmlns:a16="http://schemas.microsoft.com/office/drawing/2014/main" id="{BD59EE4B-AD30-EDD9-596F-D986D6B32612}"/>
                </a:ext>
              </a:extLst>
            </p:cNvPr>
            <p:cNvGrpSpPr/>
            <p:nvPr userDrawn="1"/>
          </p:nvGrpSpPr>
          <p:grpSpPr>
            <a:xfrm>
              <a:off x="12429548" y="3236396"/>
              <a:ext cx="2735151" cy="1280928"/>
              <a:chOff x="9286315" y="6976989"/>
              <a:chExt cx="2735151" cy="1280928"/>
            </a:xfrm>
          </p:grpSpPr>
          <p:sp>
            <p:nvSpPr>
              <p:cNvPr id="58" name="Rectangle 57">
                <a:extLst>
                  <a:ext uri="{FF2B5EF4-FFF2-40B4-BE49-F238E27FC236}">
                    <a16:creationId xmlns:a16="http://schemas.microsoft.com/office/drawing/2014/main" id="{49D5E409-C37A-B0A2-33BB-0359BF510F2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9" name="TextBox 58">
                <a:extLst>
                  <a:ext uri="{FF2B5EF4-FFF2-40B4-BE49-F238E27FC236}">
                    <a16:creationId xmlns:a16="http://schemas.microsoft.com/office/drawing/2014/main" id="{EDB34C46-268C-7C96-AE28-BFE240E2A471}"/>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0" name="Graphic 59">
                <a:extLst>
                  <a:ext uri="{FF2B5EF4-FFF2-40B4-BE49-F238E27FC236}">
                    <a16:creationId xmlns:a16="http://schemas.microsoft.com/office/drawing/2014/main" id="{6875A335-18CC-8BF6-B5D9-843B33D62F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1" name="TextBox 60">
                <a:extLst>
                  <a:ext uri="{FF2B5EF4-FFF2-40B4-BE49-F238E27FC236}">
                    <a16:creationId xmlns:a16="http://schemas.microsoft.com/office/drawing/2014/main" id="{4C322459-BC36-4B8E-CFAE-B94820CAD349}"/>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2" name="Picture 61">
                <a:extLst>
                  <a:ext uri="{FF2B5EF4-FFF2-40B4-BE49-F238E27FC236}">
                    <a16:creationId xmlns:a16="http://schemas.microsoft.com/office/drawing/2014/main" id="{9ED8ECBA-C3F7-5048-0976-D24D59563826}"/>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3" name="TextBox 62">
                <a:extLst>
                  <a:ext uri="{FF2B5EF4-FFF2-40B4-BE49-F238E27FC236}">
                    <a16:creationId xmlns:a16="http://schemas.microsoft.com/office/drawing/2014/main" id="{754B0BA7-750B-D607-DC5A-F4F85F52221F}"/>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48" name="Group 47">
              <a:extLst>
                <a:ext uri="{FF2B5EF4-FFF2-40B4-BE49-F238E27FC236}">
                  <a16:creationId xmlns:a16="http://schemas.microsoft.com/office/drawing/2014/main" id="{279BE43B-F235-6EAE-7BF8-457F5AEADC82}"/>
                </a:ext>
              </a:extLst>
            </p:cNvPr>
            <p:cNvGrpSpPr/>
            <p:nvPr userDrawn="1"/>
          </p:nvGrpSpPr>
          <p:grpSpPr>
            <a:xfrm>
              <a:off x="12429548" y="4543123"/>
              <a:ext cx="2735151" cy="2200108"/>
              <a:chOff x="9538241" y="5155416"/>
              <a:chExt cx="2735151" cy="2200108"/>
            </a:xfrm>
          </p:grpSpPr>
          <p:sp>
            <p:nvSpPr>
              <p:cNvPr id="49" name="Rectangle 48">
                <a:extLst>
                  <a:ext uri="{FF2B5EF4-FFF2-40B4-BE49-F238E27FC236}">
                    <a16:creationId xmlns:a16="http://schemas.microsoft.com/office/drawing/2014/main" id="{9BF2F786-4459-B79C-0B6C-AE60936F355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0" name="TextBox 49">
                <a:extLst>
                  <a:ext uri="{FF2B5EF4-FFF2-40B4-BE49-F238E27FC236}">
                    <a16:creationId xmlns:a16="http://schemas.microsoft.com/office/drawing/2014/main" id="{6EE5E131-DBB4-125E-2F8F-2AA225201E4E}"/>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1" name="Graphic 50">
                <a:extLst>
                  <a:ext uri="{FF2B5EF4-FFF2-40B4-BE49-F238E27FC236}">
                    <a16:creationId xmlns:a16="http://schemas.microsoft.com/office/drawing/2014/main" id="{13C7612B-4333-2101-D385-32A0F08016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2" name="TextBox 51">
                <a:extLst>
                  <a:ext uri="{FF2B5EF4-FFF2-40B4-BE49-F238E27FC236}">
                    <a16:creationId xmlns:a16="http://schemas.microsoft.com/office/drawing/2014/main" id="{92246FC0-FE5E-C371-C5FE-0C06A53AB56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3" name="TextBox 52">
                <a:extLst>
                  <a:ext uri="{FF2B5EF4-FFF2-40B4-BE49-F238E27FC236}">
                    <a16:creationId xmlns:a16="http://schemas.microsoft.com/office/drawing/2014/main" id="{7D86C7BB-19BF-2243-ABDF-E97B5A6A49D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4" name="TextBox 53">
                <a:extLst>
                  <a:ext uri="{FF2B5EF4-FFF2-40B4-BE49-F238E27FC236}">
                    <a16:creationId xmlns:a16="http://schemas.microsoft.com/office/drawing/2014/main" id="{A1904FFB-C739-0F90-C7F5-DA9DED094FAB}"/>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5" name="TextBox 54">
                <a:extLst>
                  <a:ext uri="{FF2B5EF4-FFF2-40B4-BE49-F238E27FC236}">
                    <a16:creationId xmlns:a16="http://schemas.microsoft.com/office/drawing/2014/main" id="{ACB1AC66-5C4B-469C-9B82-3DEC7748C8C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6" name="Straight Connector 55">
                <a:extLst>
                  <a:ext uri="{FF2B5EF4-FFF2-40B4-BE49-F238E27FC236}">
                    <a16:creationId xmlns:a16="http://schemas.microsoft.com/office/drawing/2014/main" id="{59F4B141-EF3E-3F29-C00E-0D1B85F79C61}"/>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FA8221B-19B5-DF1D-3769-8CEB0E2CD3A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333626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C3479EAD-810E-2127-DFE4-C119FFAAF25F}"/>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5BDB44CD-9F2B-F58C-094C-02B9892CF15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FB15FE9D-716F-C274-7D27-8D223E8ABE6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8E80D713-C5E7-B361-2F72-50AD4046E3F8}"/>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3B814A9-8A88-5DDE-79A3-1B2EF1A66658}"/>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615C7A9-E29B-21F9-E2E8-C923E8968F3E}"/>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3EA8DC82-0D60-6232-3BC9-24A65D14C00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8FB3888D-CF08-9A5E-6087-0A96D256136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6CBF6BC2-3BF4-D922-4257-F4687B34FC4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0A03FA61-0E9A-7595-F64E-CDB3BA8FA0F9}"/>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045C6CE7-1836-CD98-FD2E-3852CC4F95C4}"/>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A244D9D0-DA66-A41C-0A97-F246FC60386E}"/>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A64F655-4301-1FB7-250E-9C1A8B5FCB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26C4B24F-6463-127F-4A4C-E83AB1F243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28" name="TextBox 127">
                <a:extLst>
                  <a:ext uri="{FF2B5EF4-FFF2-40B4-BE49-F238E27FC236}">
                    <a16:creationId xmlns:a16="http://schemas.microsoft.com/office/drawing/2014/main" id="{49B54B08-0A6A-2E23-571B-DAF9DEE5871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29" name="Picture 128">
                <a:extLst>
                  <a:ext uri="{FF2B5EF4-FFF2-40B4-BE49-F238E27FC236}">
                    <a16:creationId xmlns:a16="http://schemas.microsoft.com/office/drawing/2014/main" id="{922454F9-38F9-E75F-229D-6791D73750B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1" name="TextBox 130">
                <a:extLst>
                  <a:ext uri="{FF2B5EF4-FFF2-40B4-BE49-F238E27FC236}">
                    <a16:creationId xmlns:a16="http://schemas.microsoft.com/office/drawing/2014/main" id="{89AD0476-0BA4-5FE8-0058-0D8FFD04C7C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4BE1028D-B18D-B36F-60B3-4986BFEEF925}"/>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0A9ABB30-2A24-E0D2-55B0-A73CE39D109F}"/>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10A95012-A7F5-02FE-E678-BF6265893549}"/>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7D43E17-4D5B-8DC8-6045-9AA3AA7D6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EAA03FF1-2DB4-2322-26D7-04553EC0EC12}"/>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D47EFAF2-523E-10C5-E026-1FF65E7FB2E5}"/>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3B24F0A0-8AA7-8379-5E4A-1A2A95667D7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01829B35-272F-4074-92CC-A156C1CDADDD}"/>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7939134C-69A1-0463-A252-1582C51C7954}"/>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829B6B-797B-FB9F-5F92-9FEF0A3BFBE3}"/>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4047852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3" name="Group 42">
            <a:extLst>
              <a:ext uri="{FF2B5EF4-FFF2-40B4-BE49-F238E27FC236}">
                <a16:creationId xmlns:a16="http://schemas.microsoft.com/office/drawing/2014/main" id="{717DDAE4-62DE-EEF2-E43F-005ACD006E14}"/>
              </a:ext>
            </a:extLst>
          </p:cNvPr>
          <p:cNvGrpSpPr/>
          <p:nvPr userDrawn="1"/>
        </p:nvGrpSpPr>
        <p:grpSpPr>
          <a:xfrm>
            <a:off x="12290489" y="-1"/>
            <a:ext cx="2910882" cy="6858001"/>
            <a:chOff x="12290489" y="-1"/>
            <a:chExt cx="2910882" cy="6858001"/>
          </a:xfrm>
        </p:grpSpPr>
        <p:sp>
          <p:nvSpPr>
            <p:cNvPr id="44" name="Rectangle 43">
              <a:extLst>
                <a:ext uri="{FF2B5EF4-FFF2-40B4-BE49-F238E27FC236}">
                  <a16:creationId xmlns:a16="http://schemas.microsoft.com/office/drawing/2014/main" id="{74829545-917D-5369-077E-2A4E82074C6F}"/>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91214599-3AC4-B786-02F0-AE556635205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6" name="Straight Connector 45">
              <a:extLst>
                <a:ext uri="{FF2B5EF4-FFF2-40B4-BE49-F238E27FC236}">
                  <a16:creationId xmlns:a16="http://schemas.microsoft.com/office/drawing/2014/main" id="{BCA5B2B5-C2E0-2592-2785-4F84ED886D7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2702B7-28A0-668C-65B6-669BFACDF46D}"/>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8" name="TextBox 47">
              <a:extLst>
                <a:ext uri="{FF2B5EF4-FFF2-40B4-BE49-F238E27FC236}">
                  <a16:creationId xmlns:a16="http://schemas.microsoft.com/office/drawing/2014/main" id="{8C58B4C5-C329-4790-4200-9150B0A43C33}"/>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9" name="TextBox 48">
              <a:extLst>
                <a:ext uri="{FF2B5EF4-FFF2-40B4-BE49-F238E27FC236}">
                  <a16:creationId xmlns:a16="http://schemas.microsoft.com/office/drawing/2014/main" id="{D5299741-2394-3A23-F67F-F322FE1C0CB8}"/>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50" name="TextBox 49">
              <a:extLst>
                <a:ext uri="{FF2B5EF4-FFF2-40B4-BE49-F238E27FC236}">
                  <a16:creationId xmlns:a16="http://schemas.microsoft.com/office/drawing/2014/main" id="{43A73320-4AE9-4630-370C-00C5ADECD4A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51" name="TextBox 50">
              <a:extLst>
                <a:ext uri="{FF2B5EF4-FFF2-40B4-BE49-F238E27FC236}">
                  <a16:creationId xmlns:a16="http://schemas.microsoft.com/office/drawing/2014/main" id="{36600997-0C5B-7E7E-13B9-8B1FBC40768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52" name="TextBox 51">
              <a:extLst>
                <a:ext uri="{FF2B5EF4-FFF2-40B4-BE49-F238E27FC236}">
                  <a16:creationId xmlns:a16="http://schemas.microsoft.com/office/drawing/2014/main" id="{222AF4B2-579A-DE69-535D-5A7232B8BF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3" name="Group 52">
              <a:extLst>
                <a:ext uri="{FF2B5EF4-FFF2-40B4-BE49-F238E27FC236}">
                  <a16:creationId xmlns:a16="http://schemas.microsoft.com/office/drawing/2014/main" id="{D431143D-EA3F-BA31-FDD0-86758B90458F}"/>
                </a:ext>
              </a:extLst>
            </p:cNvPr>
            <p:cNvGrpSpPr/>
            <p:nvPr userDrawn="1"/>
          </p:nvGrpSpPr>
          <p:grpSpPr>
            <a:xfrm>
              <a:off x="12429548" y="3236396"/>
              <a:ext cx="2735151" cy="1280928"/>
              <a:chOff x="9286315" y="6976989"/>
              <a:chExt cx="2735151" cy="1280928"/>
            </a:xfrm>
          </p:grpSpPr>
          <p:sp>
            <p:nvSpPr>
              <p:cNvPr id="128" name="Rectangle 127">
                <a:extLst>
                  <a:ext uri="{FF2B5EF4-FFF2-40B4-BE49-F238E27FC236}">
                    <a16:creationId xmlns:a16="http://schemas.microsoft.com/office/drawing/2014/main" id="{992C18FF-FCA0-B6DC-4B5F-813875A58CA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129" name="TextBox 128">
                <a:extLst>
                  <a:ext uri="{FF2B5EF4-FFF2-40B4-BE49-F238E27FC236}">
                    <a16:creationId xmlns:a16="http://schemas.microsoft.com/office/drawing/2014/main" id="{CC870698-701A-2242-78AE-B6CBE951C53A}"/>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131" name="Graphic 130">
                <a:extLst>
                  <a:ext uri="{FF2B5EF4-FFF2-40B4-BE49-F238E27FC236}">
                    <a16:creationId xmlns:a16="http://schemas.microsoft.com/office/drawing/2014/main" id="{27F479C9-EBF7-C89C-EBDD-699C93B929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32" name="TextBox 131">
                <a:extLst>
                  <a:ext uri="{FF2B5EF4-FFF2-40B4-BE49-F238E27FC236}">
                    <a16:creationId xmlns:a16="http://schemas.microsoft.com/office/drawing/2014/main" id="{A8B38676-38BD-C97A-3E60-811AD05F329A}"/>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33" name="Picture 132">
                <a:extLst>
                  <a:ext uri="{FF2B5EF4-FFF2-40B4-BE49-F238E27FC236}">
                    <a16:creationId xmlns:a16="http://schemas.microsoft.com/office/drawing/2014/main" id="{52C3F74E-3500-E869-070E-EB7D7CFFDD4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4" name="TextBox 133">
                <a:extLst>
                  <a:ext uri="{FF2B5EF4-FFF2-40B4-BE49-F238E27FC236}">
                    <a16:creationId xmlns:a16="http://schemas.microsoft.com/office/drawing/2014/main" id="{FD2E6A13-5E3C-A37E-FF9D-6CC65A1A8599}"/>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4" name="Group 53">
              <a:extLst>
                <a:ext uri="{FF2B5EF4-FFF2-40B4-BE49-F238E27FC236}">
                  <a16:creationId xmlns:a16="http://schemas.microsoft.com/office/drawing/2014/main" id="{C17097D5-36D6-39B2-EA5B-55509107C41A}"/>
                </a:ext>
              </a:extLst>
            </p:cNvPr>
            <p:cNvGrpSpPr/>
            <p:nvPr userDrawn="1"/>
          </p:nvGrpSpPr>
          <p:grpSpPr>
            <a:xfrm>
              <a:off x="12429548" y="4543123"/>
              <a:ext cx="2735151" cy="2200108"/>
              <a:chOff x="9538241" y="5155416"/>
              <a:chExt cx="2735151" cy="2200108"/>
            </a:xfrm>
          </p:grpSpPr>
          <p:sp>
            <p:nvSpPr>
              <p:cNvPr id="55" name="Rectangle 54">
                <a:extLst>
                  <a:ext uri="{FF2B5EF4-FFF2-40B4-BE49-F238E27FC236}">
                    <a16:creationId xmlns:a16="http://schemas.microsoft.com/office/drawing/2014/main" id="{3834CD4C-1311-915F-D846-C8EF6D502AC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6" name="TextBox 55">
                <a:extLst>
                  <a:ext uri="{FF2B5EF4-FFF2-40B4-BE49-F238E27FC236}">
                    <a16:creationId xmlns:a16="http://schemas.microsoft.com/office/drawing/2014/main" id="{26D4593E-4325-4054-E8E0-2C4565BC080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7" name="Graphic 56">
                <a:extLst>
                  <a:ext uri="{FF2B5EF4-FFF2-40B4-BE49-F238E27FC236}">
                    <a16:creationId xmlns:a16="http://schemas.microsoft.com/office/drawing/2014/main" id="{AB5C6E66-2D1C-CA85-B320-68D3759A1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8" name="TextBox 57">
                <a:extLst>
                  <a:ext uri="{FF2B5EF4-FFF2-40B4-BE49-F238E27FC236}">
                    <a16:creationId xmlns:a16="http://schemas.microsoft.com/office/drawing/2014/main" id="{59524F0B-C3FC-E96B-9EF5-AD8583AA42A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9" name="TextBox 58">
                <a:extLst>
                  <a:ext uri="{FF2B5EF4-FFF2-40B4-BE49-F238E27FC236}">
                    <a16:creationId xmlns:a16="http://schemas.microsoft.com/office/drawing/2014/main" id="{BE622394-901B-B821-BDE6-422E33014D2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60" name="TextBox 59">
                <a:extLst>
                  <a:ext uri="{FF2B5EF4-FFF2-40B4-BE49-F238E27FC236}">
                    <a16:creationId xmlns:a16="http://schemas.microsoft.com/office/drawing/2014/main" id="{7AD17B2F-A0CC-7E95-D315-F28D5BBC0E3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61" name="TextBox 60">
                <a:extLst>
                  <a:ext uri="{FF2B5EF4-FFF2-40B4-BE49-F238E27FC236}">
                    <a16:creationId xmlns:a16="http://schemas.microsoft.com/office/drawing/2014/main" id="{D9245573-D378-F3B6-9D43-7A0AC9D3F67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62" name="Straight Connector 61">
                <a:extLst>
                  <a:ext uri="{FF2B5EF4-FFF2-40B4-BE49-F238E27FC236}">
                    <a16:creationId xmlns:a16="http://schemas.microsoft.com/office/drawing/2014/main" id="{DF948D1D-C3E1-EF3A-5CFF-FC5BD4F401D2}"/>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6D6806E-4824-9CA0-7A29-8C9379EA11A7}"/>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455003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Quote_Dark Blue">
    <p:bg>
      <p:bgPr>
        <a:solidFill>
          <a:schemeClr val="accent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sz="2800" spc="-50" baseline="0">
                <a:latin typeface="+mj-lt"/>
              </a:defRPr>
            </a:lvl1pPr>
          </a:lstStyle>
          <a:p>
            <a:pPr lvl="0"/>
            <a:r>
              <a:rPr lang="en-US"/>
              <a:t>Quote attribution</a:t>
            </a:r>
          </a:p>
        </p:txBody>
      </p:sp>
      <p:sp>
        <p:nvSpPr>
          <p:cNvPr id="4" name="Footer Placeholder 129">
            <a:extLst>
              <a:ext uri="{FF2B5EF4-FFF2-40B4-BE49-F238E27FC236}">
                <a16:creationId xmlns:a16="http://schemas.microsoft.com/office/drawing/2014/main" id="{617E79DC-602E-6FE0-3635-18254AB652A2}"/>
              </a:ext>
            </a:extLst>
          </p:cNvPr>
          <p:cNvSpPr>
            <a:spLocks noGrp="1"/>
          </p:cNvSpPr>
          <p:nvPr>
            <p:ph type="ftr" sz="quarter" idx="22"/>
          </p:nvPr>
        </p:nvSpPr>
        <p:spPr>
          <a:xfrm>
            <a:off x="531812" y="6396926"/>
            <a:ext cx="10512425" cy="118174"/>
          </a:xfrm>
        </p:spPr>
        <p:txBody>
          <a:bodyPr/>
          <a:lstStyle>
            <a:lvl1pPr>
              <a:defRPr>
                <a:solidFill>
                  <a:schemeClr val="accent6">
                    <a:lumMod val="90000"/>
                  </a:schemeClr>
                </a:solidFill>
              </a:defRPr>
            </a:lvl1pPr>
          </a:lstStyle>
          <a:p>
            <a:endParaRPr lang="en-CA"/>
          </a:p>
        </p:txBody>
      </p:sp>
      <p:sp>
        <p:nvSpPr>
          <p:cNvPr id="6" name="TextBox 5">
            <a:extLst>
              <a:ext uri="{FF2B5EF4-FFF2-40B4-BE49-F238E27FC236}">
                <a16:creationId xmlns:a16="http://schemas.microsoft.com/office/drawing/2014/main" id="{84739A76-C8B6-CADD-ACBA-17389E4E17CB}"/>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Tree>
    <p:extLst>
      <p:ext uri="{BB962C8B-B14F-4D97-AF65-F5344CB8AC3E}">
        <p14:creationId xmlns:p14="http://schemas.microsoft.com/office/powerpoint/2010/main" val="3532946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Content_Dark Blue">
    <p:bg>
      <p:bgPr>
        <a:solidFill>
          <a:schemeClr val="accent2"/>
        </a:solid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5B3F0F97-6EDE-A0BF-5C97-6FE1C0348AE2}"/>
              </a:ext>
            </a:extLst>
          </p:cNvPr>
          <p:cNvSpPr>
            <a:spLocks noGrp="1"/>
          </p:cNvSpPr>
          <p:nvPr>
            <p:ph idx="1" hasCustomPrompt="1"/>
          </p:nvPr>
        </p:nvSpPr>
        <p:spPr>
          <a:xfrm>
            <a:off x="515938" y="1493520"/>
            <a:ext cx="11160126" cy="4672330"/>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
        <p:nvSpPr>
          <p:cNvPr id="4" name="Title 3">
            <a:extLst>
              <a:ext uri="{FF2B5EF4-FFF2-40B4-BE49-F238E27FC236}">
                <a16:creationId xmlns:a16="http://schemas.microsoft.com/office/drawing/2014/main" id="{27F8DD13-BEA9-2C60-4EDB-8044D82F4225}"/>
              </a:ext>
            </a:extLst>
          </p:cNvPr>
          <p:cNvSpPr>
            <a:spLocks noGrp="1"/>
          </p:cNvSpPr>
          <p:nvPr>
            <p:ph type="title" hasCustomPrompt="1"/>
          </p:nvPr>
        </p:nvSpPr>
        <p:spPr/>
        <p:txBody>
          <a:bodyPr/>
          <a:lstStyle/>
          <a:p>
            <a:r>
              <a:rPr lang="en-US"/>
              <a:t>Title + Content layout</a:t>
            </a:r>
            <a:br>
              <a:rPr lang="en-US"/>
            </a:br>
            <a:r>
              <a:rPr lang="en-US"/>
              <a:t>Title 2 lines maximum</a:t>
            </a:r>
            <a:endParaRPr lang="en-CA"/>
          </a:p>
        </p:txBody>
      </p:sp>
    </p:spTree>
    <p:extLst>
      <p:ext uri="{BB962C8B-B14F-4D97-AF65-F5344CB8AC3E}">
        <p14:creationId xmlns:p14="http://schemas.microsoft.com/office/powerpoint/2010/main" val="276682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50/50 Title+Content_Dark Blue">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tx1"/>
                </a:solidFill>
              </a:defRPr>
            </a:lvl1pPr>
          </a:lstStyle>
          <a:p>
            <a:r>
              <a:rPr lang="en-US" dirty="0"/>
              <a:t>50/50 Title + Content</a:t>
            </a:r>
            <a:br>
              <a:rPr lang="en-US" dirty="0"/>
            </a:br>
            <a:r>
              <a:rPr lang="en-US" dirty="0"/>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a:defRPr>
                <a:solidFill>
                  <a:schemeClr val="tx1"/>
                </a:solidFill>
              </a:defRPr>
            </a:lvl1pPr>
          </a:lstStyle>
          <a:p>
            <a:endParaRPr lang="en-CA" dirty="0"/>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dirty="0" err="1"/>
              <a:t>Subheader</a:t>
            </a:r>
            <a:endParaRPr lang="en-US" dirty="0"/>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dirty="0">
              <a:solidFill>
                <a:schemeClr val="tx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dirty="0">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dirty="0"/>
              <a:t>50/50 Title + Content</a:t>
            </a:r>
            <a:br>
              <a:rPr lang="en-US" dirty="0"/>
            </a:br>
            <a:r>
              <a:rPr lang="en-US" dirty="0"/>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dirty="0" err="1"/>
              <a:t>Subheader</a:t>
            </a:r>
            <a:endParaRPr lang="en-US" dirty="0"/>
          </a:p>
        </p:txBody>
      </p:sp>
    </p:spTree>
    <p:extLst>
      <p:ext uri="{BB962C8B-B14F-4D97-AF65-F5344CB8AC3E}">
        <p14:creationId xmlns:p14="http://schemas.microsoft.com/office/powerpoint/2010/main" val="19194230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1 Title+Content_Dark Blue">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tx1"/>
                </a:solidFill>
              </a:defRPr>
            </a:lvl1pPr>
          </a:lstStyle>
          <a:p>
            <a:r>
              <a:rPr lang="en-US" dirty="0"/>
              <a:t>2/1 Title + Content</a:t>
            </a:r>
            <a:br>
              <a:rPr lang="en-US" dirty="0"/>
            </a:br>
            <a:r>
              <a:rPr lang="en-US" dirty="0"/>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a:defRPr>
                <a:solidFill>
                  <a:schemeClr val="tx1"/>
                </a:solidFill>
              </a:defRPr>
            </a:lvl1pPr>
          </a:lstStyle>
          <a:p>
            <a:endParaRPr lang="en-CA" dirty="0"/>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dirty="0" err="1"/>
              <a:t>Subheader</a:t>
            </a:r>
            <a:endParaRPr lang="en-US" dirty="0"/>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dirty="0">
              <a:solidFill>
                <a:schemeClr val="tx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dirty="0">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dirty="0"/>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dirty="0" err="1"/>
              <a:t>Subheader</a:t>
            </a:r>
            <a:endParaRPr lang="en-US" dirty="0"/>
          </a:p>
        </p:txBody>
      </p:sp>
    </p:spTree>
    <p:extLst>
      <p:ext uri="{BB962C8B-B14F-4D97-AF65-F5344CB8AC3E}">
        <p14:creationId xmlns:p14="http://schemas.microsoft.com/office/powerpoint/2010/main" val="3424812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Dark Blue">
    <p:bg>
      <p:bgPr>
        <a:solidFill>
          <a:schemeClr val="accent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Tree>
    <p:extLst>
      <p:ext uri="{BB962C8B-B14F-4D97-AF65-F5344CB8AC3E}">
        <p14:creationId xmlns:p14="http://schemas.microsoft.com/office/powerpoint/2010/main" val="2875078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Photo+Content_Black">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B69D9101-5103-BD0B-DC2D-41CB0A78D249}"/>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4" name="Title 13">
            <a:extLst>
              <a:ext uri="{FF2B5EF4-FFF2-40B4-BE49-F238E27FC236}">
                <a16:creationId xmlns:a16="http://schemas.microsoft.com/office/drawing/2014/main" id="{9C2E6A67-498D-55F2-44A0-AEB73181C1F5}"/>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r>
              <a:rPr lang="en-US"/>
              <a:t>2:1 Content &amp; Photo layout </a:t>
            </a:r>
            <a:br>
              <a:rPr lang="en-US"/>
            </a:br>
            <a:r>
              <a:rPr lang="en-US"/>
              <a:t>Title 2 lines maximum</a:t>
            </a:r>
          </a:p>
        </p:txBody>
      </p:sp>
      <p:sp>
        <p:nvSpPr>
          <p:cNvPr id="5" name="Text Placeholder 16">
            <a:extLst>
              <a:ext uri="{FF2B5EF4-FFF2-40B4-BE49-F238E27FC236}">
                <a16:creationId xmlns:a16="http://schemas.microsoft.com/office/drawing/2014/main" id="{567A0B54-1429-39DB-5A18-7783AC1134DD}"/>
              </a:ext>
            </a:extLst>
          </p:cNvPr>
          <p:cNvSpPr>
            <a:spLocks noGrp="1"/>
          </p:cNvSpPr>
          <p:nvPr>
            <p:ph type="body" sz="quarter" idx="15" hasCustomPrompt="1"/>
          </p:nvPr>
        </p:nvSpPr>
        <p:spPr>
          <a:xfrm>
            <a:off x="515938" y="3581401"/>
            <a:ext cx="5327650" cy="2584450"/>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Footer Placeholder 129">
            <a:extLst>
              <a:ext uri="{FF2B5EF4-FFF2-40B4-BE49-F238E27FC236}">
                <a16:creationId xmlns:a16="http://schemas.microsoft.com/office/drawing/2014/main" id="{8D80928B-7E3D-8479-1AC2-7A221DBC66EF}"/>
              </a:ext>
            </a:extLst>
          </p:cNvPr>
          <p:cNvSpPr>
            <a:spLocks noGrp="1"/>
          </p:cNvSpPr>
          <p:nvPr>
            <p:ph type="ftr" sz="quarter" idx="22"/>
          </p:nvPr>
        </p:nvSpPr>
        <p:spPr>
          <a:xfrm>
            <a:off x="515938" y="6396926"/>
            <a:ext cx="6480175" cy="118174"/>
          </a:xfrm>
        </p:spPr>
        <p:txBody>
          <a:bodyPr/>
          <a:lstStyle>
            <a:lvl1pPr>
              <a:defRPr>
                <a:solidFill>
                  <a:schemeClr val="accent6">
                    <a:lumMod val="90000"/>
                  </a:schemeClr>
                </a:solidFill>
              </a:defRPr>
            </a:lvl1pPr>
          </a:lstStyle>
          <a:p>
            <a:endParaRPr lang="en-CA"/>
          </a:p>
        </p:txBody>
      </p:sp>
      <p:sp>
        <p:nvSpPr>
          <p:cNvPr id="2" name="Picture Placeholder 1">
            <a:extLst>
              <a:ext uri="{FF2B5EF4-FFF2-40B4-BE49-F238E27FC236}">
                <a16:creationId xmlns:a16="http://schemas.microsoft.com/office/drawing/2014/main" id="{68EEC9EC-FC4A-92E3-C233-D049AA444FB1}"/>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3000"/>
            </a:lvl1pPr>
          </a:lstStyle>
          <a:p>
            <a:r>
              <a:rPr lang="en-US"/>
              <a:t>Click the icon to insert photo</a:t>
            </a:r>
          </a:p>
        </p:txBody>
      </p:sp>
      <p:grpSp>
        <p:nvGrpSpPr>
          <p:cNvPr id="7" name="Group 6">
            <a:extLst>
              <a:ext uri="{FF2B5EF4-FFF2-40B4-BE49-F238E27FC236}">
                <a16:creationId xmlns:a16="http://schemas.microsoft.com/office/drawing/2014/main" id="{B2803B46-6AFA-41A0-EB99-0BD1C1063C46}"/>
              </a:ext>
            </a:extLst>
          </p:cNvPr>
          <p:cNvGrpSpPr/>
          <p:nvPr userDrawn="1"/>
        </p:nvGrpSpPr>
        <p:grpSpPr>
          <a:xfrm>
            <a:off x="12290489" y="-1"/>
            <a:ext cx="2910882" cy="6858001"/>
            <a:chOff x="12290489" y="-1"/>
            <a:chExt cx="2910882" cy="6858001"/>
          </a:xfrm>
        </p:grpSpPr>
        <p:sp>
          <p:nvSpPr>
            <p:cNvPr id="8" name="Rectangle 7">
              <a:extLst>
                <a:ext uri="{FF2B5EF4-FFF2-40B4-BE49-F238E27FC236}">
                  <a16:creationId xmlns:a16="http://schemas.microsoft.com/office/drawing/2014/main" id="{7FE3F89A-9E40-27C7-B7BE-985808404242}"/>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9" name="TextBox 8">
              <a:extLst>
                <a:ext uri="{FF2B5EF4-FFF2-40B4-BE49-F238E27FC236}">
                  <a16:creationId xmlns:a16="http://schemas.microsoft.com/office/drawing/2014/main" id="{C61F25C8-C335-7749-8C02-BA1FDB7DF185}"/>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10" name="Straight Connector 9">
              <a:extLst>
                <a:ext uri="{FF2B5EF4-FFF2-40B4-BE49-F238E27FC236}">
                  <a16:creationId xmlns:a16="http://schemas.microsoft.com/office/drawing/2014/main" id="{93FBEB36-1958-954B-529B-9DFBB159054D}"/>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46270D9-E5B5-339E-6D31-12BEBFCCBE86}"/>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2E73870E-978A-5343-EABB-E6073836B531}"/>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672CD1F3-6E36-C78E-03F8-61B8E15E33FC}"/>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B833CDF8-6AB7-1B0E-53EE-488034AF2D9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sp>
          <p:nvSpPr>
            <p:cNvPr id="15" name="TextBox 14">
              <a:extLst>
                <a:ext uri="{FF2B5EF4-FFF2-40B4-BE49-F238E27FC236}">
                  <a16:creationId xmlns:a16="http://schemas.microsoft.com/office/drawing/2014/main" id="{2B3D397F-57F7-D0C6-D391-485FB87BE34D}"/>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image placeholder.</a:t>
              </a:r>
            </a:p>
            <a:p>
              <a:pPr lvl="1">
                <a:buNone/>
              </a:pPr>
              <a:r>
                <a:rPr lang="en-US" sz="1050">
                  <a:latin typeface="Aptos" panose="020B0004020202020204" pitchFamily="34" charset="0"/>
                  <a:cs typeface="Aparajita" panose="02020603050405020304" pitchFamily="18" charset="0"/>
                </a:rPr>
                <a:t>Right-click or use keyboard shortcuts to paste the image.</a:t>
              </a:r>
            </a:p>
          </p:txBody>
        </p:sp>
        <p:sp>
          <p:nvSpPr>
            <p:cNvPr id="16" name="TextBox 15">
              <a:extLst>
                <a:ext uri="{FF2B5EF4-FFF2-40B4-BE49-F238E27FC236}">
                  <a16:creationId xmlns:a16="http://schemas.microsoft.com/office/drawing/2014/main" id="{DC941C1F-E03D-172E-6FE0-94FA949B65E6}"/>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image.</a:t>
              </a:r>
            </a:p>
          </p:txBody>
        </p:sp>
        <p:grpSp>
          <p:nvGrpSpPr>
            <p:cNvPr id="17" name="Group 16">
              <a:extLst>
                <a:ext uri="{FF2B5EF4-FFF2-40B4-BE49-F238E27FC236}">
                  <a16:creationId xmlns:a16="http://schemas.microsoft.com/office/drawing/2014/main" id="{BB112CA0-EB7E-5767-F7E9-B454A521394F}"/>
                </a:ext>
              </a:extLst>
            </p:cNvPr>
            <p:cNvGrpSpPr/>
            <p:nvPr userDrawn="1"/>
          </p:nvGrpSpPr>
          <p:grpSpPr>
            <a:xfrm>
              <a:off x="12429548" y="3236396"/>
              <a:ext cx="2735151" cy="1280928"/>
              <a:chOff x="9286315" y="6976989"/>
              <a:chExt cx="2735151" cy="1280928"/>
            </a:xfrm>
          </p:grpSpPr>
          <p:sp>
            <p:nvSpPr>
              <p:cNvPr id="28" name="Rectangle 27">
                <a:extLst>
                  <a:ext uri="{FF2B5EF4-FFF2-40B4-BE49-F238E27FC236}">
                    <a16:creationId xmlns:a16="http://schemas.microsoft.com/office/drawing/2014/main" id="{B4469508-3963-980C-C94B-3551DDC6088F}"/>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9" name="TextBox 28">
                <a:extLst>
                  <a:ext uri="{FF2B5EF4-FFF2-40B4-BE49-F238E27FC236}">
                    <a16:creationId xmlns:a16="http://schemas.microsoft.com/office/drawing/2014/main" id="{9524E475-6BE0-356D-61A7-647536978E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0" name="Graphic 29">
                <a:extLst>
                  <a:ext uri="{FF2B5EF4-FFF2-40B4-BE49-F238E27FC236}">
                    <a16:creationId xmlns:a16="http://schemas.microsoft.com/office/drawing/2014/main" id="{5F2ABD74-43F9-2E92-EE50-0F160C4A58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1" name="TextBox 30">
                <a:extLst>
                  <a:ext uri="{FF2B5EF4-FFF2-40B4-BE49-F238E27FC236}">
                    <a16:creationId xmlns:a16="http://schemas.microsoft.com/office/drawing/2014/main" id="{61FA0112-DCF0-1211-D2C3-3DA9CB620BA4}"/>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2" name="Picture 31">
                <a:extLst>
                  <a:ext uri="{FF2B5EF4-FFF2-40B4-BE49-F238E27FC236}">
                    <a16:creationId xmlns:a16="http://schemas.microsoft.com/office/drawing/2014/main" id="{009305B4-7E52-800A-06C8-F44B6168BCBA}"/>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3" name="TextBox 32">
                <a:extLst>
                  <a:ext uri="{FF2B5EF4-FFF2-40B4-BE49-F238E27FC236}">
                    <a16:creationId xmlns:a16="http://schemas.microsoft.com/office/drawing/2014/main" id="{60BE1D2C-DB8C-729D-64C6-7EA1B732C782}"/>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BEFDD349-EE1C-6775-3B1D-C1CDAF120DB9}"/>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84A2BB42-E5CC-6F03-BE09-48B64B6633AC}"/>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92A52123-4AA7-CEED-12F8-A158384DB525}"/>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1" name="Graphic 20">
                <a:extLst>
                  <a:ext uri="{FF2B5EF4-FFF2-40B4-BE49-F238E27FC236}">
                    <a16:creationId xmlns:a16="http://schemas.microsoft.com/office/drawing/2014/main" id="{934C1FE1-835F-26F6-345B-30A0F31F1D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F15ED128-DCEA-4A4A-A908-DCEC7A7525AB}"/>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3" name="TextBox 22">
                <a:extLst>
                  <a:ext uri="{FF2B5EF4-FFF2-40B4-BE49-F238E27FC236}">
                    <a16:creationId xmlns:a16="http://schemas.microsoft.com/office/drawing/2014/main" id="{75AA3142-75FC-F3FD-C508-1E81C30A8270}"/>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4" name="TextBox 23">
                <a:extLst>
                  <a:ext uri="{FF2B5EF4-FFF2-40B4-BE49-F238E27FC236}">
                    <a16:creationId xmlns:a16="http://schemas.microsoft.com/office/drawing/2014/main" id="{54206A9A-D226-2A87-0215-903B2F78D05C}"/>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5" name="TextBox 24">
                <a:extLst>
                  <a:ext uri="{FF2B5EF4-FFF2-40B4-BE49-F238E27FC236}">
                    <a16:creationId xmlns:a16="http://schemas.microsoft.com/office/drawing/2014/main" id="{015A999A-7D74-7CF1-1626-EF3C82629839}"/>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6" name="Straight Connector 25">
                <a:extLst>
                  <a:ext uri="{FF2B5EF4-FFF2-40B4-BE49-F238E27FC236}">
                    <a16:creationId xmlns:a16="http://schemas.microsoft.com/office/drawing/2014/main" id="{5F650A17-F4C2-AF14-F1E1-143EC5234B6B}"/>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6950914-95F8-3723-9FE0-2487B980C27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Tree>
    <p:extLst>
      <p:ext uri="{BB962C8B-B14F-4D97-AF65-F5344CB8AC3E}">
        <p14:creationId xmlns:p14="http://schemas.microsoft.com/office/powerpoint/2010/main" val="4269351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368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4Contents_Black">
    <p:spTree>
      <p:nvGrpSpPr>
        <p:cNvPr id="1" name=""/>
        <p:cNvGrpSpPr/>
        <p:nvPr/>
      </p:nvGrpSpPr>
      <p:grpSpPr>
        <a:xfrm>
          <a:off x="0" y="0"/>
          <a:ext cx="0" cy="0"/>
          <a:chOff x="0" y="0"/>
          <a:chExt cx="0" cy="0"/>
        </a:xfrm>
      </p:grpSpPr>
      <p:sp>
        <p:nvSpPr>
          <p:cNvPr id="6" name="Title 120">
            <a:extLst>
              <a:ext uri="{FF2B5EF4-FFF2-40B4-BE49-F238E27FC236}">
                <a16:creationId xmlns:a16="http://schemas.microsoft.com/office/drawing/2014/main" id="{3276C3D4-8D41-C551-27C2-6A5602A09853}"/>
              </a:ext>
            </a:extLst>
          </p:cNvPr>
          <p:cNvSpPr>
            <a:spLocks noGrp="1"/>
          </p:cNvSpPr>
          <p:nvPr>
            <p:ph type="title" hasCustomPrompt="1"/>
          </p:nvPr>
        </p:nvSpPr>
        <p:spPr>
          <a:xfrm>
            <a:off x="515938" y="2795081"/>
            <a:ext cx="3556709" cy="1294408"/>
          </a:xfrm>
        </p:spPr>
        <p:txBody>
          <a:bodyPr anchor="ctr"/>
          <a:lstStyle>
            <a:lvl1pPr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0" name="Picture Placeholder 2">
            <a:extLst>
              <a:ext uri="{FF2B5EF4-FFF2-40B4-BE49-F238E27FC236}">
                <a16:creationId xmlns:a16="http://schemas.microsoft.com/office/drawing/2014/main" id="{F553BB1F-5F28-5D3B-A5A8-60721AE4DD2D}"/>
              </a:ext>
            </a:extLst>
          </p:cNvPr>
          <p:cNvSpPr>
            <a:spLocks noGrp="1"/>
          </p:cNvSpPr>
          <p:nvPr>
            <p:ph type="pic" sz="quarter" idx="23" hasCustomPrompt="1"/>
          </p:nvPr>
        </p:nvSpPr>
        <p:spPr>
          <a:xfrm>
            <a:off x="4629921" y="691208"/>
            <a:ext cx="759113" cy="759113"/>
          </a:xfrm>
        </p:spPr>
        <p:txBody>
          <a:bodyPr lIns="144000"/>
          <a:lstStyle>
            <a:lvl1pPr marL="0" indent="0">
              <a:buNone/>
              <a:defRPr sz="140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2" name="Text Placeholder 16">
            <a:extLst>
              <a:ext uri="{FF2B5EF4-FFF2-40B4-BE49-F238E27FC236}">
                <a16:creationId xmlns:a16="http://schemas.microsoft.com/office/drawing/2014/main" id="{3F0EB458-EDD6-6AD3-B1AB-24A4EA15A9FC}"/>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1" name="Picture Placeholder 2">
            <a:extLst>
              <a:ext uri="{FF2B5EF4-FFF2-40B4-BE49-F238E27FC236}">
                <a16:creationId xmlns:a16="http://schemas.microsoft.com/office/drawing/2014/main" id="{A5166B55-3C52-CF01-705A-E2BE18679F21}"/>
              </a:ext>
            </a:extLst>
          </p:cNvPr>
          <p:cNvSpPr>
            <a:spLocks noGrp="1"/>
          </p:cNvSpPr>
          <p:nvPr>
            <p:ph type="pic" sz="quarter" idx="24" hasCustomPrompt="1"/>
          </p:nvPr>
        </p:nvSpPr>
        <p:spPr>
          <a:xfrm>
            <a:off x="4629921" y="2138783"/>
            <a:ext cx="759113" cy="759113"/>
          </a:xfrm>
        </p:spPr>
        <p:txBody>
          <a:bodyPr lIns="144000"/>
          <a:lstStyle>
            <a:lvl1pPr marL="0" indent="0">
              <a:buNone/>
              <a:defRPr sz="140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3" name="Text Placeholder 16">
            <a:extLst>
              <a:ext uri="{FF2B5EF4-FFF2-40B4-BE49-F238E27FC236}">
                <a16:creationId xmlns:a16="http://schemas.microsoft.com/office/drawing/2014/main" id="{FC2D4270-2921-E9A2-9D7C-4ECAF4952D88}"/>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2" name="Picture Placeholder 2">
            <a:extLst>
              <a:ext uri="{FF2B5EF4-FFF2-40B4-BE49-F238E27FC236}">
                <a16:creationId xmlns:a16="http://schemas.microsoft.com/office/drawing/2014/main" id="{D45478F2-FA52-8705-D73C-3B5C90BEA1CE}"/>
              </a:ext>
            </a:extLst>
          </p:cNvPr>
          <p:cNvSpPr>
            <a:spLocks noGrp="1"/>
          </p:cNvSpPr>
          <p:nvPr>
            <p:ph type="pic" sz="quarter" idx="25" hasCustomPrompt="1"/>
          </p:nvPr>
        </p:nvSpPr>
        <p:spPr>
          <a:xfrm>
            <a:off x="4629921" y="3586358"/>
            <a:ext cx="759113" cy="759113"/>
          </a:xfrm>
        </p:spPr>
        <p:txBody>
          <a:bodyPr lIns="144000"/>
          <a:lstStyle>
            <a:lvl1pPr marL="0" indent="0">
              <a:buNone/>
              <a:defRPr sz="140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4" name="Text Placeholder 16">
            <a:extLst>
              <a:ext uri="{FF2B5EF4-FFF2-40B4-BE49-F238E27FC236}">
                <a16:creationId xmlns:a16="http://schemas.microsoft.com/office/drawing/2014/main" id="{43953901-F943-9352-2352-77D74F5FD39F}"/>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3" name="Picture Placeholder 2">
            <a:extLst>
              <a:ext uri="{FF2B5EF4-FFF2-40B4-BE49-F238E27FC236}">
                <a16:creationId xmlns:a16="http://schemas.microsoft.com/office/drawing/2014/main" id="{1BD308BA-E994-8363-C02C-E51BC3E1FF56}"/>
              </a:ext>
            </a:extLst>
          </p:cNvPr>
          <p:cNvSpPr>
            <a:spLocks noGrp="1"/>
          </p:cNvSpPr>
          <p:nvPr>
            <p:ph type="pic" sz="quarter" idx="26" hasCustomPrompt="1"/>
          </p:nvPr>
        </p:nvSpPr>
        <p:spPr>
          <a:xfrm>
            <a:off x="4629921" y="5033933"/>
            <a:ext cx="759113" cy="759113"/>
          </a:xfrm>
        </p:spPr>
        <p:txBody>
          <a:bodyPr lIns="144000"/>
          <a:lstStyle>
            <a:lvl1pPr marL="0" indent="0">
              <a:buNone/>
              <a:defRPr sz="140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79788385-4F41-23CE-C80D-DBA35A324839}"/>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Footer Placeholder 129">
            <a:extLst>
              <a:ext uri="{FF2B5EF4-FFF2-40B4-BE49-F238E27FC236}">
                <a16:creationId xmlns:a16="http://schemas.microsoft.com/office/drawing/2014/main" id="{E24A49C2-93D8-0335-093C-4873E82E1C69}"/>
              </a:ext>
            </a:extLst>
          </p:cNvPr>
          <p:cNvSpPr>
            <a:spLocks noGrp="1"/>
          </p:cNvSpPr>
          <p:nvPr>
            <p:ph type="ftr" sz="quarter" idx="22"/>
          </p:nvPr>
        </p:nvSpPr>
        <p:spPr>
          <a:xfrm>
            <a:off x="515938" y="6396926"/>
            <a:ext cx="10512425" cy="118174"/>
          </a:xfrm>
        </p:spPr>
        <p:txBody>
          <a:bodyPr/>
          <a:lstStyle>
            <a:lvl1pPr>
              <a:defRPr>
                <a:solidFill>
                  <a:schemeClr val="accent6">
                    <a:lumMod val="90000"/>
                  </a:schemeClr>
                </a:solidFill>
              </a:defRPr>
            </a:lvl1pPr>
          </a:lstStyle>
          <a:p>
            <a:endParaRPr lang="en-CA"/>
          </a:p>
        </p:txBody>
      </p:sp>
      <p:sp>
        <p:nvSpPr>
          <p:cNvPr id="9" name="TextBox 8">
            <a:extLst>
              <a:ext uri="{FF2B5EF4-FFF2-40B4-BE49-F238E27FC236}">
                <a16:creationId xmlns:a16="http://schemas.microsoft.com/office/drawing/2014/main" id="{2B352B48-B98A-418B-8943-940ABA2B2152}"/>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71011DA8-4562-4BF5-1592-23F0AD4830BC}"/>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EF1C697C-C806-5090-0AB5-76DDEC0B3C46}"/>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93B9AB69-7B63-827E-97DC-7C14D10E6811}"/>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C32506A4-0A85-702D-9EAF-69F41C1645FF}"/>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1A1B7728-42BE-46B9-725C-B3507E6F2B82}"/>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A4C44748-0388-2607-F556-DD0346A6FFE4}"/>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5AD01F50-5273-7182-B2F8-AF2510DD5CC0}"/>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5FD0E615-4832-71E6-E4FC-A2E1D483CAD4}"/>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1549F8DC-2979-64F2-4038-B804FCA1399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92FD749C-3644-21F3-04CC-38E5C30206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8BC18C52-3BF8-50CC-D894-5983970036C1}"/>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EF4A351D-DDE3-151E-DB7D-FD769C4BF15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32C1837-4486-693D-6BAB-C765201A43B7}"/>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8CB7F7FF-35BB-D4A4-9B18-1DA787E74F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4" name="TextBox 63">
                <a:extLst>
                  <a:ext uri="{FF2B5EF4-FFF2-40B4-BE49-F238E27FC236}">
                    <a16:creationId xmlns:a16="http://schemas.microsoft.com/office/drawing/2014/main" id="{DA9BBAC3-BFAE-B4B1-3E39-E9CEA9844A57}"/>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5" name="Picture 64">
                <a:extLst>
                  <a:ext uri="{FF2B5EF4-FFF2-40B4-BE49-F238E27FC236}">
                    <a16:creationId xmlns:a16="http://schemas.microsoft.com/office/drawing/2014/main" id="{63FC1156-FA21-36A1-5959-36097E9C0245}"/>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6" name="TextBox 65">
                <a:extLst>
                  <a:ext uri="{FF2B5EF4-FFF2-40B4-BE49-F238E27FC236}">
                    <a16:creationId xmlns:a16="http://schemas.microsoft.com/office/drawing/2014/main" id="{193FF509-5F4F-3A17-57CD-F0AABD6D16AC}"/>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8A7C7271-E8BA-AB5C-398D-5587C5DF611D}"/>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4F9B8143-53E5-E2EE-2554-6FCC0C867459}"/>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240E5F83-A2B9-1567-89AB-04DE1BE669AA}"/>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2808E35A-54BA-C9BD-71ED-A46F49C84B7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45E27CBE-8508-A9C9-FC8D-AA6CB89EDBA0}"/>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16DE8FBB-4D4A-0A8A-DD56-3E98E12BA91D}"/>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8AD18A7E-0DA7-A415-1A1D-919CF2CD8493}"/>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17E87CEB-0D08-6190-9BCD-AB473DA59675}"/>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03076FEE-E214-5F57-5C30-DBA7B55CFF07}"/>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5C33FD8-B596-ED74-50C4-A1904A4BFA08}"/>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Tree>
    <p:extLst>
      <p:ext uri="{BB962C8B-B14F-4D97-AF65-F5344CB8AC3E}">
        <p14:creationId xmlns:p14="http://schemas.microsoft.com/office/powerpoint/2010/main" val="2191398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257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37" name="Group 36">
            <a:extLst>
              <a:ext uri="{FF2B5EF4-FFF2-40B4-BE49-F238E27FC236}">
                <a16:creationId xmlns:a16="http://schemas.microsoft.com/office/drawing/2014/main" id="{10F49D17-1776-704C-F74F-C44449FC5E27}"/>
              </a:ext>
            </a:extLst>
          </p:cNvPr>
          <p:cNvGrpSpPr/>
          <p:nvPr userDrawn="1"/>
        </p:nvGrpSpPr>
        <p:grpSpPr>
          <a:xfrm>
            <a:off x="12290489" y="-1"/>
            <a:ext cx="2910882" cy="6858001"/>
            <a:chOff x="12290489" y="-1"/>
            <a:chExt cx="2910882" cy="6858001"/>
          </a:xfrm>
        </p:grpSpPr>
        <p:sp>
          <p:nvSpPr>
            <p:cNvPr id="38" name="Rectangle 37">
              <a:extLst>
                <a:ext uri="{FF2B5EF4-FFF2-40B4-BE49-F238E27FC236}">
                  <a16:creationId xmlns:a16="http://schemas.microsoft.com/office/drawing/2014/main" id="{EDF2EBFD-3940-9CE6-E2E4-A2DB14C55283}"/>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4FA1526F-D10C-3137-C3EB-5ED0C5512632}"/>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0" name="Straight Connector 39">
              <a:extLst>
                <a:ext uri="{FF2B5EF4-FFF2-40B4-BE49-F238E27FC236}">
                  <a16:creationId xmlns:a16="http://schemas.microsoft.com/office/drawing/2014/main" id="{FDF68A1C-6DE8-56A7-465F-77F758319340}"/>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7F427A8-EEBF-A0CE-7522-66C59E5C6DF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3D7672A3-A78B-1FD0-3F75-6020EC5B3B7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3" name="TextBox 42">
              <a:extLst>
                <a:ext uri="{FF2B5EF4-FFF2-40B4-BE49-F238E27FC236}">
                  <a16:creationId xmlns:a16="http://schemas.microsoft.com/office/drawing/2014/main" id="{D220AF2A-18A4-D5E2-CC7A-337576F03CC7}"/>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4" name="TextBox 43">
              <a:extLst>
                <a:ext uri="{FF2B5EF4-FFF2-40B4-BE49-F238E27FC236}">
                  <a16:creationId xmlns:a16="http://schemas.microsoft.com/office/drawing/2014/main" id="{9345F942-0D58-8E65-B8C6-D2AA0093364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5" name="TextBox 44">
              <a:extLst>
                <a:ext uri="{FF2B5EF4-FFF2-40B4-BE49-F238E27FC236}">
                  <a16:creationId xmlns:a16="http://schemas.microsoft.com/office/drawing/2014/main" id="{7AD4600F-A71F-1EBC-44F0-2E985C054719}"/>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6" name="TextBox 45">
              <a:extLst>
                <a:ext uri="{FF2B5EF4-FFF2-40B4-BE49-F238E27FC236}">
                  <a16:creationId xmlns:a16="http://schemas.microsoft.com/office/drawing/2014/main" id="{4A580109-8D86-1BB1-008B-25C45ADD515F}"/>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47" name="Group 46">
              <a:extLst>
                <a:ext uri="{FF2B5EF4-FFF2-40B4-BE49-F238E27FC236}">
                  <a16:creationId xmlns:a16="http://schemas.microsoft.com/office/drawing/2014/main" id="{BD59EE4B-AD30-EDD9-596F-D986D6B32612}"/>
                </a:ext>
              </a:extLst>
            </p:cNvPr>
            <p:cNvGrpSpPr/>
            <p:nvPr userDrawn="1"/>
          </p:nvGrpSpPr>
          <p:grpSpPr>
            <a:xfrm>
              <a:off x="12429548" y="3236396"/>
              <a:ext cx="2735151" cy="1280928"/>
              <a:chOff x="9286315" y="6976989"/>
              <a:chExt cx="2735151" cy="1280928"/>
            </a:xfrm>
          </p:grpSpPr>
          <p:sp>
            <p:nvSpPr>
              <p:cNvPr id="58" name="Rectangle 57">
                <a:extLst>
                  <a:ext uri="{FF2B5EF4-FFF2-40B4-BE49-F238E27FC236}">
                    <a16:creationId xmlns:a16="http://schemas.microsoft.com/office/drawing/2014/main" id="{49D5E409-C37A-B0A2-33BB-0359BF510F2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9" name="TextBox 58">
                <a:extLst>
                  <a:ext uri="{FF2B5EF4-FFF2-40B4-BE49-F238E27FC236}">
                    <a16:creationId xmlns:a16="http://schemas.microsoft.com/office/drawing/2014/main" id="{EDB34C46-268C-7C96-AE28-BFE240E2A471}"/>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0" name="Graphic 59">
                <a:extLst>
                  <a:ext uri="{FF2B5EF4-FFF2-40B4-BE49-F238E27FC236}">
                    <a16:creationId xmlns:a16="http://schemas.microsoft.com/office/drawing/2014/main" id="{6875A335-18CC-8BF6-B5D9-843B33D62F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1" name="TextBox 60">
                <a:extLst>
                  <a:ext uri="{FF2B5EF4-FFF2-40B4-BE49-F238E27FC236}">
                    <a16:creationId xmlns:a16="http://schemas.microsoft.com/office/drawing/2014/main" id="{4C322459-BC36-4B8E-CFAE-B94820CAD349}"/>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2" name="Picture 61">
                <a:extLst>
                  <a:ext uri="{FF2B5EF4-FFF2-40B4-BE49-F238E27FC236}">
                    <a16:creationId xmlns:a16="http://schemas.microsoft.com/office/drawing/2014/main" id="{9ED8ECBA-C3F7-5048-0976-D24D59563826}"/>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3" name="TextBox 62">
                <a:extLst>
                  <a:ext uri="{FF2B5EF4-FFF2-40B4-BE49-F238E27FC236}">
                    <a16:creationId xmlns:a16="http://schemas.microsoft.com/office/drawing/2014/main" id="{754B0BA7-750B-D607-DC5A-F4F85F52221F}"/>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48" name="Group 47">
              <a:extLst>
                <a:ext uri="{FF2B5EF4-FFF2-40B4-BE49-F238E27FC236}">
                  <a16:creationId xmlns:a16="http://schemas.microsoft.com/office/drawing/2014/main" id="{279BE43B-F235-6EAE-7BF8-457F5AEADC82}"/>
                </a:ext>
              </a:extLst>
            </p:cNvPr>
            <p:cNvGrpSpPr/>
            <p:nvPr userDrawn="1"/>
          </p:nvGrpSpPr>
          <p:grpSpPr>
            <a:xfrm>
              <a:off x="12429548" y="4543123"/>
              <a:ext cx="2735151" cy="2200108"/>
              <a:chOff x="9538241" y="5155416"/>
              <a:chExt cx="2735151" cy="2200108"/>
            </a:xfrm>
          </p:grpSpPr>
          <p:sp>
            <p:nvSpPr>
              <p:cNvPr id="49" name="Rectangle 48">
                <a:extLst>
                  <a:ext uri="{FF2B5EF4-FFF2-40B4-BE49-F238E27FC236}">
                    <a16:creationId xmlns:a16="http://schemas.microsoft.com/office/drawing/2014/main" id="{9BF2F786-4459-B79C-0B6C-AE60936F355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0" name="TextBox 49">
                <a:extLst>
                  <a:ext uri="{FF2B5EF4-FFF2-40B4-BE49-F238E27FC236}">
                    <a16:creationId xmlns:a16="http://schemas.microsoft.com/office/drawing/2014/main" id="{6EE5E131-DBB4-125E-2F8F-2AA225201E4E}"/>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1" name="Graphic 50">
                <a:extLst>
                  <a:ext uri="{FF2B5EF4-FFF2-40B4-BE49-F238E27FC236}">
                    <a16:creationId xmlns:a16="http://schemas.microsoft.com/office/drawing/2014/main" id="{13C7612B-4333-2101-D385-32A0F08016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2" name="TextBox 51">
                <a:extLst>
                  <a:ext uri="{FF2B5EF4-FFF2-40B4-BE49-F238E27FC236}">
                    <a16:creationId xmlns:a16="http://schemas.microsoft.com/office/drawing/2014/main" id="{92246FC0-FE5E-C371-C5FE-0C06A53AB56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3" name="TextBox 52">
                <a:extLst>
                  <a:ext uri="{FF2B5EF4-FFF2-40B4-BE49-F238E27FC236}">
                    <a16:creationId xmlns:a16="http://schemas.microsoft.com/office/drawing/2014/main" id="{7D86C7BB-19BF-2243-ABDF-E97B5A6A49D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4" name="TextBox 53">
                <a:extLst>
                  <a:ext uri="{FF2B5EF4-FFF2-40B4-BE49-F238E27FC236}">
                    <a16:creationId xmlns:a16="http://schemas.microsoft.com/office/drawing/2014/main" id="{A1904FFB-C739-0F90-C7F5-DA9DED094FAB}"/>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5" name="TextBox 54">
                <a:extLst>
                  <a:ext uri="{FF2B5EF4-FFF2-40B4-BE49-F238E27FC236}">
                    <a16:creationId xmlns:a16="http://schemas.microsoft.com/office/drawing/2014/main" id="{ACB1AC66-5C4B-469C-9B82-3DEC7748C8C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6" name="Straight Connector 55">
                <a:extLst>
                  <a:ext uri="{FF2B5EF4-FFF2-40B4-BE49-F238E27FC236}">
                    <a16:creationId xmlns:a16="http://schemas.microsoft.com/office/drawing/2014/main" id="{59F4B141-EF3E-3F29-C00E-0D1B85F79C61}"/>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FA8221B-19B5-DF1D-3769-8CEB0E2CD3A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2253704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C3479EAD-810E-2127-DFE4-C119FFAAF25F}"/>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5BDB44CD-9F2B-F58C-094C-02B9892CF15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FB15FE9D-716F-C274-7D27-8D223E8ABE6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8E80D713-C5E7-B361-2F72-50AD4046E3F8}"/>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3B814A9-8A88-5DDE-79A3-1B2EF1A66658}"/>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615C7A9-E29B-21F9-E2E8-C923E8968F3E}"/>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3EA8DC82-0D60-6232-3BC9-24A65D14C00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8FB3888D-CF08-9A5E-6087-0A96D256136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6CBF6BC2-3BF4-D922-4257-F4687B34FC4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0A03FA61-0E9A-7595-F64E-CDB3BA8FA0F9}"/>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045C6CE7-1836-CD98-FD2E-3852CC4F95C4}"/>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A244D9D0-DA66-A41C-0A97-F246FC60386E}"/>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A64F655-4301-1FB7-250E-9C1A8B5FCB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26C4B24F-6463-127F-4A4C-E83AB1F243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28" name="TextBox 127">
                <a:extLst>
                  <a:ext uri="{FF2B5EF4-FFF2-40B4-BE49-F238E27FC236}">
                    <a16:creationId xmlns:a16="http://schemas.microsoft.com/office/drawing/2014/main" id="{49B54B08-0A6A-2E23-571B-DAF9DEE5871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29" name="Picture 128">
                <a:extLst>
                  <a:ext uri="{FF2B5EF4-FFF2-40B4-BE49-F238E27FC236}">
                    <a16:creationId xmlns:a16="http://schemas.microsoft.com/office/drawing/2014/main" id="{922454F9-38F9-E75F-229D-6791D73750B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1" name="TextBox 130">
                <a:extLst>
                  <a:ext uri="{FF2B5EF4-FFF2-40B4-BE49-F238E27FC236}">
                    <a16:creationId xmlns:a16="http://schemas.microsoft.com/office/drawing/2014/main" id="{89AD0476-0BA4-5FE8-0058-0D8FFD04C7C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4BE1028D-B18D-B36F-60B3-4986BFEEF925}"/>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0A9ABB30-2A24-E0D2-55B0-A73CE39D109F}"/>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10A95012-A7F5-02FE-E678-BF6265893549}"/>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7D43E17-4D5B-8DC8-6045-9AA3AA7D6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EAA03FF1-2DB4-2322-26D7-04553EC0EC12}"/>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D47EFAF2-523E-10C5-E026-1FF65E7FB2E5}"/>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3B24F0A0-8AA7-8379-5E4A-1A2A95667D7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01829B35-272F-4074-92CC-A156C1CDADDD}"/>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7939134C-69A1-0463-A252-1582C51C7954}"/>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829B6B-797B-FB9F-5F92-9FEF0A3BFBE3}"/>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4280349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ur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3" name="Group 42">
            <a:extLst>
              <a:ext uri="{FF2B5EF4-FFF2-40B4-BE49-F238E27FC236}">
                <a16:creationId xmlns:a16="http://schemas.microsoft.com/office/drawing/2014/main" id="{717DDAE4-62DE-EEF2-E43F-005ACD006E14}"/>
              </a:ext>
            </a:extLst>
          </p:cNvPr>
          <p:cNvGrpSpPr/>
          <p:nvPr userDrawn="1"/>
        </p:nvGrpSpPr>
        <p:grpSpPr>
          <a:xfrm>
            <a:off x="12290489" y="-1"/>
            <a:ext cx="2910882" cy="6858001"/>
            <a:chOff x="12290489" y="-1"/>
            <a:chExt cx="2910882" cy="6858001"/>
          </a:xfrm>
        </p:grpSpPr>
        <p:sp>
          <p:nvSpPr>
            <p:cNvPr id="44" name="Rectangle 43">
              <a:extLst>
                <a:ext uri="{FF2B5EF4-FFF2-40B4-BE49-F238E27FC236}">
                  <a16:creationId xmlns:a16="http://schemas.microsoft.com/office/drawing/2014/main" id="{74829545-917D-5369-077E-2A4E82074C6F}"/>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91214599-3AC4-B786-02F0-AE556635205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6" name="Straight Connector 45">
              <a:extLst>
                <a:ext uri="{FF2B5EF4-FFF2-40B4-BE49-F238E27FC236}">
                  <a16:creationId xmlns:a16="http://schemas.microsoft.com/office/drawing/2014/main" id="{BCA5B2B5-C2E0-2592-2785-4F84ED886D7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2702B7-28A0-668C-65B6-669BFACDF46D}"/>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8" name="TextBox 47">
              <a:extLst>
                <a:ext uri="{FF2B5EF4-FFF2-40B4-BE49-F238E27FC236}">
                  <a16:creationId xmlns:a16="http://schemas.microsoft.com/office/drawing/2014/main" id="{8C58B4C5-C329-4790-4200-9150B0A43C33}"/>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9" name="TextBox 48">
              <a:extLst>
                <a:ext uri="{FF2B5EF4-FFF2-40B4-BE49-F238E27FC236}">
                  <a16:creationId xmlns:a16="http://schemas.microsoft.com/office/drawing/2014/main" id="{D5299741-2394-3A23-F67F-F322FE1C0CB8}"/>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50" name="TextBox 49">
              <a:extLst>
                <a:ext uri="{FF2B5EF4-FFF2-40B4-BE49-F238E27FC236}">
                  <a16:creationId xmlns:a16="http://schemas.microsoft.com/office/drawing/2014/main" id="{43A73320-4AE9-4630-370C-00C5ADECD4A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51" name="TextBox 50">
              <a:extLst>
                <a:ext uri="{FF2B5EF4-FFF2-40B4-BE49-F238E27FC236}">
                  <a16:creationId xmlns:a16="http://schemas.microsoft.com/office/drawing/2014/main" id="{36600997-0C5B-7E7E-13B9-8B1FBC40768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52" name="TextBox 51">
              <a:extLst>
                <a:ext uri="{FF2B5EF4-FFF2-40B4-BE49-F238E27FC236}">
                  <a16:creationId xmlns:a16="http://schemas.microsoft.com/office/drawing/2014/main" id="{222AF4B2-579A-DE69-535D-5A7232B8BF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3" name="Group 52">
              <a:extLst>
                <a:ext uri="{FF2B5EF4-FFF2-40B4-BE49-F238E27FC236}">
                  <a16:creationId xmlns:a16="http://schemas.microsoft.com/office/drawing/2014/main" id="{D431143D-EA3F-BA31-FDD0-86758B90458F}"/>
                </a:ext>
              </a:extLst>
            </p:cNvPr>
            <p:cNvGrpSpPr/>
            <p:nvPr userDrawn="1"/>
          </p:nvGrpSpPr>
          <p:grpSpPr>
            <a:xfrm>
              <a:off x="12429548" y="3236396"/>
              <a:ext cx="2735151" cy="1280928"/>
              <a:chOff x="9286315" y="6976989"/>
              <a:chExt cx="2735151" cy="1280928"/>
            </a:xfrm>
          </p:grpSpPr>
          <p:sp>
            <p:nvSpPr>
              <p:cNvPr id="128" name="Rectangle 127">
                <a:extLst>
                  <a:ext uri="{FF2B5EF4-FFF2-40B4-BE49-F238E27FC236}">
                    <a16:creationId xmlns:a16="http://schemas.microsoft.com/office/drawing/2014/main" id="{992C18FF-FCA0-B6DC-4B5F-813875A58CA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129" name="TextBox 128">
                <a:extLst>
                  <a:ext uri="{FF2B5EF4-FFF2-40B4-BE49-F238E27FC236}">
                    <a16:creationId xmlns:a16="http://schemas.microsoft.com/office/drawing/2014/main" id="{CC870698-701A-2242-78AE-B6CBE951C53A}"/>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131" name="Graphic 130">
                <a:extLst>
                  <a:ext uri="{FF2B5EF4-FFF2-40B4-BE49-F238E27FC236}">
                    <a16:creationId xmlns:a16="http://schemas.microsoft.com/office/drawing/2014/main" id="{27F479C9-EBF7-C89C-EBDD-699C93B929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32" name="TextBox 131">
                <a:extLst>
                  <a:ext uri="{FF2B5EF4-FFF2-40B4-BE49-F238E27FC236}">
                    <a16:creationId xmlns:a16="http://schemas.microsoft.com/office/drawing/2014/main" id="{A8B38676-38BD-C97A-3E60-811AD05F329A}"/>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33" name="Picture 132">
                <a:extLst>
                  <a:ext uri="{FF2B5EF4-FFF2-40B4-BE49-F238E27FC236}">
                    <a16:creationId xmlns:a16="http://schemas.microsoft.com/office/drawing/2014/main" id="{52C3F74E-3500-E869-070E-EB7D7CFFDD4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4" name="TextBox 133">
                <a:extLst>
                  <a:ext uri="{FF2B5EF4-FFF2-40B4-BE49-F238E27FC236}">
                    <a16:creationId xmlns:a16="http://schemas.microsoft.com/office/drawing/2014/main" id="{FD2E6A13-5E3C-A37E-FF9D-6CC65A1A8599}"/>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4" name="Group 53">
              <a:extLst>
                <a:ext uri="{FF2B5EF4-FFF2-40B4-BE49-F238E27FC236}">
                  <a16:creationId xmlns:a16="http://schemas.microsoft.com/office/drawing/2014/main" id="{C17097D5-36D6-39B2-EA5B-55509107C41A}"/>
                </a:ext>
              </a:extLst>
            </p:cNvPr>
            <p:cNvGrpSpPr/>
            <p:nvPr userDrawn="1"/>
          </p:nvGrpSpPr>
          <p:grpSpPr>
            <a:xfrm>
              <a:off x="12429548" y="4543123"/>
              <a:ext cx="2735151" cy="2200108"/>
              <a:chOff x="9538241" y="5155416"/>
              <a:chExt cx="2735151" cy="2200108"/>
            </a:xfrm>
          </p:grpSpPr>
          <p:sp>
            <p:nvSpPr>
              <p:cNvPr id="55" name="Rectangle 54">
                <a:extLst>
                  <a:ext uri="{FF2B5EF4-FFF2-40B4-BE49-F238E27FC236}">
                    <a16:creationId xmlns:a16="http://schemas.microsoft.com/office/drawing/2014/main" id="{3834CD4C-1311-915F-D846-C8EF6D502AC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6" name="TextBox 55">
                <a:extLst>
                  <a:ext uri="{FF2B5EF4-FFF2-40B4-BE49-F238E27FC236}">
                    <a16:creationId xmlns:a16="http://schemas.microsoft.com/office/drawing/2014/main" id="{26D4593E-4325-4054-E8E0-2C4565BC080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7" name="Graphic 56">
                <a:extLst>
                  <a:ext uri="{FF2B5EF4-FFF2-40B4-BE49-F238E27FC236}">
                    <a16:creationId xmlns:a16="http://schemas.microsoft.com/office/drawing/2014/main" id="{AB5C6E66-2D1C-CA85-B320-68D3759A1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8" name="TextBox 57">
                <a:extLst>
                  <a:ext uri="{FF2B5EF4-FFF2-40B4-BE49-F238E27FC236}">
                    <a16:creationId xmlns:a16="http://schemas.microsoft.com/office/drawing/2014/main" id="{59524F0B-C3FC-E96B-9EF5-AD8583AA42A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9" name="TextBox 58">
                <a:extLst>
                  <a:ext uri="{FF2B5EF4-FFF2-40B4-BE49-F238E27FC236}">
                    <a16:creationId xmlns:a16="http://schemas.microsoft.com/office/drawing/2014/main" id="{BE622394-901B-B821-BDE6-422E33014D2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60" name="TextBox 59">
                <a:extLst>
                  <a:ext uri="{FF2B5EF4-FFF2-40B4-BE49-F238E27FC236}">
                    <a16:creationId xmlns:a16="http://schemas.microsoft.com/office/drawing/2014/main" id="{7AD17B2F-A0CC-7E95-D315-F28D5BBC0E3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61" name="TextBox 60">
                <a:extLst>
                  <a:ext uri="{FF2B5EF4-FFF2-40B4-BE49-F238E27FC236}">
                    <a16:creationId xmlns:a16="http://schemas.microsoft.com/office/drawing/2014/main" id="{D9245573-D378-F3B6-9D43-7A0AC9D3F67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62" name="Straight Connector 61">
                <a:extLst>
                  <a:ext uri="{FF2B5EF4-FFF2-40B4-BE49-F238E27FC236}">
                    <a16:creationId xmlns:a16="http://schemas.microsoft.com/office/drawing/2014/main" id="{DF948D1D-C3E1-EF3A-5CFF-FC5BD4F401D2}"/>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6D6806E-4824-9CA0-7A29-8C9379EA11A7}"/>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62726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37" name="Group 36">
            <a:extLst>
              <a:ext uri="{FF2B5EF4-FFF2-40B4-BE49-F238E27FC236}">
                <a16:creationId xmlns:a16="http://schemas.microsoft.com/office/drawing/2014/main" id="{10F49D17-1776-704C-F74F-C44449FC5E27}"/>
              </a:ext>
            </a:extLst>
          </p:cNvPr>
          <p:cNvGrpSpPr/>
          <p:nvPr userDrawn="1"/>
        </p:nvGrpSpPr>
        <p:grpSpPr>
          <a:xfrm>
            <a:off x="12290489" y="-1"/>
            <a:ext cx="2910882" cy="6858001"/>
            <a:chOff x="12290489" y="-1"/>
            <a:chExt cx="2910882" cy="6858001"/>
          </a:xfrm>
        </p:grpSpPr>
        <p:sp>
          <p:nvSpPr>
            <p:cNvPr id="38" name="Rectangle 37">
              <a:extLst>
                <a:ext uri="{FF2B5EF4-FFF2-40B4-BE49-F238E27FC236}">
                  <a16:creationId xmlns:a16="http://schemas.microsoft.com/office/drawing/2014/main" id="{EDF2EBFD-3940-9CE6-E2E4-A2DB14C55283}"/>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39" name="TextBox 38">
              <a:extLst>
                <a:ext uri="{FF2B5EF4-FFF2-40B4-BE49-F238E27FC236}">
                  <a16:creationId xmlns:a16="http://schemas.microsoft.com/office/drawing/2014/main" id="{4FA1526F-D10C-3137-C3EB-5ED0C5512632}"/>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0" name="Straight Connector 39">
              <a:extLst>
                <a:ext uri="{FF2B5EF4-FFF2-40B4-BE49-F238E27FC236}">
                  <a16:creationId xmlns:a16="http://schemas.microsoft.com/office/drawing/2014/main" id="{FDF68A1C-6DE8-56A7-465F-77F758319340}"/>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7F427A8-EEBF-A0CE-7522-66C59E5C6DF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3D7672A3-A78B-1FD0-3F75-6020EC5B3B7F}"/>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3" name="TextBox 42">
              <a:extLst>
                <a:ext uri="{FF2B5EF4-FFF2-40B4-BE49-F238E27FC236}">
                  <a16:creationId xmlns:a16="http://schemas.microsoft.com/office/drawing/2014/main" id="{D220AF2A-18A4-D5E2-CC7A-337576F03CC7}"/>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4" name="TextBox 43">
              <a:extLst>
                <a:ext uri="{FF2B5EF4-FFF2-40B4-BE49-F238E27FC236}">
                  <a16:creationId xmlns:a16="http://schemas.microsoft.com/office/drawing/2014/main" id="{9345F942-0D58-8E65-B8C6-D2AA0093364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5" name="TextBox 44">
              <a:extLst>
                <a:ext uri="{FF2B5EF4-FFF2-40B4-BE49-F238E27FC236}">
                  <a16:creationId xmlns:a16="http://schemas.microsoft.com/office/drawing/2014/main" id="{7AD4600F-A71F-1EBC-44F0-2E985C054719}"/>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6" name="TextBox 45">
              <a:extLst>
                <a:ext uri="{FF2B5EF4-FFF2-40B4-BE49-F238E27FC236}">
                  <a16:creationId xmlns:a16="http://schemas.microsoft.com/office/drawing/2014/main" id="{4A580109-8D86-1BB1-008B-25C45ADD515F}"/>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47" name="Group 46">
              <a:extLst>
                <a:ext uri="{FF2B5EF4-FFF2-40B4-BE49-F238E27FC236}">
                  <a16:creationId xmlns:a16="http://schemas.microsoft.com/office/drawing/2014/main" id="{BD59EE4B-AD30-EDD9-596F-D986D6B32612}"/>
                </a:ext>
              </a:extLst>
            </p:cNvPr>
            <p:cNvGrpSpPr/>
            <p:nvPr userDrawn="1"/>
          </p:nvGrpSpPr>
          <p:grpSpPr>
            <a:xfrm>
              <a:off x="12429548" y="3236396"/>
              <a:ext cx="2735151" cy="1280928"/>
              <a:chOff x="9286315" y="6976989"/>
              <a:chExt cx="2735151" cy="1280928"/>
            </a:xfrm>
          </p:grpSpPr>
          <p:sp>
            <p:nvSpPr>
              <p:cNvPr id="58" name="Rectangle 57">
                <a:extLst>
                  <a:ext uri="{FF2B5EF4-FFF2-40B4-BE49-F238E27FC236}">
                    <a16:creationId xmlns:a16="http://schemas.microsoft.com/office/drawing/2014/main" id="{49D5E409-C37A-B0A2-33BB-0359BF510F25}"/>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9" name="TextBox 58">
                <a:extLst>
                  <a:ext uri="{FF2B5EF4-FFF2-40B4-BE49-F238E27FC236}">
                    <a16:creationId xmlns:a16="http://schemas.microsoft.com/office/drawing/2014/main" id="{EDB34C46-268C-7C96-AE28-BFE240E2A471}"/>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0" name="Graphic 59">
                <a:extLst>
                  <a:ext uri="{FF2B5EF4-FFF2-40B4-BE49-F238E27FC236}">
                    <a16:creationId xmlns:a16="http://schemas.microsoft.com/office/drawing/2014/main" id="{6875A335-18CC-8BF6-B5D9-843B33D62FF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1" name="TextBox 60">
                <a:extLst>
                  <a:ext uri="{FF2B5EF4-FFF2-40B4-BE49-F238E27FC236}">
                    <a16:creationId xmlns:a16="http://schemas.microsoft.com/office/drawing/2014/main" id="{4C322459-BC36-4B8E-CFAE-B94820CAD349}"/>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62" name="Picture 61">
                <a:extLst>
                  <a:ext uri="{FF2B5EF4-FFF2-40B4-BE49-F238E27FC236}">
                    <a16:creationId xmlns:a16="http://schemas.microsoft.com/office/drawing/2014/main" id="{9ED8ECBA-C3F7-5048-0976-D24D59563826}"/>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3" name="TextBox 62">
                <a:extLst>
                  <a:ext uri="{FF2B5EF4-FFF2-40B4-BE49-F238E27FC236}">
                    <a16:creationId xmlns:a16="http://schemas.microsoft.com/office/drawing/2014/main" id="{754B0BA7-750B-D607-DC5A-F4F85F52221F}"/>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48" name="Group 47">
              <a:extLst>
                <a:ext uri="{FF2B5EF4-FFF2-40B4-BE49-F238E27FC236}">
                  <a16:creationId xmlns:a16="http://schemas.microsoft.com/office/drawing/2014/main" id="{279BE43B-F235-6EAE-7BF8-457F5AEADC82}"/>
                </a:ext>
              </a:extLst>
            </p:cNvPr>
            <p:cNvGrpSpPr/>
            <p:nvPr userDrawn="1"/>
          </p:nvGrpSpPr>
          <p:grpSpPr>
            <a:xfrm>
              <a:off x="12429548" y="4543123"/>
              <a:ext cx="2735151" cy="2200108"/>
              <a:chOff x="9538241" y="5155416"/>
              <a:chExt cx="2735151" cy="2200108"/>
            </a:xfrm>
          </p:grpSpPr>
          <p:sp>
            <p:nvSpPr>
              <p:cNvPr id="49" name="Rectangle 48">
                <a:extLst>
                  <a:ext uri="{FF2B5EF4-FFF2-40B4-BE49-F238E27FC236}">
                    <a16:creationId xmlns:a16="http://schemas.microsoft.com/office/drawing/2014/main" id="{9BF2F786-4459-B79C-0B6C-AE60936F355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0" name="TextBox 49">
                <a:extLst>
                  <a:ext uri="{FF2B5EF4-FFF2-40B4-BE49-F238E27FC236}">
                    <a16:creationId xmlns:a16="http://schemas.microsoft.com/office/drawing/2014/main" id="{6EE5E131-DBB4-125E-2F8F-2AA225201E4E}"/>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1" name="Graphic 50">
                <a:extLst>
                  <a:ext uri="{FF2B5EF4-FFF2-40B4-BE49-F238E27FC236}">
                    <a16:creationId xmlns:a16="http://schemas.microsoft.com/office/drawing/2014/main" id="{13C7612B-4333-2101-D385-32A0F080162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2" name="TextBox 51">
                <a:extLst>
                  <a:ext uri="{FF2B5EF4-FFF2-40B4-BE49-F238E27FC236}">
                    <a16:creationId xmlns:a16="http://schemas.microsoft.com/office/drawing/2014/main" id="{92246FC0-FE5E-C371-C5FE-0C06A53AB56F}"/>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3" name="TextBox 52">
                <a:extLst>
                  <a:ext uri="{FF2B5EF4-FFF2-40B4-BE49-F238E27FC236}">
                    <a16:creationId xmlns:a16="http://schemas.microsoft.com/office/drawing/2014/main" id="{7D86C7BB-19BF-2243-ABDF-E97B5A6A49D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4" name="TextBox 53">
                <a:extLst>
                  <a:ext uri="{FF2B5EF4-FFF2-40B4-BE49-F238E27FC236}">
                    <a16:creationId xmlns:a16="http://schemas.microsoft.com/office/drawing/2014/main" id="{A1904FFB-C739-0F90-C7F5-DA9DED094FAB}"/>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5" name="TextBox 54">
                <a:extLst>
                  <a:ext uri="{FF2B5EF4-FFF2-40B4-BE49-F238E27FC236}">
                    <a16:creationId xmlns:a16="http://schemas.microsoft.com/office/drawing/2014/main" id="{ACB1AC66-5C4B-469C-9B82-3DEC7748C8C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6" name="Straight Connector 55">
                <a:extLst>
                  <a:ext uri="{FF2B5EF4-FFF2-40B4-BE49-F238E27FC236}">
                    <a16:creationId xmlns:a16="http://schemas.microsoft.com/office/drawing/2014/main" id="{59F4B141-EF3E-3F29-C00E-0D1B85F79C61}"/>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FA8221B-19B5-DF1D-3769-8CEB0E2CD3AB}"/>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8009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0" name="Group 39">
            <a:extLst>
              <a:ext uri="{FF2B5EF4-FFF2-40B4-BE49-F238E27FC236}">
                <a16:creationId xmlns:a16="http://schemas.microsoft.com/office/drawing/2014/main" id="{C3479EAD-810E-2127-DFE4-C119FFAAF25F}"/>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5BDB44CD-9F2B-F58C-094C-02B9892CF15A}"/>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2" name="TextBox 41">
              <a:extLst>
                <a:ext uri="{FF2B5EF4-FFF2-40B4-BE49-F238E27FC236}">
                  <a16:creationId xmlns:a16="http://schemas.microsoft.com/office/drawing/2014/main" id="{FB15FE9D-716F-C274-7D27-8D223E8ABE6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8E80D713-C5E7-B361-2F72-50AD4046E3F8}"/>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3B814A9-8A88-5DDE-79A3-1B2EF1A66658}"/>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615C7A9-E29B-21F9-E2E8-C923E8968F3E}"/>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3EA8DC82-0D60-6232-3BC9-24A65D14C00F}"/>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8FB3888D-CF08-9A5E-6087-0A96D2561366}"/>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6CBF6BC2-3BF4-D922-4257-F4687B34FC4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0A03FA61-0E9A-7595-F64E-CDB3BA8FA0F9}"/>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045C6CE7-1836-CD98-FD2E-3852CC4F95C4}"/>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A244D9D0-DA66-A41C-0A97-F246FC60386E}"/>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62" name="TextBox 61">
                <a:extLst>
                  <a:ext uri="{FF2B5EF4-FFF2-40B4-BE49-F238E27FC236}">
                    <a16:creationId xmlns:a16="http://schemas.microsoft.com/office/drawing/2014/main" id="{1A64F655-4301-1FB7-250E-9C1A8B5FCB4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26C4B24F-6463-127F-4A4C-E83AB1F2439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28" name="TextBox 127">
                <a:extLst>
                  <a:ext uri="{FF2B5EF4-FFF2-40B4-BE49-F238E27FC236}">
                    <a16:creationId xmlns:a16="http://schemas.microsoft.com/office/drawing/2014/main" id="{49B54B08-0A6A-2E23-571B-DAF9DEE5871E}"/>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29" name="Picture 128">
                <a:extLst>
                  <a:ext uri="{FF2B5EF4-FFF2-40B4-BE49-F238E27FC236}">
                    <a16:creationId xmlns:a16="http://schemas.microsoft.com/office/drawing/2014/main" id="{922454F9-38F9-E75F-229D-6791D73750B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1" name="TextBox 130">
                <a:extLst>
                  <a:ext uri="{FF2B5EF4-FFF2-40B4-BE49-F238E27FC236}">
                    <a16:creationId xmlns:a16="http://schemas.microsoft.com/office/drawing/2014/main" id="{89AD0476-0BA4-5FE8-0058-0D8FFD04C7C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1" name="Group 50">
              <a:extLst>
                <a:ext uri="{FF2B5EF4-FFF2-40B4-BE49-F238E27FC236}">
                  <a16:creationId xmlns:a16="http://schemas.microsoft.com/office/drawing/2014/main" id="{4BE1028D-B18D-B36F-60B3-4986BFEEF925}"/>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0A9ABB30-2A24-E0D2-55B0-A73CE39D109F}"/>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3" name="TextBox 52">
                <a:extLst>
                  <a:ext uri="{FF2B5EF4-FFF2-40B4-BE49-F238E27FC236}">
                    <a16:creationId xmlns:a16="http://schemas.microsoft.com/office/drawing/2014/main" id="{10A95012-A7F5-02FE-E678-BF6265893549}"/>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7D43E17-4D5B-8DC8-6045-9AA3AA7D640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EAA03FF1-2DB4-2322-26D7-04553EC0EC12}"/>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D47EFAF2-523E-10C5-E026-1FF65E7FB2E5}"/>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3B24F0A0-8AA7-8379-5E4A-1A2A95667D7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01829B35-272F-4074-92CC-A156C1CDADDD}"/>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7939134C-69A1-0463-A252-1582C51C7954}"/>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F829B6B-797B-FB9F-5F92-9FEF0A3BFBE3}"/>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064599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grpSp>
        <p:nvGrpSpPr>
          <p:cNvPr id="43" name="Group 42">
            <a:extLst>
              <a:ext uri="{FF2B5EF4-FFF2-40B4-BE49-F238E27FC236}">
                <a16:creationId xmlns:a16="http://schemas.microsoft.com/office/drawing/2014/main" id="{717DDAE4-62DE-EEF2-E43F-005ACD006E14}"/>
              </a:ext>
            </a:extLst>
          </p:cNvPr>
          <p:cNvGrpSpPr/>
          <p:nvPr userDrawn="1"/>
        </p:nvGrpSpPr>
        <p:grpSpPr>
          <a:xfrm>
            <a:off x="12290489" y="-1"/>
            <a:ext cx="2910882" cy="6858001"/>
            <a:chOff x="12290489" y="-1"/>
            <a:chExt cx="2910882" cy="6858001"/>
          </a:xfrm>
        </p:grpSpPr>
        <p:sp>
          <p:nvSpPr>
            <p:cNvPr id="44" name="Rectangle 43">
              <a:extLst>
                <a:ext uri="{FF2B5EF4-FFF2-40B4-BE49-F238E27FC236}">
                  <a16:creationId xmlns:a16="http://schemas.microsoft.com/office/drawing/2014/main" id="{74829545-917D-5369-077E-2A4E82074C6F}"/>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91214599-3AC4-B786-02F0-AE556635205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ICON</a:t>
              </a:r>
            </a:p>
          </p:txBody>
        </p:sp>
        <p:cxnSp>
          <p:nvCxnSpPr>
            <p:cNvPr id="46" name="Straight Connector 45">
              <a:extLst>
                <a:ext uri="{FF2B5EF4-FFF2-40B4-BE49-F238E27FC236}">
                  <a16:creationId xmlns:a16="http://schemas.microsoft.com/office/drawing/2014/main" id="{BCA5B2B5-C2E0-2592-2785-4F84ED886D75}"/>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22702B7-28A0-668C-65B6-669BFACDF46D}"/>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icon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lang="en-US" sz="1000">
                <a:latin typeface="Aptos" panose="020B0004020202020204" pitchFamily="34" charset="0"/>
                <a:cs typeface="Aparajita" panose="02020603050405020304" pitchFamily="18" charset="0"/>
              </a:endParaRPr>
            </a:p>
          </p:txBody>
        </p:sp>
        <p:sp>
          <p:nvSpPr>
            <p:cNvPr id="48" name="TextBox 47">
              <a:extLst>
                <a:ext uri="{FF2B5EF4-FFF2-40B4-BE49-F238E27FC236}">
                  <a16:creationId xmlns:a16="http://schemas.microsoft.com/office/drawing/2014/main" id="{8C58B4C5-C329-4790-4200-9150B0A43C33}"/>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49" name="TextBox 48">
              <a:extLst>
                <a:ext uri="{FF2B5EF4-FFF2-40B4-BE49-F238E27FC236}">
                  <a16:creationId xmlns:a16="http://schemas.microsoft.com/office/drawing/2014/main" id="{D5299741-2394-3A23-F67F-F322FE1C0CB8}"/>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50" name="TextBox 49">
              <a:extLst>
                <a:ext uri="{FF2B5EF4-FFF2-40B4-BE49-F238E27FC236}">
                  <a16:creationId xmlns:a16="http://schemas.microsoft.com/office/drawing/2014/main" id="{43A73320-4AE9-4630-370C-00C5ADECD4A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icon from the </a:t>
              </a:r>
              <a:br>
                <a:rPr lang="en-US">
                  <a:latin typeface="Aptos" panose="020B0004020202020204" pitchFamily="34" charset="0"/>
                  <a:cs typeface="Aparajita" panose="02020603050405020304" pitchFamily="18" charset="0"/>
                </a:rPr>
              </a:br>
              <a:r>
                <a:rPr lang="en-US">
                  <a:solidFill>
                    <a:schemeClr val="accent1"/>
                  </a:solidFill>
                  <a:latin typeface="Aptos" panose="020B0004020202020204" pitchFamily="34" charset="0"/>
                  <a:cs typeface="Aparajita" panose="02020603050405020304" pitchFamily="18" charset="0"/>
                </a:rPr>
                <a:t>Qualcomm Icon Library</a:t>
              </a:r>
            </a:p>
            <a:p>
              <a:pPr lvl="0">
                <a:spcBef>
                  <a:spcPts val="700"/>
                </a:spcBef>
              </a:pPr>
              <a:r>
                <a:rPr lang="en-US">
                  <a:latin typeface="Aptos" panose="020B0004020202020204" pitchFamily="34" charset="0"/>
                  <a:cs typeface="Aparajita" panose="02020603050405020304" pitchFamily="18" charset="0"/>
                </a:rPr>
                <a:t>Add the icon to the placeholder.</a:t>
              </a:r>
            </a:p>
          </p:txBody>
        </p:sp>
        <p:sp>
          <p:nvSpPr>
            <p:cNvPr id="51" name="TextBox 50">
              <a:extLst>
                <a:ext uri="{FF2B5EF4-FFF2-40B4-BE49-F238E27FC236}">
                  <a16:creationId xmlns:a16="http://schemas.microsoft.com/office/drawing/2014/main" id="{36600997-0C5B-7E7E-13B9-8B1FBC407681}"/>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2: </a:t>
              </a:r>
              <a:r>
                <a:rPr lang="en-US" sz="600" b="0">
                  <a:latin typeface="Aptos" panose="020B0004020202020204" pitchFamily="34" charset="0"/>
                  <a:cs typeface="Aparajita" panose="02020603050405020304" pitchFamily="18" charset="0"/>
                </a:rPr>
                <a:t>Paste from clipboard</a:t>
              </a:r>
            </a:p>
            <a:p>
              <a:pPr lvl="1">
                <a:buNone/>
              </a:pPr>
              <a:r>
                <a:rPr lang="en-US" sz="1050">
                  <a:latin typeface="Aptos" panose="020B0004020202020204" pitchFamily="34" charset="0"/>
                  <a:cs typeface="Aparajita" panose="02020603050405020304" pitchFamily="18" charset="0"/>
                </a:rPr>
                <a:t>Select the icon placeholder.</a:t>
              </a:r>
            </a:p>
            <a:p>
              <a:pPr lvl="1">
                <a:buNone/>
              </a:pPr>
              <a:r>
                <a:rPr lang="en-US" sz="1050">
                  <a:latin typeface="Aptos" panose="020B0004020202020204" pitchFamily="34" charset="0"/>
                  <a:cs typeface="Aparajita" panose="02020603050405020304" pitchFamily="18" charset="0"/>
                </a:rPr>
                <a:t>Right-click or use keyboard shortcuts to paste the icon.</a:t>
              </a:r>
            </a:p>
          </p:txBody>
        </p:sp>
        <p:sp>
          <p:nvSpPr>
            <p:cNvPr id="52" name="TextBox 51">
              <a:extLst>
                <a:ext uri="{FF2B5EF4-FFF2-40B4-BE49-F238E27FC236}">
                  <a16:creationId xmlns:a16="http://schemas.microsoft.com/office/drawing/2014/main" id="{222AF4B2-579A-DE69-535D-5A7232B8BF25}"/>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a:latin typeface="Aptos" panose="020B0004020202020204" pitchFamily="34" charset="0"/>
                  <a:cs typeface="Aparajita" panose="02020603050405020304" pitchFamily="18" charset="0"/>
                </a:rPr>
                <a:t>Method 3: </a:t>
              </a:r>
              <a:r>
                <a:rPr lang="en-US" sz="600" b="0">
                  <a:latin typeface="Aptos" panose="020B0004020202020204" pitchFamily="34" charset="0"/>
                  <a:cs typeface="Aparajita" panose="02020603050405020304" pitchFamily="18" charset="0"/>
                </a:rPr>
                <a:t>Placeholder icon</a:t>
              </a:r>
            </a:p>
            <a:p>
              <a:pPr lvl="1">
                <a:buNone/>
              </a:pPr>
              <a:r>
                <a:rPr lang="en-US" sz="1050">
                  <a:latin typeface="Aptos" panose="020B0004020202020204" pitchFamily="34" charset="0"/>
                  <a:cs typeface="Aparajita" panose="02020603050405020304" pitchFamily="18" charset="0"/>
                </a:rPr>
                <a:t>Click the image icon inside the placeholder to browse for an icon.</a:t>
              </a:r>
            </a:p>
          </p:txBody>
        </p:sp>
        <p:grpSp>
          <p:nvGrpSpPr>
            <p:cNvPr id="53" name="Group 52">
              <a:extLst>
                <a:ext uri="{FF2B5EF4-FFF2-40B4-BE49-F238E27FC236}">
                  <a16:creationId xmlns:a16="http://schemas.microsoft.com/office/drawing/2014/main" id="{D431143D-EA3F-BA31-FDD0-86758B90458F}"/>
                </a:ext>
              </a:extLst>
            </p:cNvPr>
            <p:cNvGrpSpPr/>
            <p:nvPr userDrawn="1"/>
          </p:nvGrpSpPr>
          <p:grpSpPr>
            <a:xfrm>
              <a:off x="12429548" y="3236396"/>
              <a:ext cx="2735151" cy="1280928"/>
              <a:chOff x="9286315" y="6976989"/>
              <a:chExt cx="2735151" cy="1280928"/>
            </a:xfrm>
          </p:grpSpPr>
          <p:sp>
            <p:nvSpPr>
              <p:cNvPr id="128" name="Rectangle 127">
                <a:extLst>
                  <a:ext uri="{FF2B5EF4-FFF2-40B4-BE49-F238E27FC236}">
                    <a16:creationId xmlns:a16="http://schemas.microsoft.com/office/drawing/2014/main" id="{992C18FF-FCA0-B6DC-4B5F-813875A58CAD}"/>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129" name="TextBox 128">
                <a:extLst>
                  <a:ext uri="{FF2B5EF4-FFF2-40B4-BE49-F238E27FC236}">
                    <a16:creationId xmlns:a16="http://schemas.microsoft.com/office/drawing/2014/main" id="{CC870698-701A-2242-78AE-B6CBE951C53A}"/>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Graphics</a:t>
                </a:r>
              </a:p>
            </p:txBody>
          </p:sp>
          <p:pic>
            <p:nvPicPr>
              <p:cNvPr id="131" name="Graphic 130">
                <a:extLst>
                  <a:ext uri="{FF2B5EF4-FFF2-40B4-BE49-F238E27FC236}">
                    <a16:creationId xmlns:a16="http://schemas.microsoft.com/office/drawing/2014/main" id="{27F479C9-EBF7-C89C-EBDD-699C93B9299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132" name="TextBox 131">
                <a:extLst>
                  <a:ext uri="{FF2B5EF4-FFF2-40B4-BE49-F238E27FC236}">
                    <a16:creationId xmlns:a16="http://schemas.microsoft.com/office/drawing/2014/main" id="{A8B38676-38BD-C97A-3E60-811AD05F329A}"/>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icon.</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133" name="Picture 132">
                <a:extLst>
                  <a:ext uri="{FF2B5EF4-FFF2-40B4-BE49-F238E27FC236}">
                    <a16:creationId xmlns:a16="http://schemas.microsoft.com/office/drawing/2014/main" id="{52C3F74E-3500-E869-070E-EB7D7CFFDD4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4" name="TextBox 133">
                <a:extLst>
                  <a:ext uri="{FF2B5EF4-FFF2-40B4-BE49-F238E27FC236}">
                    <a16:creationId xmlns:a16="http://schemas.microsoft.com/office/drawing/2014/main" id="{FD2E6A13-5E3C-A37E-FF9D-6CC65A1A8599}"/>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54" name="Group 53">
              <a:extLst>
                <a:ext uri="{FF2B5EF4-FFF2-40B4-BE49-F238E27FC236}">
                  <a16:creationId xmlns:a16="http://schemas.microsoft.com/office/drawing/2014/main" id="{C17097D5-36D6-39B2-EA5B-55509107C41A}"/>
                </a:ext>
              </a:extLst>
            </p:cNvPr>
            <p:cNvGrpSpPr/>
            <p:nvPr userDrawn="1"/>
          </p:nvGrpSpPr>
          <p:grpSpPr>
            <a:xfrm>
              <a:off x="12429548" y="4543123"/>
              <a:ext cx="2735151" cy="2200108"/>
              <a:chOff x="9538241" y="5155416"/>
              <a:chExt cx="2735151" cy="2200108"/>
            </a:xfrm>
          </p:grpSpPr>
          <p:sp>
            <p:nvSpPr>
              <p:cNvPr id="55" name="Rectangle 54">
                <a:extLst>
                  <a:ext uri="{FF2B5EF4-FFF2-40B4-BE49-F238E27FC236}">
                    <a16:creationId xmlns:a16="http://schemas.microsoft.com/office/drawing/2014/main" id="{3834CD4C-1311-915F-D846-C8EF6D502AC7}"/>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56" name="TextBox 55">
                <a:extLst>
                  <a:ext uri="{FF2B5EF4-FFF2-40B4-BE49-F238E27FC236}">
                    <a16:creationId xmlns:a16="http://schemas.microsoft.com/office/drawing/2014/main" id="{26D4593E-4325-4054-E8E0-2C4565BC080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Icons</a:t>
                </a:r>
              </a:p>
            </p:txBody>
          </p:sp>
          <p:pic>
            <p:nvPicPr>
              <p:cNvPr id="57" name="Graphic 56">
                <a:extLst>
                  <a:ext uri="{FF2B5EF4-FFF2-40B4-BE49-F238E27FC236}">
                    <a16:creationId xmlns:a16="http://schemas.microsoft.com/office/drawing/2014/main" id="{AB5C6E66-2D1C-CA85-B320-68D3759A116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8" name="TextBox 57">
                <a:extLst>
                  <a:ext uri="{FF2B5EF4-FFF2-40B4-BE49-F238E27FC236}">
                    <a16:creationId xmlns:a16="http://schemas.microsoft.com/office/drawing/2014/main" id="{59524F0B-C3FC-E96B-9EF5-AD8583AA42A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icon and select “Change Picture”</a:t>
                </a:r>
              </a:p>
            </p:txBody>
          </p:sp>
          <p:sp>
            <p:nvSpPr>
              <p:cNvPr id="59" name="TextBox 58">
                <a:extLst>
                  <a:ext uri="{FF2B5EF4-FFF2-40B4-BE49-F238E27FC236}">
                    <a16:creationId xmlns:a16="http://schemas.microsoft.com/office/drawing/2014/main" id="{BE622394-901B-B821-BDE6-422E33014D2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60" name="TextBox 59">
                <a:extLst>
                  <a:ext uri="{FF2B5EF4-FFF2-40B4-BE49-F238E27FC236}">
                    <a16:creationId xmlns:a16="http://schemas.microsoft.com/office/drawing/2014/main" id="{7AD17B2F-A0CC-7E95-D315-F28D5BBC0E3A}"/>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61" name="TextBox 60">
                <a:extLst>
                  <a:ext uri="{FF2B5EF4-FFF2-40B4-BE49-F238E27FC236}">
                    <a16:creationId xmlns:a16="http://schemas.microsoft.com/office/drawing/2014/main" id="{D9245573-D378-F3B6-9D43-7A0AC9D3F67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icon as normal.</a:t>
                </a:r>
              </a:p>
            </p:txBody>
          </p:sp>
          <p:cxnSp>
            <p:nvCxnSpPr>
              <p:cNvPr id="62" name="Straight Connector 61">
                <a:extLst>
                  <a:ext uri="{FF2B5EF4-FFF2-40B4-BE49-F238E27FC236}">
                    <a16:creationId xmlns:a16="http://schemas.microsoft.com/office/drawing/2014/main" id="{DF948D1D-C3E1-EF3A-5CFF-FC5BD4F401D2}"/>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D6D6806E-4824-9CA0-7A29-8C9379EA11A7}"/>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Tree>
    <p:extLst>
      <p:ext uri="{BB962C8B-B14F-4D97-AF65-F5344CB8AC3E}">
        <p14:creationId xmlns:p14="http://schemas.microsoft.com/office/powerpoint/2010/main" val="2363432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Quote_Black">
    <p:bg>
      <p:bgRef idx="1001">
        <a:schemeClr val="bg1"/>
      </p:bgRef>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lang="en-US" sz="2800" kern="1200" spc="-50" baseline="0">
                <a:solidFill>
                  <a:schemeClr val="tx2"/>
                </a:solidFill>
                <a:latin typeface="+mj-lt"/>
                <a:ea typeface="+mn-ea"/>
                <a:cs typeface="+mn-cs"/>
              </a:defRPr>
            </a:lvl1pPr>
          </a:lstStyle>
          <a:p>
            <a:pPr marL="0" lvl="0" indent="0" algn="ctr" defTabSz="914400" rtl="0" eaLnBrk="1" latinLnBrk="0" hangingPunct="1">
              <a:lnSpc>
                <a:spcPct val="95000"/>
              </a:lnSpc>
              <a:spcBef>
                <a:spcPts val="900"/>
              </a:spcBef>
              <a:spcAft>
                <a:spcPts val="300"/>
              </a:spcAft>
              <a:buClrTx/>
              <a:buFont typeface="Arial" panose="020B0604020202020204" pitchFamily="34" charset="0"/>
              <a:buNone/>
            </a:pPr>
            <a:r>
              <a:rPr lang="en-US"/>
              <a:t>Quote attribution</a:t>
            </a:r>
          </a:p>
        </p:txBody>
      </p:sp>
      <p:sp>
        <p:nvSpPr>
          <p:cNvPr id="4" name="Footer Placeholder 129">
            <a:extLst>
              <a:ext uri="{FF2B5EF4-FFF2-40B4-BE49-F238E27FC236}">
                <a16:creationId xmlns:a16="http://schemas.microsoft.com/office/drawing/2014/main" id="{617E79DC-602E-6FE0-3635-18254AB652A2}"/>
              </a:ext>
            </a:extLst>
          </p:cNvPr>
          <p:cNvSpPr>
            <a:spLocks noGrp="1"/>
          </p:cNvSpPr>
          <p:nvPr>
            <p:ph type="ftr" sz="quarter" idx="22"/>
          </p:nvPr>
        </p:nvSpPr>
        <p:spPr>
          <a:xfrm>
            <a:off x="531812" y="6396926"/>
            <a:ext cx="10512425" cy="118174"/>
          </a:xfrm>
        </p:spPr>
        <p:txBody>
          <a:bodyPr/>
          <a:lstStyle>
            <a:lvl1pPr>
              <a:defRPr>
                <a:solidFill>
                  <a:schemeClr val="accent6">
                    <a:lumMod val="90000"/>
                  </a:schemeClr>
                </a:solidFill>
              </a:defRPr>
            </a:lvl1pPr>
          </a:lstStyle>
          <a:p>
            <a:endParaRPr lang="en-CA"/>
          </a:p>
        </p:txBody>
      </p:sp>
      <p:sp>
        <p:nvSpPr>
          <p:cNvPr id="6" name="TextBox 5">
            <a:extLst>
              <a:ext uri="{FF2B5EF4-FFF2-40B4-BE49-F238E27FC236}">
                <a16:creationId xmlns:a16="http://schemas.microsoft.com/office/drawing/2014/main" id="{84739A76-C8B6-CADD-ACBA-17389E4E17CB}"/>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Tree>
    <p:extLst>
      <p:ext uri="{BB962C8B-B14F-4D97-AF65-F5344CB8AC3E}">
        <p14:creationId xmlns:p14="http://schemas.microsoft.com/office/powerpoint/2010/main" val="32244038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Content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2A7B7-7C67-00A2-4D04-4DC5AFBFB433}"/>
              </a:ext>
            </a:extLst>
          </p:cNvPr>
          <p:cNvSpPr>
            <a:spLocks noGrp="1"/>
          </p:cNvSpPr>
          <p:nvPr>
            <p:ph type="title" hasCustomPrompt="1"/>
          </p:nvPr>
        </p:nvSpPr>
        <p:spPr/>
        <p:txBody>
          <a:bodyPr/>
          <a:lstStyle/>
          <a:p>
            <a:r>
              <a:rPr lang="en-US"/>
              <a:t>Title + Content layout</a:t>
            </a:r>
            <a:br>
              <a:rPr lang="en-US"/>
            </a:br>
            <a:r>
              <a:rPr lang="en-US"/>
              <a:t>Title 2 lines maximum</a:t>
            </a:r>
            <a:endParaRPr lang="en-CA"/>
          </a:p>
        </p:txBody>
      </p:sp>
      <p:sp>
        <p:nvSpPr>
          <p:cNvPr id="6" name="Text Placeholder 3">
            <a:extLst>
              <a:ext uri="{FF2B5EF4-FFF2-40B4-BE49-F238E27FC236}">
                <a16:creationId xmlns:a16="http://schemas.microsoft.com/office/drawing/2014/main" id="{48787576-727E-0D7E-9B9E-4C6C5BCD08C7}"/>
              </a:ext>
            </a:extLst>
          </p:cNvPr>
          <p:cNvSpPr>
            <a:spLocks noGrp="1"/>
          </p:cNvSpPr>
          <p:nvPr>
            <p:ph idx="1" hasCustomPrompt="1"/>
          </p:nvPr>
        </p:nvSpPr>
        <p:spPr>
          <a:xfrm>
            <a:off x="515938" y="1493520"/>
            <a:ext cx="11160126" cy="4672330"/>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Tree>
    <p:extLst>
      <p:ext uri="{BB962C8B-B14F-4D97-AF65-F5344CB8AC3E}">
        <p14:creationId xmlns:p14="http://schemas.microsoft.com/office/powerpoint/2010/main" val="1837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50/50 Title+Content_Black">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tx1"/>
                </a:solidFill>
              </a:defRPr>
            </a:lvl1pPr>
          </a:lstStyle>
          <a:p>
            <a:r>
              <a:rPr lang="en-US" dirty="0"/>
              <a:t>50/50 Title + Content</a:t>
            </a:r>
            <a:br>
              <a:rPr lang="en-US" dirty="0"/>
            </a:br>
            <a:r>
              <a:rPr lang="en-US" dirty="0"/>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a:defRPr>
                <a:solidFill>
                  <a:schemeClr val="tx1"/>
                </a:solidFill>
              </a:defRPr>
            </a:lvl1pPr>
          </a:lstStyle>
          <a:p>
            <a:endParaRPr lang="en-CA" dirty="0"/>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dirty="0" err="1"/>
              <a:t>Subheader</a:t>
            </a:r>
            <a:endParaRPr lang="en-US" dirty="0"/>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dirty="0">
              <a:solidFill>
                <a:schemeClr val="tx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dirty="0">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dirty="0"/>
              <a:t>50/50 Title + Content</a:t>
            </a:r>
            <a:br>
              <a:rPr lang="en-US" dirty="0"/>
            </a:br>
            <a:r>
              <a:rPr lang="en-US" dirty="0"/>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dirty="0" err="1"/>
              <a:t>Subheader</a:t>
            </a:r>
            <a:endParaRPr lang="en-US" dirty="0"/>
          </a:p>
        </p:txBody>
      </p:sp>
    </p:spTree>
    <p:extLst>
      <p:ext uri="{BB962C8B-B14F-4D97-AF65-F5344CB8AC3E}">
        <p14:creationId xmlns:p14="http://schemas.microsoft.com/office/powerpoint/2010/main" val="39773051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1 Title+Content_Black">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tx1"/>
                </a:solidFill>
              </a:defRPr>
            </a:lvl1pPr>
          </a:lstStyle>
          <a:p>
            <a:r>
              <a:rPr lang="en-US" dirty="0"/>
              <a:t>2/1 Title + Content</a:t>
            </a:r>
            <a:br>
              <a:rPr lang="en-US" dirty="0"/>
            </a:br>
            <a:r>
              <a:rPr lang="en-US" dirty="0"/>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a:defRPr>
                <a:solidFill>
                  <a:schemeClr val="tx1"/>
                </a:solidFill>
              </a:defRPr>
            </a:lvl1pPr>
          </a:lstStyle>
          <a:p>
            <a:endParaRPr lang="en-CA" dirty="0"/>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dirty="0" err="1"/>
              <a:t>Subheader</a:t>
            </a:r>
            <a:endParaRPr lang="en-US" dirty="0"/>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dirty="0">
              <a:solidFill>
                <a:schemeClr val="tx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dirty="0">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dirty="0"/>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dirty="0" err="1"/>
              <a:t>Subheader</a:t>
            </a:r>
            <a:endParaRPr lang="en-US" dirty="0"/>
          </a:p>
        </p:txBody>
      </p:sp>
    </p:spTree>
    <p:extLst>
      <p:ext uri="{BB962C8B-B14F-4D97-AF65-F5344CB8AC3E}">
        <p14:creationId xmlns:p14="http://schemas.microsoft.com/office/powerpoint/2010/main" val="38966723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_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Tree>
    <p:extLst>
      <p:ext uri="{BB962C8B-B14F-4D97-AF65-F5344CB8AC3E}">
        <p14:creationId xmlns:p14="http://schemas.microsoft.com/office/powerpoint/2010/main" val="3935032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Photo+Content_Grey">
    <p:bg>
      <p:bgPr>
        <a:solidFill>
          <a:srgbClr val="EFF1F5"/>
        </a:solidFill>
        <a:effectLst/>
      </p:bgPr>
    </p:bg>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1EF4F402-80EC-EAD4-D6B0-92C2479FFEFA}"/>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8" name="Title 13">
            <a:extLst>
              <a:ext uri="{FF2B5EF4-FFF2-40B4-BE49-F238E27FC236}">
                <a16:creationId xmlns:a16="http://schemas.microsoft.com/office/drawing/2014/main" id="{916C630D-BED9-DA86-9AE9-767BC6DB8DF6}"/>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accent1"/>
                </a:solidFill>
                <a:latin typeface="+mj-lt"/>
                <a:ea typeface="+mj-ea"/>
                <a:cs typeface="+mj-cs"/>
              </a:defRPr>
            </a:lvl1pPr>
          </a:lstStyle>
          <a:p>
            <a:r>
              <a:rPr lang="en-US"/>
              <a:t>2:1 Content &amp; Photo layout </a:t>
            </a:r>
            <a:br>
              <a:rPr lang="en-US"/>
            </a:br>
            <a:r>
              <a:rPr lang="en-US"/>
              <a:t>Title 2 lines maximum</a:t>
            </a:r>
          </a:p>
        </p:txBody>
      </p:sp>
      <p:sp>
        <p:nvSpPr>
          <p:cNvPr id="9" name="Text Placeholder 16">
            <a:extLst>
              <a:ext uri="{FF2B5EF4-FFF2-40B4-BE49-F238E27FC236}">
                <a16:creationId xmlns:a16="http://schemas.microsoft.com/office/drawing/2014/main" id="{8F93D30F-F047-B6FD-F8F3-2B0086F8F283}"/>
              </a:ext>
            </a:extLst>
          </p:cNvPr>
          <p:cNvSpPr>
            <a:spLocks noGrp="1"/>
          </p:cNvSpPr>
          <p:nvPr>
            <p:ph type="body" sz="quarter" idx="15" hasCustomPrompt="1"/>
          </p:nvPr>
        </p:nvSpPr>
        <p:spPr>
          <a:xfrm>
            <a:off x="515938" y="3581401"/>
            <a:ext cx="5327650" cy="2584450"/>
          </a:xfrm>
        </p:spPr>
        <p:txBody>
          <a:bodyPr vert="horz" wrap="square" lIns="0" tIns="0" rIns="0" bIns="0" rtlCol="0">
            <a:noAutofit/>
          </a:bodyPr>
          <a:lstStyle>
            <a:lvl1pPr marL="0" indent="0">
              <a:lnSpc>
                <a:spcPct val="100000"/>
              </a:lnSpc>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5">
            <a:extLst>
              <a:ext uri="{FF2B5EF4-FFF2-40B4-BE49-F238E27FC236}">
                <a16:creationId xmlns:a16="http://schemas.microsoft.com/office/drawing/2014/main" id="{DA15A8F4-EB1B-C6FB-9726-07ED95F48A6D}"/>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3000">
                <a:solidFill>
                  <a:schemeClr val="accent1"/>
                </a:solidFill>
              </a:defRPr>
            </a:lvl1pPr>
          </a:lstStyle>
          <a:p>
            <a:r>
              <a:rPr lang="en-US"/>
              <a:t>Click the icon to insert photo</a:t>
            </a:r>
          </a:p>
        </p:txBody>
      </p:sp>
      <p:sp>
        <p:nvSpPr>
          <p:cNvPr id="5" name="Footer Placeholder 129">
            <a:extLst>
              <a:ext uri="{FF2B5EF4-FFF2-40B4-BE49-F238E27FC236}">
                <a16:creationId xmlns:a16="http://schemas.microsoft.com/office/drawing/2014/main" id="{01EB59A4-A73C-CCAE-02E1-4786A8DFBEF9}"/>
              </a:ext>
            </a:extLst>
          </p:cNvPr>
          <p:cNvSpPr>
            <a:spLocks noGrp="1"/>
          </p:cNvSpPr>
          <p:nvPr>
            <p:ph type="ftr" sz="quarter" idx="22"/>
          </p:nvPr>
        </p:nvSpPr>
        <p:spPr>
          <a:xfrm>
            <a:off x="515938" y="6396926"/>
            <a:ext cx="6480175" cy="118174"/>
          </a:xfrm>
        </p:spPr>
        <p:txBody>
          <a:bodyPr/>
          <a:lstStyle>
            <a:lvl1pPr>
              <a:defRPr>
                <a:solidFill>
                  <a:schemeClr val="accent6">
                    <a:lumMod val="50000"/>
                  </a:schemeClr>
                </a:solidFill>
              </a:defRPr>
            </a:lvl1pPr>
          </a:lstStyle>
          <a:p>
            <a:endParaRPr lang="en-CA"/>
          </a:p>
        </p:txBody>
      </p:sp>
      <p:grpSp>
        <p:nvGrpSpPr>
          <p:cNvPr id="61" name="Group 60">
            <a:extLst>
              <a:ext uri="{FF2B5EF4-FFF2-40B4-BE49-F238E27FC236}">
                <a16:creationId xmlns:a16="http://schemas.microsoft.com/office/drawing/2014/main" id="{A59941B7-9A25-7010-6F36-00C29BC4C7FB}"/>
              </a:ext>
            </a:extLst>
          </p:cNvPr>
          <p:cNvGrpSpPr/>
          <p:nvPr userDrawn="1"/>
        </p:nvGrpSpPr>
        <p:grpSpPr>
          <a:xfrm>
            <a:off x="12290489" y="-1"/>
            <a:ext cx="2910882" cy="6858001"/>
            <a:chOff x="12290489" y="-1"/>
            <a:chExt cx="2910882" cy="6858001"/>
          </a:xfrm>
        </p:grpSpPr>
        <p:sp>
          <p:nvSpPr>
            <p:cNvPr id="62" name="Rectangle 61">
              <a:extLst>
                <a:ext uri="{FF2B5EF4-FFF2-40B4-BE49-F238E27FC236}">
                  <a16:creationId xmlns:a16="http://schemas.microsoft.com/office/drawing/2014/main" id="{A6DF8A14-6328-8070-21E3-899DC89E1486}"/>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63" name="TextBox 62">
              <a:extLst>
                <a:ext uri="{FF2B5EF4-FFF2-40B4-BE49-F238E27FC236}">
                  <a16:creationId xmlns:a16="http://schemas.microsoft.com/office/drawing/2014/main" id="{8E7B8941-4100-72EE-4072-7ECAE54DE16B}"/>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IMAGE</a:t>
              </a:r>
            </a:p>
          </p:txBody>
        </p:sp>
        <p:cxnSp>
          <p:nvCxnSpPr>
            <p:cNvPr id="64" name="Straight Connector 63">
              <a:extLst>
                <a:ext uri="{FF2B5EF4-FFF2-40B4-BE49-F238E27FC236}">
                  <a16:creationId xmlns:a16="http://schemas.microsoft.com/office/drawing/2014/main" id="{14B5E4A1-C159-60E1-C73F-985F6C4B55D0}"/>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65" name="TextBox 64">
              <a:extLst>
                <a:ext uri="{FF2B5EF4-FFF2-40B4-BE49-F238E27FC236}">
                  <a16:creationId xmlns:a16="http://schemas.microsoft.com/office/drawing/2014/main" id="{A2A14F74-9426-084C-D598-93A32AA4A42E}"/>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image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66" name="TextBox 65">
              <a:extLst>
                <a:ext uri="{FF2B5EF4-FFF2-40B4-BE49-F238E27FC236}">
                  <a16:creationId xmlns:a16="http://schemas.microsoft.com/office/drawing/2014/main" id="{7774B1FD-3A42-89B4-CE15-FEF60FD715E2}"/>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67" name="TextBox 66">
              <a:extLst>
                <a:ext uri="{FF2B5EF4-FFF2-40B4-BE49-F238E27FC236}">
                  <a16:creationId xmlns:a16="http://schemas.microsoft.com/office/drawing/2014/main" id="{66E06FEF-76B6-96BB-EFF3-5A58DB545384}"/>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68" name="TextBox 67">
              <a:extLst>
                <a:ext uri="{FF2B5EF4-FFF2-40B4-BE49-F238E27FC236}">
                  <a16:creationId xmlns:a16="http://schemas.microsoft.com/office/drawing/2014/main" id="{665E6D2D-A823-E8EA-76CE-20F2854A9DDE}"/>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images from the </a:t>
              </a: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Brand Portal</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image to the placeholder.</a:t>
              </a:r>
            </a:p>
          </p:txBody>
        </p:sp>
        <p:sp>
          <p:nvSpPr>
            <p:cNvPr id="69" name="TextBox 68">
              <a:extLst>
                <a:ext uri="{FF2B5EF4-FFF2-40B4-BE49-F238E27FC236}">
                  <a16:creationId xmlns:a16="http://schemas.microsoft.com/office/drawing/2014/main" id="{A7378AF1-B2C0-2306-0CDD-E3EFD845B69F}"/>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image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image.</a:t>
              </a:r>
            </a:p>
          </p:txBody>
        </p:sp>
        <p:sp>
          <p:nvSpPr>
            <p:cNvPr id="70" name="TextBox 69">
              <a:extLst>
                <a:ext uri="{FF2B5EF4-FFF2-40B4-BE49-F238E27FC236}">
                  <a16:creationId xmlns:a16="http://schemas.microsoft.com/office/drawing/2014/main" id="{18618AE4-6077-F70C-8FA8-828AC67E11D8}"/>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image.</a:t>
              </a:r>
            </a:p>
          </p:txBody>
        </p:sp>
        <p:grpSp>
          <p:nvGrpSpPr>
            <p:cNvPr id="71" name="Group 70">
              <a:extLst>
                <a:ext uri="{FF2B5EF4-FFF2-40B4-BE49-F238E27FC236}">
                  <a16:creationId xmlns:a16="http://schemas.microsoft.com/office/drawing/2014/main" id="{4573C732-F749-0118-BF2C-4792F4D490B7}"/>
                </a:ext>
              </a:extLst>
            </p:cNvPr>
            <p:cNvGrpSpPr/>
            <p:nvPr userDrawn="1"/>
          </p:nvGrpSpPr>
          <p:grpSpPr>
            <a:xfrm>
              <a:off x="12429548" y="3236396"/>
              <a:ext cx="2735151" cy="1280928"/>
              <a:chOff x="9286315" y="6976989"/>
              <a:chExt cx="2735151" cy="1280928"/>
            </a:xfrm>
          </p:grpSpPr>
          <p:sp>
            <p:nvSpPr>
              <p:cNvPr id="82" name="Rectangle 81">
                <a:extLst>
                  <a:ext uri="{FF2B5EF4-FFF2-40B4-BE49-F238E27FC236}">
                    <a16:creationId xmlns:a16="http://schemas.microsoft.com/office/drawing/2014/main" id="{992F07AB-0591-D65B-CE2B-9211787E1E62}"/>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3" name="TextBox 82">
                <a:extLst>
                  <a:ext uri="{FF2B5EF4-FFF2-40B4-BE49-F238E27FC236}">
                    <a16:creationId xmlns:a16="http://schemas.microsoft.com/office/drawing/2014/main" id="{8055E4CF-B7B4-80D8-847D-6A509AC2D067}"/>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Images</a:t>
                </a:r>
              </a:p>
            </p:txBody>
          </p:sp>
          <p:pic>
            <p:nvPicPr>
              <p:cNvPr id="84" name="Graphic 83">
                <a:extLst>
                  <a:ext uri="{FF2B5EF4-FFF2-40B4-BE49-F238E27FC236}">
                    <a16:creationId xmlns:a16="http://schemas.microsoft.com/office/drawing/2014/main" id="{6427B8A4-CF3E-8BC4-A2A6-817F3CBE5E9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85" name="TextBox 84">
                <a:extLst>
                  <a:ext uri="{FF2B5EF4-FFF2-40B4-BE49-F238E27FC236}">
                    <a16:creationId xmlns:a16="http://schemas.microsoft.com/office/drawing/2014/main" id="{CFEB389D-E9B3-E556-5B68-8B9D612F06F1}"/>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86" name="Picture 85">
                <a:extLst>
                  <a:ext uri="{FF2B5EF4-FFF2-40B4-BE49-F238E27FC236}">
                    <a16:creationId xmlns:a16="http://schemas.microsoft.com/office/drawing/2014/main" id="{383931E4-AC30-2E7B-EE7B-CCE1ACE2C840}"/>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87" name="TextBox 86">
                <a:extLst>
                  <a:ext uri="{FF2B5EF4-FFF2-40B4-BE49-F238E27FC236}">
                    <a16:creationId xmlns:a16="http://schemas.microsoft.com/office/drawing/2014/main" id="{B60EE4F6-BFA1-F0E4-C8F9-7A11C0BFC778}"/>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72" name="Group 71">
              <a:extLst>
                <a:ext uri="{FF2B5EF4-FFF2-40B4-BE49-F238E27FC236}">
                  <a16:creationId xmlns:a16="http://schemas.microsoft.com/office/drawing/2014/main" id="{8973E7F2-096B-F584-0C2B-38E125F82AE0}"/>
                </a:ext>
              </a:extLst>
            </p:cNvPr>
            <p:cNvGrpSpPr/>
            <p:nvPr userDrawn="1"/>
          </p:nvGrpSpPr>
          <p:grpSpPr>
            <a:xfrm>
              <a:off x="12429548" y="4543123"/>
              <a:ext cx="2735151" cy="2200108"/>
              <a:chOff x="9538241" y="5155416"/>
              <a:chExt cx="2735151" cy="2200108"/>
            </a:xfrm>
          </p:grpSpPr>
          <p:sp>
            <p:nvSpPr>
              <p:cNvPr id="73" name="Rectangle 72">
                <a:extLst>
                  <a:ext uri="{FF2B5EF4-FFF2-40B4-BE49-F238E27FC236}">
                    <a16:creationId xmlns:a16="http://schemas.microsoft.com/office/drawing/2014/main" id="{483492A6-085B-D585-9B00-4A82F8A154A7}"/>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74" name="TextBox 73">
                <a:extLst>
                  <a:ext uri="{FF2B5EF4-FFF2-40B4-BE49-F238E27FC236}">
                    <a16:creationId xmlns:a16="http://schemas.microsoft.com/office/drawing/2014/main" id="{87EA4D68-04CD-A0BD-2A43-1BAC1699E386}"/>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Images</a:t>
                </a:r>
              </a:p>
            </p:txBody>
          </p:sp>
          <p:pic>
            <p:nvPicPr>
              <p:cNvPr id="75" name="Graphic 74">
                <a:extLst>
                  <a:ext uri="{FF2B5EF4-FFF2-40B4-BE49-F238E27FC236}">
                    <a16:creationId xmlns:a16="http://schemas.microsoft.com/office/drawing/2014/main" id="{3D97F3FA-9588-81CC-17B0-E238C6AE80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76" name="TextBox 75">
                <a:extLst>
                  <a:ext uri="{FF2B5EF4-FFF2-40B4-BE49-F238E27FC236}">
                    <a16:creationId xmlns:a16="http://schemas.microsoft.com/office/drawing/2014/main" id="{71DB119D-04B9-4B60-0E90-348E5F3256CB}"/>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image and select “Change Picture”</a:t>
                </a:r>
              </a:p>
            </p:txBody>
          </p:sp>
          <p:sp>
            <p:nvSpPr>
              <p:cNvPr id="77" name="TextBox 76">
                <a:extLst>
                  <a:ext uri="{FF2B5EF4-FFF2-40B4-BE49-F238E27FC236}">
                    <a16:creationId xmlns:a16="http://schemas.microsoft.com/office/drawing/2014/main" id="{F049DA30-CE07-E88B-4902-ACEF95E70383}"/>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78" name="TextBox 77">
                <a:extLst>
                  <a:ext uri="{FF2B5EF4-FFF2-40B4-BE49-F238E27FC236}">
                    <a16:creationId xmlns:a16="http://schemas.microsoft.com/office/drawing/2014/main" id="{DA0460A0-BAD5-F300-9F6D-CFCD4FD946B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image to reset the photo placeholder functionality.</a:t>
                </a:r>
              </a:p>
            </p:txBody>
          </p:sp>
          <p:sp>
            <p:nvSpPr>
              <p:cNvPr id="79" name="TextBox 78">
                <a:extLst>
                  <a:ext uri="{FF2B5EF4-FFF2-40B4-BE49-F238E27FC236}">
                    <a16:creationId xmlns:a16="http://schemas.microsoft.com/office/drawing/2014/main" id="{9A9650E1-F476-16DA-8544-3F473A4A4725}"/>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image as normal.</a:t>
                </a:r>
              </a:p>
            </p:txBody>
          </p:sp>
          <p:cxnSp>
            <p:nvCxnSpPr>
              <p:cNvPr id="80" name="Straight Connector 79">
                <a:extLst>
                  <a:ext uri="{FF2B5EF4-FFF2-40B4-BE49-F238E27FC236}">
                    <a16:creationId xmlns:a16="http://schemas.microsoft.com/office/drawing/2014/main" id="{E7E5573C-C940-F0AF-C4F6-471BF0BE7D89}"/>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81" name="TextBox 80">
                <a:extLst>
                  <a:ext uri="{FF2B5EF4-FFF2-40B4-BE49-F238E27FC236}">
                    <a16:creationId xmlns:a16="http://schemas.microsoft.com/office/drawing/2014/main" id="{D6C36603-978F-A15B-2F24-ABFAAED7D7B6}"/>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Tree>
    <p:extLst>
      <p:ext uri="{BB962C8B-B14F-4D97-AF65-F5344CB8AC3E}">
        <p14:creationId xmlns:p14="http://schemas.microsoft.com/office/powerpoint/2010/main" val="38071087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p15:clr>
            <a:srgbClr val="FBAE40"/>
          </p15:clr>
        </p15:guide>
        <p15:guide id="6" orient="horz" pos="1502">
          <p15:clr>
            <a:srgbClr val="FBAE40"/>
          </p15:clr>
        </p15:guide>
        <p15:guide id="7" orient="horz" pos="2432">
          <p15:clr>
            <a:srgbClr val="FBAE40"/>
          </p15:clr>
        </p15:guide>
        <p15:guide id="10" pos="368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4Contents_Third Grey">
    <p:bg>
      <p:bgPr>
        <a:solidFill>
          <a:srgbClr val="EFF1F5"/>
        </a:solidFill>
        <a:effectLst/>
      </p:bgPr>
    </p:bg>
    <p:spTree>
      <p:nvGrpSpPr>
        <p:cNvPr id="1" name=""/>
        <p:cNvGrpSpPr/>
        <p:nvPr/>
      </p:nvGrpSpPr>
      <p:grpSpPr>
        <a:xfrm>
          <a:off x="0" y="0"/>
          <a:ext cx="0" cy="0"/>
          <a:chOff x="0" y="0"/>
          <a:chExt cx="0" cy="0"/>
        </a:xfrm>
      </p:grpSpPr>
      <p:sp>
        <p:nvSpPr>
          <p:cNvPr id="9" name="Title 120">
            <a:extLst>
              <a:ext uri="{FF2B5EF4-FFF2-40B4-BE49-F238E27FC236}">
                <a16:creationId xmlns:a16="http://schemas.microsoft.com/office/drawing/2014/main" id="{7A1F75E5-8E3D-DF45-926F-E6E5FD4D70FC}"/>
              </a:ext>
            </a:extLst>
          </p:cNvPr>
          <p:cNvSpPr>
            <a:spLocks noGrp="1"/>
          </p:cNvSpPr>
          <p:nvPr>
            <p:ph type="title" hasCustomPrompt="1"/>
          </p:nvPr>
        </p:nvSpPr>
        <p:spPr>
          <a:xfrm>
            <a:off x="515937" y="2795081"/>
            <a:ext cx="3556800" cy="1294408"/>
          </a:xfrm>
        </p:spPr>
        <p:txBody>
          <a:bodyPr anchor="ctr"/>
          <a:lstStyle>
            <a:lvl1pPr algn="l" defTabSz="914400" rtl="0" eaLnBrk="1" latinLnBrk="0" hangingPunct="1">
              <a:lnSpc>
                <a:spcPct val="85000"/>
              </a:lnSpc>
              <a:spcBef>
                <a:spcPct val="0"/>
              </a:spcBef>
              <a:buNone/>
              <a:defRPr lang="en-US" sz="2800" kern="2000" spc="-50" baseline="0" dirty="0">
                <a:solidFill>
                  <a:schemeClr val="accent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6" name="Picture Placeholder 2">
            <a:extLst>
              <a:ext uri="{FF2B5EF4-FFF2-40B4-BE49-F238E27FC236}">
                <a16:creationId xmlns:a16="http://schemas.microsoft.com/office/drawing/2014/main" id="{803614D6-B3A1-6731-7DA2-2F082C0110CD}"/>
              </a:ext>
            </a:extLst>
          </p:cNvPr>
          <p:cNvSpPr>
            <a:spLocks noGrp="1"/>
          </p:cNvSpPr>
          <p:nvPr>
            <p:ph type="pic" sz="quarter" idx="24" hasCustomPrompt="1"/>
          </p:nvPr>
        </p:nvSpPr>
        <p:spPr>
          <a:xfrm>
            <a:off x="4629921" y="677141"/>
            <a:ext cx="759113" cy="759113"/>
          </a:xfrm>
        </p:spPr>
        <p:txBody>
          <a:bodyPr lIns="144000"/>
          <a:lstStyle>
            <a:lvl1pPr marL="0" indent="0">
              <a:buNone/>
              <a:defRPr sz="140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C38DCFD6-5A0E-E9F5-0958-4B8735F209AC}"/>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158234DD-C86A-C0A3-F309-C819BEF18C2A}"/>
              </a:ext>
            </a:extLst>
          </p:cNvPr>
          <p:cNvSpPr>
            <a:spLocks noGrp="1"/>
          </p:cNvSpPr>
          <p:nvPr>
            <p:ph type="pic" sz="quarter" idx="25" hasCustomPrompt="1"/>
          </p:nvPr>
        </p:nvSpPr>
        <p:spPr>
          <a:xfrm>
            <a:off x="4629921" y="2124716"/>
            <a:ext cx="759113" cy="759113"/>
          </a:xfrm>
        </p:spPr>
        <p:txBody>
          <a:bodyPr lIns="144000"/>
          <a:lstStyle>
            <a:lvl1pPr marL="0" indent="0">
              <a:buNone/>
              <a:defRPr sz="140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6" name="Text Placeholder 16">
            <a:extLst>
              <a:ext uri="{FF2B5EF4-FFF2-40B4-BE49-F238E27FC236}">
                <a16:creationId xmlns:a16="http://schemas.microsoft.com/office/drawing/2014/main" id="{752D1B24-3191-2FDC-5F67-93401195900D}"/>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Picture Placeholder 2">
            <a:extLst>
              <a:ext uri="{FF2B5EF4-FFF2-40B4-BE49-F238E27FC236}">
                <a16:creationId xmlns:a16="http://schemas.microsoft.com/office/drawing/2014/main" id="{F5047FAA-2D67-8C54-D972-5689E483F426}"/>
              </a:ext>
            </a:extLst>
          </p:cNvPr>
          <p:cNvSpPr>
            <a:spLocks noGrp="1"/>
          </p:cNvSpPr>
          <p:nvPr>
            <p:ph type="pic" sz="quarter" idx="26" hasCustomPrompt="1"/>
          </p:nvPr>
        </p:nvSpPr>
        <p:spPr>
          <a:xfrm>
            <a:off x="4629921" y="3572291"/>
            <a:ext cx="759113" cy="759113"/>
          </a:xfrm>
        </p:spPr>
        <p:txBody>
          <a:bodyPr lIns="144000"/>
          <a:lstStyle>
            <a:lvl1pPr marL="0" indent="0">
              <a:buNone/>
              <a:defRPr sz="140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7" name="Text Placeholder 16">
            <a:extLst>
              <a:ext uri="{FF2B5EF4-FFF2-40B4-BE49-F238E27FC236}">
                <a16:creationId xmlns:a16="http://schemas.microsoft.com/office/drawing/2014/main" id="{DBD55430-B9A6-6E76-5A88-93B8CBAFCF32}"/>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9" name="Picture Placeholder 2">
            <a:extLst>
              <a:ext uri="{FF2B5EF4-FFF2-40B4-BE49-F238E27FC236}">
                <a16:creationId xmlns:a16="http://schemas.microsoft.com/office/drawing/2014/main" id="{155B8295-23B1-4FAB-6989-040F56EEACDD}"/>
              </a:ext>
            </a:extLst>
          </p:cNvPr>
          <p:cNvSpPr>
            <a:spLocks noGrp="1"/>
          </p:cNvSpPr>
          <p:nvPr>
            <p:ph type="pic" sz="quarter" idx="27" hasCustomPrompt="1"/>
          </p:nvPr>
        </p:nvSpPr>
        <p:spPr>
          <a:xfrm>
            <a:off x="4629921" y="5019866"/>
            <a:ext cx="759113" cy="759113"/>
          </a:xfrm>
        </p:spPr>
        <p:txBody>
          <a:bodyPr lIns="144000"/>
          <a:lstStyle>
            <a:lvl1pPr marL="0" indent="0">
              <a:buNone/>
              <a:defRPr sz="140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8" name="Text Placeholder 16">
            <a:extLst>
              <a:ext uri="{FF2B5EF4-FFF2-40B4-BE49-F238E27FC236}">
                <a16:creationId xmlns:a16="http://schemas.microsoft.com/office/drawing/2014/main" id="{A305BFC7-1DCB-DA0D-B9D5-073230BAC218}"/>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TextBox 14">
            <a:extLst>
              <a:ext uri="{FF2B5EF4-FFF2-40B4-BE49-F238E27FC236}">
                <a16:creationId xmlns:a16="http://schemas.microsoft.com/office/drawing/2014/main" id="{DA40CD1A-60BD-05D8-7970-B07C826C1D8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grpSp>
        <p:nvGrpSpPr>
          <p:cNvPr id="40" name="Group 39">
            <a:extLst>
              <a:ext uri="{FF2B5EF4-FFF2-40B4-BE49-F238E27FC236}">
                <a16:creationId xmlns:a16="http://schemas.microsoft.com/office/drawing/2014/main" id="{3DE87ABF-25CF-8431-62CF-3FFD80738F9B}"/>
              </a:ext>
            </a:extLst>
          </p:cNvPr>
          <p:cNvGrpSpPr/>
          <p:nvPr userDrawn="1"/>
        </p:nvGrpSpPr>
        <p:grpSpPr>
          <a:xfrm>
            <a:off x="12290489" y="-1"/>
            <a:ext cx="2910882" cy="6858001"/>
            <a:chOff x="12290489" y="-1"/>
            <a:chExt cx="2910882" cy="6858001"/>
          </a:xfrm>
        </p:grpSpPr>
        <p:sp>
          <p:nvSpPr>
            <p:cNvPr id="41" name="Rectangle 40">
              <a:extLst>
                <a:ext uri="{FF2B5EF4-FFF2-40B4-BE49-F238E27FC236}">
                  <a16:creationId xmlns:a16="http://schemas.microsoft.com/office/drawing/2014/main" id="{6D2679DD-C2E3-4902-3325-4B47DFAAF085}"/>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42" name="TextBox 41">
              <a:extLst>
                <a:ext uri="{FF2B5EF4-FFF2-40B4-BE49-F238E27FC236}">
                  <a16:creationId xmlns:a16="http://schemas.microsoft.com/office/drawing/2014/main" id="{F36F0F7A-971F-2372-FAA5-B802FC235920}"/>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43" name="Straight Connector 42">
              <a:extLst>
                <a:ext uri="{FF2B5EF4-FFF2-40B4-BE49-F238E27FC236}">
                  <a16:creationId xmlns:a16="http://schemas.microsoft.com/office/drawing/2014/main" id="{6B46E843-5A05-34E4-E5DB-E1342EB82EB3}"/>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44" name="TextBox 43">
              <a:extLst>
                <a:ext uri="{FF2B5EF4-FFF2-40B4-BE49-F238E27FC236}">
                  <a16:creationId xmlns:a16="http://schemas.microsoft.com/office/drawing/2014/main" id="{3945920A-9738-E290-8B7A-82079F6DCE71}"/>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45" name="TextBox 44">
              <a:extLst>
                <a:ext uri="{FF2B5EF4-FFF2-40B4-BE49-F238E27FC236}">
                  <a16:creationId xmlns:a16="http://schemas.microsoft.com/office/drawing/2014/main" id="{DC2F4233-2F00-409D-78D8-295A21F3D6E5}"/>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46" name="TextBox 45">
              <a:extLst>
                <a:ext uri="{FF2B5EF4-FFF2-40B4-BE49-F238E27FC236}">
                  <a16:creationId xmlns:a16="http://schemas.microsoft.com/office/drawing/2014/main" id="{14D91F72-F9E2-CBF4-A93F-84553C1D0F34}"/>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47" name="TextBox 46">
              <a:extLst>
                <a:ext uri="{FF2B5EF4-FFF2-40B4-BE49-F238E27FC236}">
                  <a16:creationId xmlns:a16="http://schemas.microsoft.com/office/drawing/2014/main" id="{C659C999-5D52-B5F6-4D40-F6352267822F}"/>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48" name="TextBox 47">
              <a:extLst>
                <a:ext uri="{FF2B5EF4-FFF2-40B4-BE49-F238E27FC236}">
                  <a16:creationId xmlns:a16="http://schemas.microsoft.com/office/drawing/2014/main" id="{B3A82870-1DAE-4B2C-E64F-98E28687F22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49" name="TextBox 48">
              <a:extLst>
                <a:ext uri="{FF2B5EF4-FFF2-40B4-BE49-F238E27FC236}">
                  <a16:creationId xmlns:a16="http://schemas.microsoft.com/office/drawing/2014/main" id="{F364D98D-C602-1607-7BDC-166242F34C21}"/>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50" name="Group 49">
              <a:extLst>
                <a:ext uri="{FF2B5EF4-FFF2-40B4-BE49-F238E27FC236}">
                  <a16:creationId xmlns:a16="http://schemas.microsoft.com/office/drawing/2014/main" id="{D7F72C51-C576-6C65-A902-5856DA80F937}"/>
                </a:ext>
              </a:extLst>
            </p:cNvPr>
            <p:cNvGrpSpPr/>
            <p:nvPr userDrawn="1"/>
          </p:nvGrpSpPr>
          <p:grpSpPr>
            <a:xfrm>
              <a:off x="12429548" y="3236396"/>
              <a:ext cx="2735151" cy="1280928"/>
              <a:chOff x="9286315" y="6976989"/>
              <a:chExt cx="2735151" cy="1280928"/>
            </a:xfrm>
          </p:grpSpPr>
          <p:sp>
            <p:nvSpPr>
              <p:cNvPr id="61" name="Rectangle 60">
                <a:extLst>
                  <a:ext uri="{FF2B5EF4-FFF2-40B4-BE49-F238E27FC236}">
                    <a16:creationId xmlns:a16="http://schemas.microsoft.com/office/drawing/2014/main" id="{61E56FEF-DBB6-7894-ACC0-CB6658CB12BB}"/>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62" name="TextBox 61">
                <a:extLst>
                  <a:ext uri="{FF2B5EF4-FFF2-40B4-BE49-F238E27FC236}">
                    <a16:creationId xmlns:a16="http://schemas.microsoft.com/office/drawing/2014/main" id="{38DCE2FA-DCB4-E58F-F5A9-424EE64D7FCD}"/>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63" name="Graphic 62">
                <a:extLst>
                  <a:ext uri="{FF2B5EF4-FFF2-40B4-BE49-F238E27FC236}">
                    <a16:creationId xmlns:a16="http://schemas.microsoft.com/office/drawing/2014/main" id="{DB290D33-CE6C-0057-E0D7-FB551ECBA9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64" name="TextBox 63">
                <a:extLst>
                  <a:ext uri="{FF2B5EF4-FFF2-40B4-BE49-F238E27FC236}">
                    <a16:creationId xmlns:a16="http://schemas.microsoft.com/office/drawing/2014/main" id="{D59EAFAF-83E5-63D0-F9F3-E1AA89450684}"/>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65" name="Picture 64">
                <a:extLst>
                  <a:ext uri="{FF2B5EF4-FFF2-40B4-BE49-F238E27FC236}">
                    <a16:creationId xmlns:a16="http://schemas.microsoft.com/office/drawing/2014/main" id="{B37ACE1F-225F-2DD2-F040-BD75337547F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6" name="TextBox 65">
                <a:extLst>
                  <a:ext uri="{FF2B5EF4-FFF2-40B4-BE49-F238E27FC236}">
                    <a16:creationId xmlns:a16="http://schemas.microsoft.com/office/drawing/2014/main" id="{E5C938B5-65D9-F34A-1EAC-85A88105AC40}"/>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51" name="Group 50">
              <a:extLst>
                <a:ext uri="{FF2B5EF4-FFF2-40B4-BE49-F238E27FC236}">
                  <a16:creationId xmlns:a16="http://schemas.microsoft.com/office/drawing/2014/main" id="{7AE06101-B043-1556-A91B-932DD9FAB5A3}"/>
                </a:ext>
              </a:extLst>
            </p:cNvPr>
            <p:cNvGrpSpPr/>
            <p:nvPr userDrawn="1"/>
          </p:nvGrpSpPr>
          <p:grpSpPr>
            <a:xfrm>
              <a:off x="12429548" y="4543123"/>
              <a:ext cx="2735151" cy="2200108"/>
              <a:chOff x="9538241" y="5155416"/>
              <a:chExt cx="2735151" cy="2200108"/>
            </a:xfrm>
          </p:grpSpPr>
          <p:sp>
            <p:nvSpPr>
              <p:cNvPr id="52" name="Rectangle 51">
                <a:extLst>
                  <a:ext uri="{FF2B5EF4-FFF2-40B4-BE49-F238E27FC236}">
                    <a16:creationId xmlns:a16="http://schemas.microsoft.com/office/drawing/2014/main" id="{94EF8454-9F8C-3428-B289-5265B770D4D6}"/>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53" name="TextBox 52">
                <a:extLst>
                  <a:ext uri="{FF2B5EF4-FFF2-40B4-BE49-F238E27FC236}">
                    <a16:creationId xmlns:a16="http://schemas.microsoft.com/office/drawing/2014/main" id="{D2D732FA-5812-3627-41F5-13EC7BE238A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54" name="Graphic 53">
                <a:extLst>
                  <a:ext uri="{FF2B5EF4-FFF2-40B4-BE49-F238E27FC236}">
                    <a16:creationId xmlns:a16="http://schemas.microsoft.com/office/drawing/2014/main" id="{C48FD4DE-82F7-241F-D7E4-DA147EC73D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55" name="TextBox 54">
                <a:extLst>
                  <a:ext uri="{FF2B5EF4-FFF2-40B4-BE49-F238E27FC236}">
                    <a16:creationId xmlns:a16="http://schemas.microsoft.com/office/drawing/2014/main" id="{493C554B-F2AE-D182-0BD9-5202CCFD883C}"/>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56" name="TextBox 55">
                <a:extLst>
                  <a:ext uri="{FF2B5EF4-FFF2-40B4-BE49-F238E27FC236}">
                    <a16:creationId xmlns:a16="http://schemas.microsoft.com/office/drawing/2014/main" id="{4FB370AD-8DC4-4D79-00B8-8F1C501EA957}"/>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57" name="TextBox 56">
                <a:extLst>
                  <a:ext uri="{FF2B5EF4-FFF2-40B4-BE49-F238E27FC236}">
                    <a16:creationId xmlns:a16="http://schemas.microsoft.com/office/drawing/2014/main" id="{627DAD30-D990-7235-92F0-AE0B7B3A9719}"/>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58" name="TextBox 57">
                <a:extLst>
                  <a:ext uri="{FF2B5EF4-FFF2-40B4-BE49-F238E27FC236}">
                    <a16:creationId xmlns:a16="http://schemas.microsoft.com/office/drawing/2014/main" id="{D5454D59-F452-70F9-9FDB-29E108C417A4}"/>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59" name="Straight Connector 58">
                <a:extLst>
                  <a:ext uri="{FF2B5EF4-FFF2-40B4-BE49-F238E27FC236}">
                    <a16:creationId xmlns:a16="http://schemas.microsoft.com/office/drawing/2014/main" id="{89D4B714-1611-59E8-1759-044BCAC63592}"/>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60" name="TextBox 59">
                <a:extLst>
                  <a:ext uri="{FF2B5EF4-FFF2-40B4-BE49-F238E27FC236}">
                    <a16:creationId xmlns:a16="http://schemas.microsoft.com/office/drawing/2014/main" id="{B50850A9-4ADE-3CB9-AE35-370AB547571D}"/>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2" name="Footer Placeholder 129">
            <a:extLst>
              <a:ext uri="{FF2B5EF4-FFF2-40B4-BE49-F238E27FC236}">
                <a16:creationId xmlns:a16="http://schemas.microsoft.com/office/drawing/2014/main" id="{9EDA61B2-0A7E-5D71-435C-81C7E432E597}"/>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40764015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4" pos="2320">
          <p15:clr>
            <a:srgbClr val="FBAE40"/>
          </p15:clr>
        </p15:guide>
        <p15:guide id="15" pos="209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dirty="0"/>
              <a:t>Two column layout</a:t>
            </a:r>
            <a:br>
              <a:rPr lang="en-US" dirty="0"/>
            </a:br>
            <a:r>
              <a:rPr lang="en-US" dirty="0"/>
              <a:t>Title 2 lines maximum</a:t>
            </a:r>
            <a:endParaRPr lang="en-CA" dirty="0"/>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grpSp>
        <p:nvGrpSpPr>
          <p:cNvPr id="4" name="Group 3">
            <a:extLst>
              <a:ext uri="{FF2B5EF4-FFF2-40B4-BE49-F238E27FC236}">
                <a16:creationId xmlns:a16="http://schemas.microsoft.com/office/drawing/2014/main" id="{E73B40A2-055E-A2B0-BFF2-3F99C06D5A4B}"/>
              </a:ext>
            </a:extLst>
          </p:cNvPr>
          <p:cNvGrpSpPr/>
          <p:nvPr userDrawn="1"/>
        </p:nvGrpSpPr>
        <p:grpSpPr>
          <a:xfrm>
            <a:off x="12290489" y="-1"/>
            <a:ext cx="2910882" cy="6858001"/>
            <a:chOff x="12290489" y="-1"/>
            <a:chExt cx="2910882" cy="6858001"/>
          </a:xfrm>
        </p:grpSpPr>
        <p:sp>
          <p:nvSpPr>
            <p:cNvPr id="5" name="Rectangle 4">
              <a:extLst>
                <a:ext uri="{FF2B5EF4-FFF2-40B4-BE49-F238E27FC236}">
                  <a16:creationId xmlns:a16="http://schemas.microsoft.com/office/drawing/2014/main" id="{EDEE752C-E1A4-F697-78F4-D3A984FA9AFE}"/>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13" name="TextBox 12">
              <a:extLst>
                <a:ext uri="{FF2B5EF4-FFF2-40B4-BE49-F238E27FC236}">
                  <a16:creationId xmlns:a16="http://schemas.microsoft.com/office/drawing/2014/main" id="{D6F854B4-791D-298D-82F6-F1E540D94D4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14" name="Straight Connector 13">
              <a:extLst>
                <a:ext uri="{FF2B5EF4-FFF2-40B4-BE49-F238E27FC236}">
                  <a16:creationId xmlns:a16="http://schemas.microsoft.com/office/drawing/2014/main" id="{267F22F2-E4EE-CEDC-B460-36FA6E7CD5C5}"/>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5" name="TextBox 14">
              <a:extLst>
                <a:ext uri="{FF2B5EF4-FFF2-40B4-BE49-F238E27FC236}">
                  <a16:creationId xmlns:a16="http://schemas.microsoft.com/office/drawing/2014/main" id="{85789A14-1EA0-EF0D-54AF-B13D8339D387}"/>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6" name="TextBox 15">
              <a:extLst>
                <a:ext uri="{FF2B5EF4-FFF2-40B4-BE49-F238E27FC236}">
                  <a16:creationId xmlns:a16="http://schemas.microsoft.com/office/drawing/2014/main" id="{755E332A-EF30-A112-697B-F58A11E2ACD9}"/>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7" name="TextBox 16">
              <a:extLst>
                <a:ext uri="{FF2B5EF4-FFF2-40B4-BE49-F238E27FC236}">
                  <a16:creationId xmlns:a16="http://schemas.microsoft.com/office/drawing/2014/main" id="{06428AB7-9A66-D178-754C-96C736142CCB}"/>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8" name="TextBox 17">
              <a:extLst>
                <a:ext uri="{FF2B5EF4-FFF2-40B4-BE49-F238E27FC236}">
                  <a16:creationId xmlns:a16="http://schemas.microsoft.com/office/drawing/2014/main" id="{50B98DCC-649C-7F0A-8855-3B2ABC32E6D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9" name="TextBox 18">
              <a:extLst>
                <a:ext uri="{FF2B5EF4-FFF2-40B4-BE49-F238E27FC236}">
                  <a16:creationId xmlns:a16="http://schemas.microsoft.com/office/drawing/2014/main" id="{6DE41E0E-8A18-AA10-9731-51FAC49D5895}"/>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20" name="TextBox 19">
              <a:extLst>
                <a:ext uri="{FF2B5EF4-FFF2-40B4-BE49-F238E27FC236}">
                  <a16:creationId xmlns:a16="http://schemas.microsoft.com/office/drawing/2014/main" id="{CF48917A-AD97-415A-90D7-5893029BFEED}"/>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21" name="Group 20">
              <a:extLst>
                <a:ext uri="{FF2B5EF4-FFF2-40B4-BE49-F238E27FC236}">
                  <a16:creationId xmlns:a16="http://schemas.microsoft.com/office/drawing/2014/main" id="{484A08CC-B4A7-E637-B3B8-9C7BEC8972CF}"/>
                </a:ext>
              </a:extLst>
            </p:cNvPr>
            <p:cNvGrpSpPr/>
            <p:nvPr userDrawn="1"/>
          </p:nvGrpSpPr>
          <p:grpSpPr>
            <a:xfrm>
              <a:off x="12429548" y="3236396"/>
              <a:ext cx="2735151" cy="1280928"/>
              <a:chOff x="9286315" y="6976989"/>
              <a:chExt cx="2735151" cy="1280928"/>
            </a:xfrm>
          </p:grpSpPr>
          <p:sp>
            <p:nvSpPr>
              <p:cNvPr id="32" name="Rectangle 31">
                <a:extLst>
                  <a:ext uri="{FF2B5EF4-FFF2-40B4-BE49-F238E27FC236}">
                    <a16:creationId xmlns:a16="http://schemas.microsoft.com/office/drawing/2014/main" id="{28618616-B797-3EE5-4427-875C50F617CA}"/>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3" name="TextBox 32">
                <a:extLst>
                  <a:ext uri="{FF2B5EF4-FFF2-40B4-BE49-F238E27FC236}">
                    <a16:creationId xmlns:a16="http://schemas.microsoft.com/office/drawing/2014/main" id="{DD9DFDBF-EA94-773D-3E7F-123BBBCBEDC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34" name="Graphic 33">
                <a:extLst>
                  <a:ext uri="{FF2B5EF4-FFF2-40B4-BE49-F238E27FC236}">
                    <a16:creationId xmlns:a16="http://schemas.microsoft.com/office/drawing/2014/main" id="{A222012F-1DEC-198D-C75A-DF86517B51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5" name="TextBox 34">
                <a:extLst>
                  <a:ext uri="{FF2B5EF4-FFF2-40B4-BE49-F238E27FC236}">
                    <a16:creationId xmlns:a16="http://schemas.microsoft.com/office/drawing/2014/main" id="{2D4DDD9F-0948-892E-48F0-9F7CF6859444}"/>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36" name="Picture 35">
                <a:extLst>
                  <a:ext uri="{FF2B5EF4-FFF2-40B4-BE49-F238E27FC236}">
                    <a16:creationId xmlns:a16="http://schemas.microsoft.com/office/drawing/2014/main" id="{575D8087-DA52-537B-654B-7335D1A8933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4" name="TextBox 63">
                <a:extLst>
                  <a:ext uri="{FF2B5EF4-FFF2-40B4-BE49-F238E27FC236}">
                    <a16:creationId xmlns:a16="http://schemas.microsoft.com/office/drawing/2014/main" id="{9A78683B-4C0B-8A46-28EE-2CCB4517F58A}"/>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22" name="Group 21">
              <a:extLst>
                <a:ext uri="{FF2B5EF4-FFF2-40B4-BE49-F238E27FC236}">
                  <a16:creationId xmlns:a16="http://schemas.microsoft.com/office/drawing/2014/main" id="{2B779AA1-E5B3-C52E-0804-1909427F8692}"/>
                </a:ext>
              </a:extLst>
            </p:cNvPr>
            <p:cNvGrpSpPr/>
            <p:nvPr userDrawn="1"/>
          </p:nvGrpSpPr>
          <p:grpSpPr>
            <a:xfrm>
              <a:off x="12429548" y="4543123"/>
              <a:ext cx="2735151" cy="2200108"/>
              <a:chOff x="9538241" y="5155416"/>
              <a:chExt cx="2735151" cy="2200108"/>
            </a:xfrm>
          </p:grpSpPr>
          <p:sp>
            <p:nvSpPr>
              <p:cNvPr id="23" name="Rectangle 22">
                <a:extLst>
                  <a:ext uri="{FF2B5EF4-FFF2-40B4-BE49-F238E27FC236}">
                    <a16:creationId xmlns:a16="http://schemas.microsoft.com/office/drawing/2014/main" id="{4715FDF0-F4E4-791F-2F02-4CB6CBC1FCBC}"/>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24" name="TextBox 23">
                <a:extLst>
                  <a:ext uri="{FF2B5EF4-FFF2-40B4-BE49-F238E27FC236}">
                    <a16:creationId xmlns:a16="http://schemas.microsoft.com/office/drawing/2014/main" id="{863BBF2E-92AD-D0EE-9CC1-8D77FA47323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25" name="Graphic 24">
                <a:extLst>
                  <a:ext uri="{FF2B5EF4-FFF2-40B4-BE49-F238E27FC236}">
                    <a16:creationId xmlns:a16="http://schemas.microsoft.com/office/drawing/2014/main" id="{B0A35D3F-F060-3B43-E155-E9A443DFE7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6" name="TextBox 25">
                <a:extLst>
                  <a:ext uri="{FF2B5EF4-FFF2-40B4-BE49-F238E27FC236}">
                    <a16:creationId xmlns:a16="http://schemas.microsoft.com/office/drawing/2014/main" id="{FB143D18-DF39-46C9-DAE4-64C09E6C5111}"/>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27" name="TextBox 26">
                <a:extLst>
                  <a:ext uri="{FF2B5EF4-FFF2-40B4-BE49-F238E27FC236}">
                    <a16:creationId xmlns:a16="http://schemas.microsoft.com/office/drawing/2014/main" id="{8A962D4B-B0AB-F956-4AD2-7A0D8109B74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8" name="TextBox 27">
                <a:extLst>
                  <a:ext uri="{FF2B5EF4-FFF2-40B4-BE49-F238E27FC236}">
                    <a16:creationId xmlns:a16="http://schemas.microsoft.com/office/drawing/2014/main" id="{5C7490AF-2195-0CB4-1238-0DF1D762981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29" name="TextBox 28">
                <a:extLst>
                  <a:ext uri="{FF2B5EF4-FFF2-40B4-BE49-F238E27FC236}">
                    <a16:creationId xmlns:a16="http://schemas.microsoft.com/office/drawing/2014/main" id="{6440AADE-636F-2B92-B641-FC0392D663FB}"/>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0" name="Straight Connector 29">
                <a:extLst>
                  <a:ext uri="{FF2B5EF4-FFF2-40B4-BE49-F238E27FC236}">
                    <a16:creationId xmlns:a16="http://schemas.microsoft.com/office/drawing/2014/main" id="{102D8CF1-F51D-5520-CD8F-C7DB754030EB}"/>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1" name="TextBox 30">
                <a:extLst>
                  <a:ext uri="{FF2B5EF4-FFF2-40B4-BE49-F238E27FC236}">
                    <a16:creationId xmlns:a16="http://schemas.microsoft.com/office/drawing/2014/main" id="{E22151D4-22CC-F8A9-A66E-6D43C913DBA4}"/>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37" name="TextBox 36">
            <a:extLst>
              <a:ext uri="{FF2B5EF4-FFF2-40B4-BE49-F238E27FC236}">
                <a16:creationId xmlns:a16="http://schemas.microsoft.com/office/drawing/2014/main" id="{ABB5A499-ED11-C92E-A57B-466171995834}"/>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38" name="Footer Placeholder 129">
            <a:extLst>
              <a:ext uri="{FF2B5EF4-FFF2-40B4-BE49-F238E27FC236}">
                <a16:creationId xmlns:a16="http://schemas.microsoft.com/office/drawing/2014/main" id="{8AB6CA01-5453-A297-ACE1-A21DA12BCFFB}"/>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42610290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ree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dirty="0"/>
              <a:t>Three column layout</a:t>
            </a:r>
            <a:br>
              <a:rPr lang="en-US" dirty="0"/>
            </a:br>
            <a:r>
              <a:rPr lang="en-US" dirty="0"/>
              <a:t>Title 2 lines maximum</a:t>
            </a:r>
            <a:endParaRPr lang="en-CA" dirty="0"/>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grpSp>
        <p:nvGrpSpPr>
          <p:cNvPr id="5" name="Group 4">
            <a:extLst>
              <a:ext uri="{FF2B5EF4-FFF2-40B4-BE49-F238E27FC236}">
                <a16:creationId xmlns:a16="http://schemas.microsoft.com/office/drawing/2014/main" id="{65B3743D-9C24-F821-BD8E-F0F93E26B9DD}"/>
              </a:ext>
            </a:extLst>
          </p:cNvPr>
          <p:cNvGrpSpPr/>
          <p:nvPr userDrawn="1"/>
        </p:nvGrpSpPr>
        <p:grpSpPr>
          <a:xfrm>
            <a:off x="12290489" y="-1"/>
            <a:ext cx="2910882" cy="6858001"/>
            <a:chOff x="12290489" y="-1"/>
            <a:chExt cx="2910882" cy="6858001"/>
          </a:xfrm>
        </p:grpSpPr>
        <p:sp>
          <p:nvSpPr>
            <p:cNvPr id="7" name="Rectangle 6">
              <a:extLst>
                <a:ext uri="{FF2B5EF4-FFF2-40B4-BE49-F238E27FC236}">
                  <a16:creationId xmlns:a16="http://schemas.microsoft.com/office/drawing/2014/main" id="{78ED221D-8725-5420-6ADD-1A518E5DD38D}"/>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 name="TextBox 7">
              <a:extLst>
                <a:ext uri="{FF2B5EF4-FFF2-40B4-BE49-F238E27FC236}">
                  <a16:creationId xmlns:a16="http://schemas.microsoft.com/office/drawing/2014/main" id="{FB9B9525-CEDA-1294-597D-01D341E152DE}"/>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10" name="Straight Connector 9">
              <a:extLst>
                <a:ext uri="{FF2B5EF4-FFF2-40B4-BE49-F238E27FC236}">
                  <a16:creationId xmlns:a16="http://schemas.microsoft.com/office/drawing/2014/main" id="{43E5A438-D8C5-4E45-098A-BEB3ABB62F06}"/>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1" name="TextBox 10">
              <a:extLst>
                <a:ext uri="{FF2B5EF4-FFF2-40B4-BE49-F238E27FC236}">
                  <a16:creationId xmlns:a16="http://schemas.microsoft.com/office/drawing/2014/main" id="{C5EAF0A3-7CF3-7DF9-F0F4-3C56A2782829}"/>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DE24736E-4729-087F-E4D8-819A51AED226}"/>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A47CAA82-566E-2866-F0C2-66CE1136CA4B}"/>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92AEA30F-71D3-9C46-6D87-AB0A6841E8A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5" name="TextBox 14">
              <a:extLst>
                <a:ext uri="{FF2B5EF4-FFF2-40B4-BE49-F238E27FC236}">
                  <a16:creationId xmlns:a16="http://schemas.microsoft.com/office/drawing/2014/main" id="{CB150EA6-46A5-FDAD-CEFA-9DDE9E8E996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16" name="TextBox 15">
              <a:extLst>
                <a:ext uri="{FF2B5EF4-FFF2-40B4-BE49-F238E27FC236}">
                  <a16:creationId xmlns:a16="http://schemas.microsoft.com/office/drawing/2014/main" id="{90F3F872-94D4-C722-309A-1D6691641FCB}"/>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17" name="Group 16">
              <a:extLst>
                <a:ext uri="{FF2B5EF4-FFF2-40B4-BE49-F238E27FC236}">
                  <a16:creationId xmlns:a16="http://schemas.microsoft.com/office/drawing/2014/main" id="{68957A1D-3164-7C9A-4797-EBE26C314C3B}"/>
                </a:ext>
              </a:extLst>
            </p:cNvPr>
            <p:cNvGrpSpPr/>
            <p:nvPr userDrawn="1"/>
          </p:nvGrpSpPr>
          <p:grpSpPr>
            <a:xfrm>
              <a:off x="12429548" y="3236396"/>
              <a:ext cx="2735151" cy="1280928"/>
              <a:chOff x="9286315" y="6976989"/>
              <a:chExt cx="2735151" cy="1280928"/>
            </a:xfrm>
          </p:grpSpPr>
          <p:sp>
            <p:nvSpPr>
              <p:cNvPr id="35" name="Rectangle 34">
                <a:extLst>
                  <a:ext uri="{FF2B5EF4-FFF2-40B4-BE49-F238E27FC236}">
                    <a16:creationId xmlns:a16="http://schemas.microsoft.com/office/drawing/2014/main" id="{749A0E7D-BB6C-DC53-5932-E92A9895F94E}"/>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6" name="TextBox 35">
                <a:extLst>
                  <a:ext uri="{FF2B5EF4-FFF2-40B4-BE49-F238E27FC236}">
                    <a16:creationId xmlns:a16="http://schemas.microsoft.com/office/drawing/2014/main" id="{C9EE17A2-D61C-7396-51E8-7875298A2FDD}"/>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37" name="Graphic 36">
                <a:extLst>
                  <a:ext uri="{FF2B5EF4-FFF2-40B4-BE49-F238E27FC236}">
                    <a16:creationId xmlns:a16="http://schemas.microsoft.com/office/drawing/2014/main" id="{CC29DA1D-5C20-3232-7CC7-6EE236625A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8" name="TextBox 37">
                <a:extLst>
                  <a:ext uri="{FF2B5EF4-FFF2-40B4-BE49-F238E27FC236}">
                    <a16:creationId xmlns:a16="http://schemas.microsoft.com/office/drawing/2014/main" id="{3EC6F884-A27E-5CD2-3BC6-0DC73A5EA1E8}"/>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39" name="Picture 38">
                <a:extLst>
                  <a:ext uri="{FF2B5EF4-FFF2-40B4-BE49-F238E27FC236}">
                    <a16:creationId xmlns:a16="http://schemas.microsoft.com/office/drawing/2014/main" id="{31A8D6E6-823F-A29B-F2E8-EEED1B2573A7}"/>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0" name="TextBox 129">
                <a:extLst>
                  <a:ext uri="{FF2B5EF4-FFF2-40B4-BE49-F238E27FC236}">
                    <a16:creationId xmlns:a16="http://schemas.microsoft.com/office/drawing/2014/main" id="{D1250832-1357-7685-30D5-6F422478202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18" name="Group 17">
              <a:extLst>
                <a:ext uri="{FF2B5EF4-FFF2-40B4-BE49-F238E27FC236}">
                  <a16:creationId xmlns:a16="http://schemas.microsoft.com/office/drawing/2014/main" id="{996BDF38-5D5A-7286-B3D1-D8BC245AB26E}"/>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52F890FD-3E71-1E19-8156-2B8E77BA5212}"/>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20" name="TextBox 19">
                <a:extLst>
                  <a:ext uri="{FF2B5EF4-FFF2-40B4-BE49-F238E27FC236}">
                    <a16:creationId xmlns:a16="http://schemas.microsoft.com/office/drawing/2014/main" id="{C7C11C8F-7495-936C-44F5-DD49D8356E8A}"/>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21" name="Graphic 20">
                <a:extLst>
                  <a:ext uri="{FF2B5EF4-FFF2-40B4-BE49-F238E27FC236}">
                    <a16:creationId xmlns:a16="http://schemas.microsoft.com/office/drawing/2014/main" id="{1DF552A5-0CEA-5C09-A872-E89B8542BD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FE5E19C4-D573-8B8F-CCD4-0E22D31EE626}"/>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24" name="TextBox 23">
                <a:extLst>
                  <a:ext uri="{FF2B5EF4-FFF2-40B4-BE49-F238E27FC236}">
                    <a16:creationId xmlns:a16="http://schemas.microsoft.com/office/drawing/2014/main" id="{74D58CE0-ED6F-40C6-B10A-55AD6C041AC3}"/>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5" name="TextBox 24">
                <a:extLst>
                  <a:ext uri="{FF2B5EF4-FFF2-40B4-BE49-F238E27FC236}">
                    <a16:creationId xmlns:a16="http://schemas.microsoft.com/office/drawing/2014/main" id="{4C402F46-AF91-7BB6-4204-80F290DEA47F}"/>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32" name="TextBox 31">
                <a:extLst>
                  <a:ext uri="{FF2B5EF4-FFF2-40B4-BE49-F238E27FC236}">
                    <a16:creationId xmlns:a16="http://schemas.microsoft.com/office/drawing/2014/main" id="{3149A399-5087-70A2-6BF5-52886790607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3" name="Straight Connector 32">
                <a:extLst>
                  <a:ext uri="{FF2B5EF4-FFF2-40B4-BE49-F238E27FC236}">
                    <a16:creationId xmlns:a16="http://schemas.microsoft.com/office/drawing/2014/main" id="{137B95FA-9D58-CE66-E3D8-EFB2EC558B8D}"/>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4" name="TextBox 33">
                <a:extLst>
                  <a:ext uri="{FF2B5EF4-FFF2-40B4-BE49-F238E27FC236}">
                    <a16:creationId xmlns:a16="http://schemas.microsoft.com/office/drawing/2014/main" id="{9FAEB621-C4CB-6879-AEA5-BE18B059BCD5}"/>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40" name="TextBox 39">
            <a:extLst>
              <a:ext uri="{FF2B5EF4-FFF2-40B4-BE49-F238E27FC236}">
                <a16:creationId xmlns:a16="http://schemas.microsoft.com/office/drawing/2014/main" id="{0392E8CF-4EBA-5B77-36C9-13FE73A480D8}"/>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1" name="Footer Placeholder 129">
            <a:extLst>
              <a:ext uri="{FF2B5EF4-FFF2-40B4-BE49-F238E27FC236}">
                <a16:creationId xmlns:a16="http://schemas.microsoft.com/office/drawing/2014/main" id="{4F2DD299-A903-7828-25FE-74D2BE487FB1}"/>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3144071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Four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dirty="0"/>
              <a:t>Four column layout</a:t>
            </a:r>
            <a:br>
              <a:rPr lang="en-US" dirty="0"/>
            </a:br>
            <a:r>
              <a:rPr lang="en-US" dirty="0"/>
              <a:t>Title 2 lines maximum</a:t>
            </a:r>
            <a:endParaRPr lang="en-CA" dirty="0"/>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grpSp>
        <p:nvGrpSpPr>
          <p:cNvPr id="5" name="Group 4">
            <a:extLst>
              <a:ext uri="{FF2B5EF4-FFF2-40B4-BE49-F238E27FC236}">
                <a16:creationId xmlns:a16="http://schemas.microsoft.com/office/drawing/2014/main" id="{96180A20-6F5E-927F-D8F6-A44BA15DE6A4}"/>
              </a:ext>
            </a:extLst>
          </p:cNvPr>
          <p:cNvGrpSpPr/>
          <p:nvPr userDrawn="1"/>
        </p:nvGrpSpPr>
        <p:grpSpPr>
          <a:xfrm>
            <a:off x="12290489" y="-1"/>
            <a:ext cx="2910882" cy="6858001"/>
            <a:chOff x="12290489" y="-1"/>
            <a:chExt cx="2910882" cy="6858001"/>
          </a:xfrm>
        </p:grpSpPr>
        <p:sp>
          <p:nvSpPr>
            <p:cNvPr id="7" name="Rectangle 6">
              <a:extLst>
                <a:ext uri="{FF2B5EF4-FFF2-40B4-BE49-F238E27FC236}">
                  <a16:creationId xmlns:a16="http://schemas.microsoft.com/office/drawing/2014/main" id="{BE12012F-EFF8-DEA3-A567-C8652882751D}"/>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 name="TextBox 7">
              <a:extLst>
                <a:ext uri="{FF2B5EF4-FFF2-40B4-BE49-F238E27FC236}">
                  <a16:creationId xmlns:a16="http://schemas.microsoft.com/office/drawing/2014/main" id="{5667C743-9957-8ABA-735E-39F0DBF2E1EF}"/>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9" name="Straight Connector 8">
              <a:extLst>
                <a:ext uri="{FF2B5EF4-FFF2-40B4-BE49-F238E27FC236}">
                  <a16:creationId xmlns:a16="http://schemas.microsoft.com/office/drawing/2014/main" id="{A7970780-BCA8-0498-7CC6-650A37F797C0}"/>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0" name="TextBox 9">
              <a:extLst>
                <a:ext uri="{FF2B5EF4-FFF2-40B4-BE49-F238E27FC236}">
                  <a16:creationId xmlns:a16="http://schemas.microsoft.com/office/drawing/2014/main" id="{21ADBDA4-7D61-CF2E-6378-907CD43E358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1" name="TextBox 10">
              <a:extLst>
                <a:ext uri="{FF2B5EF4-FFF2-40B4-BE49-F238E27FC236}">
                  <a16:creationId xmlns:a16="http://schemas.microsoft.com/office/drawing/2014/main" id="{B5816EF0-93C7-2EE3-AFCC-C3DAB7DDA4AC}"/>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2" name="TextBox 11">
              <a:extLst>
                <a:ext uri="{FF2B5EF4-FFF2-40B4-BE49-F238E27FC236}">
                  <a16:creationId xmlns:a16="http://schemas.microsoft.com/office/drawing/2014/main" id="{AF949B1F-B12D-ABBE-06D2-4D6313886D9F}"/>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3" name="TextBox 12">
              <a:extLst>
                <a:ext uri="{FF2B5EF4-FFF2-40B4-BE49-F238E27FC236}">
                  <a16:creationId xmlns:a16="http://schemas.microsoft.com/office/drawing/2014/main" id="{BD87D508-6A96-42E0-EF1A-8F3D267AD189}"/>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4" name="TextBox 13">
              <a:extLst>
                <a:ext uri="{FF2B5EF4-FFF2-40B4-BE49-F238E27FC236}">
                  <a16:creationId xmlns:a16="http://schemas.microsoft.com/office/drawing/2014/main" id="{8E193CD7-02AA-87E4-83F0-9F2877F3847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20" name="TextBox 19">
              <a:extLst>
                <a:ext uri="{FF2B5EF4-FFF2-40B4-BE49-F238E27FC236}">
                  <a16:creationId xmlns:a16="http://schemas.microsoft.com/office/drawing/2014/main" id="{3C6906C6-174E-51C7-FBA8-97422549FE4C}"/>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21" name="Group 20">
              <a:extLst>
                <a:ext uri="{FF2B5EF4-FFF2-40B4-BE49-F238E27FC236}">
                  <a16:creationId xmlns:a16="http://schemas.microsoft.com/office/drawing/2014/main" id="{260CE4A8-0F0A-4C75-D776-4A1000990F4B}"/>
                </a:ext>
              </a:extLst>
            </p:cNvPr>
            <p:cNvGrpSpPr/>
            <p:nvPr userDrawn="1"/>
          </p:nvGrpSpPr>
          <p:grpSpPr>
            <a:xfrm>
              <a:off x="12429548" y="3236396"/>
              <a:ext cx="2735151" cy="1280928"/>
              <a:chOff x="9286315" y="6976989"/>
              <a:chExt cx="2735151" cy="1280928"/>
            </a:xfrm>
          </p:grpSpPr>
          <p:sp>
            <p:nvSpPr>
              <p:cNvPr id="38" name="Rectangle 37">
                <a:extLst>
                  <a:ext uri="{FF2B5EF4-FFF2-40B4-BE49-F238E27FC236}">
                    <a16:creationId xmlns:a16="http://schemas.microsoft.com/office/drawing/2014/main" id="{D6DF7B9B-9DDA-C33F-85FF-F83948A401AD}"/>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9" name="TextBox 38">
                <a:extLst>
                  <a:ext uri="{FF2B5EF4-FFF2-40B4-BE49-F238E27FC236}">
                    <a16:creationId xmlns:a16="http://schemas.microsoft.com/office/drawing/2014/main" id="{03EFCB32-9400-C460-757B-A7C79C8D2CDF}"/>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40" name="Graphic 39">
                <a:extLst>
                  <a:ext uri="{FF2B5EF4-FFF2-40B4-BE49-F238E27FC236}">
                    <a16:creationId xmlns:a16="http://schemas.microsoft.com/office/drawing/2014/main" id="{DC83CEE5-722F-4A2A-E4F1-8655BE1B625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41" name="TextBox 40">
                <a:extLst>
                  <a:ext uri="{FF2B5EF4-FFF2-40B4-BE49-F238E27FC236}">
                    <a16:creationId xmlns:a16="http://schemas.microsoft.com/office/drawing/2014/main" id="{6DB9F243-EA42-F273-6F4F-9E735DD7F93F}"/>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42" name="Picture 41">
                <a:extLst>
                  <a:ext uri="{FF2B5EF4-FFF2-40B4-BE49-F238E27FC236}">
                    <a16:creationId xmlns:a16="http://schemas.microsoft.com/office/drawing/2014/main" id="{5566EBE2-6A2E-A56C-E7C4-30802C3B8D32}"/>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0" name="TextBox 129">
                <a:extLst>
                  <a:ext uri="{FF2B5EF4-FFF2-40B4-BE49-F238E27FC236}">
                    <a16:creationId xmlns:a16="http://schemas.microsoft.com/office/drawing/2014/main" id="{6D813C75-EA44-DCE1-5697-1962589C9115}"/>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22" name="Group 21">
              <a:extLst>
                <a:ext uri="{FF2B5EF4-FFF2-40B4-BE49-F238E27FC236}">
                  <a16:creationId xmlns:a16="http://schemas.microsoft.com/office/drawing/2014/main" id="{C42BCB3F-53CE-B020-DE2F-6E483C5F107D}"/>
                </a:ext>
              </a:extLst>
            </p:cNvPr>
            <p:cNvGrpSpPr/>
            <p:nvPr userDrawn="1"/>
          </p:nvGrpSpPr>
          <p:grpSpPr>
            <a:xfrm>
              <a:off x="12429548" y="4543123"/>
              <a:ext cx="2735151" cy="2200108"/>
              <a:chOff x="9538241" y="5155416"/>
              <a:chExt cx="2735151" cy="2200108"/>
            </a:xfrm>
          </p:grpSpPr>
          <p:sp>
            <p:nvSpPr>
              <p:cNvPr id="29" name="Rectangle 28">
                <a:extLst>
                  <a:ext uri="{FF2B5EF4-FFF2-40B4-BE49-F238E27FC236}">
                    <a16:creationId xmlns:a16="http://schemas.microsoft.com/office/drawing/2014/main" id="{EED95C38-FD16-63F7-F5F6-7DD1558030AD}"/>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0" name="TextBox 29">
                <a:extLst>
                  <a:ext uri="{FF2B5EF4-FFF2-40B4-BE49-F238E27FC236}">
                    <a16:creationId xmlns:a16="http://schemas.microsoft.com/office/drawing/2014/main" id="{CE8E9BD3-3F87-525E-9458-2359423BE61C}"/>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31" name="Graphic 30">
                <a:extLst>
                  <a:ext uri="{FF2B5EF4-FFF2-40B4-BE49-F238E27FC236}">
                    <a16:creationId xmlns:a16="http://schemas.microsoft.com/office/drawing/2014/main" id="{7521EABE-1DDA-C28D-74A2-855EA80B88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32" name="TextBox 31">
                <a:extLst>
                  <a:ext uri="{FF2B5EF4-FFF2-40B4-BE49-F238E27FC236}">
                    <a16:creationId xmlns:a16="http://schemas.microsoft.com/office/drawing/2014/main" id="{11BF9854-367B-CBBA-CD2B-6DBCFB3FEEE3}"/>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33" name="TextBox 32">
                <a:extLst>
                  <a:ext uri="{FF2B5EF4-FFF2-40B4-BE49-F238E27FC236}">
                    <a16:creationId xmlns:a16="http://schemas.microsoft.com/office/drawing/2014/main" id="{8D80CDF4-B59D-389D-AA20-6E9F5EF00C86}"/>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34" name="TextBox 33">
                <a:extLst>
                  <a:ext uri="{FF2B5EF4-FFF2-40B4-BE49-F238E27FC236}">
                    <a16:creationId xmlns:a16="http://schemas.microsoft.com/office/drawing/2014/main" id="{DD3B16CD-3463-3F49-0200-168C495AFAA2}"/>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35" name="TextBox 34">
                <a:extLst>
                  <a:ext uri="{FF2B5EF4-FFF2-40B4-BE49-F238E27FC236}">
                    <a16:creationId xmlns:a16="http://schemas.microsoft.com/office/drawing/2014/main" id="{792CD33D-4A40-3353-AEB5-343C73AA5C37}"/>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6" name="Straight Connector 35">
                <a:extLst>
                  <a:ext uri="{FF2B5EF4-FFF2-40B4-BE49-F238E27FC236}">
                    <a16:creationId xmlns:a16="http://schemas.microsoft.com/office/drawing/2014/main" id="{8D0CB376-99C4-94BA-CF39-CB6040DF6096}"/>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7" name="TextBox 36">
                <a:extLst>
                  <a:ext uri="{FF2B5EF4-FFF2-40B4-BE49-F238E27FC236}">
                    <a16:creationId xmlns:a16="http://schemas.microsoft.com/office/drawing/2014/main" id="{5C8BADC1-8AD4-A9C6-6992-8A3CBF399C7E}"/>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43" name="TextBox 42">
            <a:extLst>
              <a:ext uri="{FF2B5EF4-FFF2-40B4-BE49-F238E27FC236}">
                <a16:creationId xmlns:a16="http://schemas.microsoft.com/office/drawing/2014/main" id="{8DD74316-A844-569C-270B-D1474492F701}"/>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4" name="Footer Placeholder 129">
            <a:extLst>
              <a:ext uri="{FF2B5EF4-FFF2-40B4-BE49-F238E27FC236}">
                <a16:creationId xmlns:a16="http://schemas.microsoft.com/office/drawing/2014/main" id="{2A766D73-91B7-8864-E5AB-5143C9F52493}"/>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2936145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dirty="0"/>
              <a:t>Two column layout</a:t>
            </a:r>
            <a:br>
              <a:rPr lang="en-US" dirty="0"/>
            </a:br>
            <a:r>
              <a:rPr lang="en-US" dirty="0"/>
              <a:t>Title 2 lines maximum</a:t>
            </a:r>
            <a:endParaRPr lang="en-CA" dirty="0"/>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endParaRPr lang="en-US" dirty="0"/>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Proin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grpSp>
        <p:nvGrpSpPr>
          <p:cNvPr id="4" name="Group 3">
            <a:extLst>
              <a:ext uri="{FF2B5EF4-FFF2-40B4-BE49-F238E27FC236}">
                <a16:creationId xmlns:a16="http://schemas.microsoft.com/office/drawing/2014/main" id="{E73B40A2-055E-A2B0-BFF2-3F99C06D5A4B}"/>
              </a:ext>
            </a:extLst>
          </p:cNvPr>
          <p:cNvGrpSpPr/>
          <p:nvPr userDrawn="1"/>
        </p:nvGrpSpPr>
        <p:grpSpPr>
          <a:xfrm>
            <a:off x="12290489" y="-1"/>
            <a:ext cx="2910882" cy="6858001"/>
            <a:chOff x="12290489" y="-1"/>
            <a:chExt cx="2910882" cy="6858001"/>
          </a:xfrm>
        </p:grpSpPr>
        <p:sp>
          <p:nvSpPr>
            <p:cNvPr id="5" name="Rectangle 4">
              <a:extLst>
                <a:ext uri="{FF2B5EF4-FFF2-40B4-BE49-F238E27FC236}">
                  <a16:creationId xmlns:a16="http://schemas.microsoft.com/office/drawing/2014/main" id="{EDEE752C-E1A4-F697-78F4-D3A984FA9AFE}"/>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13" name="TextBox 12">
              <a:extLst>
                <a:ext uri="{FF2B5EF4-FFF2-40B4-BE49-F238E27FC236}">
                  <a16:creationId xmlns:a16="http://schemas.microsoft.com/office/drawing/2014/main" id="{D6F854B4-791D-298D-82F6-F1E540D94D45}"/>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14" name="Straight Connector 13">
              <a:extLst>
                <a:ext uri="{FF2B5EF4-FFF2-40B4-BE49-F238E27FC236}">
                  <a16:creationId xmlns:a16="http://schemas.microsoft.com/office/drawing/2014/main" id="{267F22F2-E4EE-CEDC-B460-36FA6E7CD5C5}"/>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5" name="TextBox 14">
              <a:extLst>
                <a:ext uri="{FF2B5EF4-FFF2-40B4-BE49-F238E27FC236}">
                  <a16:creationId xmlns:a16="http://schemas.microsoft.com/office/drawing/2014/main" id="{85789A14-1EA0-EF0D-54AF-B13D8339D387}"/>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6" name="TextBox 15">
              <a:extLst>
                <a:ext uri="{FF2B5EF4-FFF2-40B4-BE49-F238E27FC236}">
                  <a16:creationId xmlns:a16="http://schemas.microsoft.com/office/drawing/2014/main" id="{755E332A-EF30-A112-697B-F58A11E2ACD9}"/>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7" name="TextBox 16">
              <a:extLst>
                <a:ext uri="{FF2B5EF4-FFF2-40B4-BE49-F238E27FC236}">
                  <a16:creationId xmlns:a16="http://schemas.microsoft.com/office/drawing/2014/main" id="{06428AB7-9A66-D178-754C-96C736142CCB}"/>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8" name="TextBox 17">
              <a:extLst>
                <a:ext uri="{FF2B5EF4-FFF2-40B4-BE49-F238E27FC236}">
                  <a16:creationId xmlns:a16="http://schemas.microsoft.com/office/drawing/2014/main" id="{50B98DCC-649C-7F0A-8855-3B2ABC32E6D5}"/>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9" name="TextBox 18">
              <a:extLst>
                <a:ext uri="{FF2B5EF4-FFF2-40B4-BE49-F238E27FC236}">
                  <a16:creationId xmlns:a16="http://schemas.microsoft.com/office/drawing/2014/main" id="{6DE41E0E-8A18-AA10-9731-51FAC49D5895}"/>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20" name="TextBox 19">
              <a:extLst>
                <a:ext uri="{FF2B5EF4-FFF2-40B4-BE49-F238E27FC236}">
                  <a16:creationId xmlns:a16="http://schemas.microsoft.com/office/drawing/2014/main" id="{CF48917A-AD97-415A-90D7-5893029BFEED}"/>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21" name="Group 20">
              <a:extLst>
                <a:ext uri="{FF2B5EF4-FFF2-40B4-BE49-F238E27FC236}">
                  <a16:creationId xmlns:a16="http://schemas.microsoft.com/office/drawing/2014/main" id="{484A08CC-B4A7-E637-B3B8-9C7BEC8972CF}"/>
                </a:ext>
              </a:extLst>
            </p:cNvPr>
            <p:cNvGrpSpPr/>
            <p:nvPr userDrawn="1"/>
          </p:nvGrpSpPr>
          <p:grpSpPr>
            <a:xfrm>
              <a:off x="12429548" y="3236396"/>
              <a:ext cx="2735151" cy="1280928"/>
              <a:chOff x="9286315" y="6976989"/>
              <a:chExt cx="2735151" cy="1280928"/>
            </a:xfrm>
          </p:grpSpPr>
          <p:sp>
            <p:nvSpPr>
              <p:cNvPr id="32" name="Rectangle 31">
                <a:extLst>
                  <a:ext uri="{FF2B5EF4-FFF2-40B4-BE49-F238E27FC236}">
                    <a16:creationId xmlns:a16="http://schemas.microsoft.com/office/drawing/2014/main" id="{28618616-B797-3EE5-4427-875C50F617CA}"/>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3" name="TextBox 32">
                <a:extLst>
                  <a:ext uri="{FF2B5EF4-FFF2-40B4-BE49-F238E27FC236}">
                    <a16:creationId xmlns:a16="http://schemas.microsoft.com/office/drawing/2014/main" id="{DD9DFDBF-EA94-773D-3E7F-123BBBCBEDC3}"/>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34" name="Graphic 33">
                <a:extLst>
                  <a:ext uri="{FF2B5EF4-FFF2-40B4-BE49-F238E27FC236}">
                    <a16:creationId xmlns:a16="http://schemas.microsoft.com/office/drawing/2014/main" id="{A222012F-1DEC-198D-C75A-DF86517B51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5" name="TextBox 34">
                <a:extLst>
                  <a:ext uri="{FF2B5EF4-FFF2-40B4-BE49-F238E27FC236}">
                    <a16:creationId xmlns:a16="http://schemas.microsoft.com/office/drawing/2014/main" id="{2D4DDD9F-0948-892E-48F0-9F7CF6859444}"/>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36" name="Picture 35">
                <a:extLst>
                  <a:ext uri="{FF2B5EF4-FFF2-40B4-BE49-F238E27FC236}">
                    <a16:creationId xmlns:a16="http://schemas.microsoft.com/office/drawing/2014/main" id="{575D8087-DA52-537B-654B-7335D1A8933D}"/>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64" name="TextBox 63">
                <a:extLst>
                  <a:ext uri="{FF2B5EF4-FFF2-40B4-BE49-F238E27FC236}">
                    <a16:creationId xmlns:a16="http://schemas.microsoft.com/office/drawing/2014/main" id="{9A78683B-4C0B-8A46-28EE-2CCB4517F58A}"/>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22" name="Group 21">
              <a:extLst>
                <a:ext uri="{FF2B5EF4-FFF2-40B4-BE49-F238E27FC236}">
                  <a16:creationId xmlns:a16="http://schemas.microsoft.com/office/drawing/2014/main" id="{2B779AA1-E5B3-C52E-0804-1909427F8692}"/>
                </a:ext>
              </a:extLst>
            </p:cNvPr>
            <p:cNvGrpSpPr/>
            <p:nvPr userDrawn="1"/>
          </p:nvGrpSpPr>
          <p:grpSpPr>
            <a:xfrm>
              <a:off x="12429548" y="4543123"/>
              <a:ext cx="2735151" cy="2200108"/>
              <a:chOff x="9538241" y="5155416"/>
              <a:chExt cx="2735151" cy="2200108"/>
            </a:xfrm>
          </p:grpSpPr>
          <p:sp>
            <p:nvSpPr>
              <p:cNvPr id="23" name="Rectangle 22">
                <a:extLst>
                  <a:ext uri="{FF2B5EF4-FFF2-40B4-BE49-F238E27FC236}">
                    <a16:creationId xmlns:a16="http://schemas.microsoft.com/office/drawing/2014/main" id="{4715FDF0-F4E4-791F-2F02-4CB6CBC1FCBC}"/>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24" name="TextBox 23">
                <a:extLst>
                  <a:ext uri="{FF2B5EF4-FFF2-40B4-BE49-F238E27FC236}">
                    <a16:creationId xmlns:a16="http://schemas.microsoft.com/office/drawing/2014/main" id="{863BBF2E-92AD-D0EE-9CC1-8D77FA473234}"/>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25" name="Graphic 24">
                <a:extLst>
                  <a:ext uri="{FF2B5EF4-FFF2-40B4-BE49-F238E27FC236}">
                    <a16:creationId xmlns:a16="http://schemas.microsoft.com/office/drawing/2014/main" id="{B0A35D3F-F060-3B43-E155-E9A443DFE7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6" name="TextBox 25">
                <a:extLst>
                  <a:ext uri="{FF2B5EF4-FFF2-40B4-BE49-F238E27FC236}">
                    <a16:creationId xmlns:a16="http://schemas.microsoft.com/office/drawing/2014/main" id="{FB143D18-DF39-46C9-DAE4-64C09E6C5111}"/>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27" name="TextBox 26">
                <a:extLst>
                  <a:ext uri="{FF2B5EF4-FFF2-40B4-BE49-F238E27FC236}">
                    <a16:creationId xmlns:a16="http://schemas.microsoft.com/office/drawing/2014/main" id="{8A962D4B-B0AB-F956-4AD2-7A0D8109B74B}"/>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8" name="TextBox 27">
                <a:extLst>
                  <a:ext uri="{FF2B5EF4-FFF2-40B4-BE49-F238E27FC236}">
                    <a16:creationId xmlns:a16="http://schemas.microsoft.com/office/drawing/2014/main" id="{5C7490AF-2195-0CB4-1238-0DF1D762981D}"/>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29" name="TextBox 28">
                <a:extLst>
                  <a:ext uri="{FF2B5EF4-FFF2-40B4-BE49-F238E27FC236}">
                    <a16:creationId xmlns:a16="http://schemas.microsoft.com/office/drawing/2014/main" id="{6440AADE-636F-2B92-B641-FC0392D663FB}"/>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0" name="Straight Connector 29">
                <a:extLst>
                  <a:ext uri="{FF2B5EF4-FFF2-40B4-BE49-F238E27FC236}">
                    <a16:creationId xmlns:a16="http://schemas.microsoft.com/office/drawing/2014/main" id="{102D8CF1-F51D-5520-CD8F-C7DB754030EB}"/>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1" name="TextBox 30">
                <a:extLst>
                  <a:ext uri="{FF2B5EF4-FFF2-40B4-BE49-F238E27FC236}">
                    <a16:creationId xmlns:a16="http://schemas.microsoft.com/office/drawing/2014/main" id="{E22151D4-22CC-F8A9-A66E-6D43C913DBA4}"/>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8" name="TextBox 7">
            <a:extLst>
              <a:ext uri="{FF2B5EF4-FFF2-40B4-BE49-F238E27FC236}">
                <a16:creationId xmlns:a16="http://schemas.microsoft.com/office/drawing/2014/main" id="{CF7EAD4E-C8E6-AFF6-8449-D420EB1E00F4}"/>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9" name="Footer Placeholder 129">
            <a:extLst>
              <a:ext uri="{FF2B5EF4-FFF2-40B4-BE49-F238E27FC236}">
                <a16:creationId xmlns:a16="http://schemas.microsoft.com/office/drawing/2014/main" id="{4A18661E-3D1B-7B88-6D7C-8629F6FA3573}"/>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128572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dirty="0"/>
              <a:t>Three column layout</a:t>
            </a:r>
            <a:br>
              <a:rPr lang="en-US" dirty="0"/>
            </a:br>
            <a:r>
              <a:rPr lang="en-US" dirty="0"/>
              <a:t>Title 2 lines maximum</a:t>
            </a:r>
            <a:endParaRPr lang="en-CA" dirty="0"/>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grpSp>
        <p:nvGrpSpPr>
          <p:cNvPr id="5" name="Group 4">
            <a:extLst>
              <a:ext uri="{FF2B5EF4-FFF2-40B4-BE49-F238E27FC236}">
                <a16:creationId xmlns:a16="http://schemas.microsoft.com/office/drawing/2014/main" id="{65B3743D-9C24-F821-BD8E-F0F93E26B9DD}"/>
              </a:ext>
            </a:extLst>
          </p:cNvPr>
          <p:cNvGrpSpPr/>
          <p:nvPr userDrawn="1"/>
        </p:nvGrpSpPr>
        <p:grpSpPr>
          <a:xfrm>
            <a:off x="12290489" y="-1"/>
            <a:ext cx="2910882" cy="6858001"/>
            <a:chOff x="12290489" y="-1"/>
            <a:chExt cx="2910882" cy="6858001"/>
          </a:xfrm>
        </p:grpSpPr>
        <p:sp>
          <p:nvSpPr>
            <p:cNvPr id="7" name="Rectangle 6">
              <a:extLst>
                <a:ext uri="{FF2B5EF4-FFF2-40B4-BE49-F238E27FC236}">
                  <a16:creationId xmlns:a16="http://schemas.microsoft.com/office/drawing/2014/main" id="{78ED221D-8725-5420-6ADD-1A518E5DD38D}"/>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 name="TextBox 7">
              <a:extLst>
                <a:ext uri="{FF2B5EF4-FFF2-40B4-BE49-F238E27FC236}">
                  <a16:creationId xmlns:a16="http://schemas.microsoft.com/office/drawing/2014/main" id="{FB9B9525-CEDA-1294-597D-01D341E152DE}"/>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10" name="Straight Connector 9">
              <a:extLst>
                <a:ext uri="{FF2B5EF4-FFF2-40B4-BE49-F238E27FC236}">
                  <a16:creationId xmlns:a16="http://schemas.microsoft.com/office/drawing/2014/main" id="{43E5A438-D8C5-4E45-098A-BEB3ABB62F06}"/>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1" name="TextBox 10">
              <a:extLst>
                <a:ext uri="{FF2B5EF4-FFF2-40B4-BE49-F238E27FC236}">
                  <a16:creationId xmlns:a16="http://schemas.microsoft.com/office/drawing/2014/main" id="{C5EAF0A3-7CF3-7DF9-F0F4-3C56A2782829}"/>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DE24736E-4729-087F-E4D8-819A51AED226}"/>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A47CAA82-566E-2866-F0C2-66CE1136CA4B}"/>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92AEA30F-71D3-9C46-6D87-AB0A6841E8A7}"/>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5" name="TextBox 14">
              <a:extLst>
                <a:ext uri="{FF2B5EF4-FFF2-40B4-BE49-F238E27FC236}">
                  <a16:creationId xmlns:a16="http://schemas.microsoft.com/office/drawing/2014/main" id="{CB150EA6-46A5-FDAD-CEFA-9DDE9E8E996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16" name="TextBox 15">
              <a:extLst>
                <a:ext uri="{FF2B5EF4-FFF2-40B4-BE49-F238E27FC236}">
                  <a16:creationId xmlns:a16="http://schemas.microsoft.com/office/drawing/2014/main" id="{90F3F872-94D4-C722-309A-1D6691641FCB}"/>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17" name="Group 16">
              <a:extLst>
                <a:ext uri="{FF2B5EF4-FFF2-40B4-BE49-F238E27FC236}">
                  <a16:creationId xmlns:a16="http://schemas.microsoft.com/office/drawing/2014/main" id="{68957A1D-3164-7C9A-4797-EBE26C314C3B}"/>
                </a:ext>
              </a:extLst>
            </p:cNvPr>
            <p:cNvGrpSpPr/>
            <p:nvPr userDrawn="1"/>
          </p:nvGrpSpPr>
          <p:grpSpPr>
            <a:xfrm>
              <a:off x="12429548" y="3236396"/>
              <a:ext cx="2735151" cy="1280928"/>
              <a:chOff x="9286315" y="6976989"/>
              <a:chExt cx="2735151" cy="1280928"/>
            </a:xfrm>
          </p:grpSpPr>
          <p:sp>
            <p:nvSpPr>
              <p:cNvPr id="35" name="Rectangle 34">
                <a:extLst>
                  <a:ext uri="{FF2B5EF4-FFF2-40B4-BE49-F238E27FC236}">
                    <a16:creationId xmlns:a16="http://schemas.microsoft.com/office/drawing/2014/main" id="{749A0E7D-BB6C-DC53-5932-E92A9895F94E}"/>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6" name="TextBox 35">
                <a:extLst>
                  <a:ext uri="{FF2B5EF4-FFF2-40B4-BE49-F238E27FC236}">
                    <a16:creationId xmlns:a16="http://schemas.microsoft.com/office/drawing/2014/main" id="{C9EE17A2-D61C-7396-51E8-7875298A2FDD}"/>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37" name="Graphic 36">
                <a:extLst>
                  <a:ext uri="{FF2B5EF4-FFF2-40B4-BE49-F238E27FC236}">
                    <a16:creationId xmlns:a16="http://schemas.microsoft.com/office/drawing/2014/main" id="{CC29DA1D-5C20-3232-7CC7-6EE236625A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8" name="TextBox 37">
                <a:extLst>
                  <a:ext uri="{FF2B5EF4-FFF2-40B4-BE49-F238E27FC236}">
                    <a16:creationId xmlns:a16="http://schemas.microsoft.com/office/drawing/2014/main" id="{3EC6F884-A27E-5CD2-3BC6-0DC73A5EA1E8}"/>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39" name="Picture 38">
                <a:extLst>
                  <a:ext uri="{FF2B5EF4-FFF2-40B4-BE49-F238E27FC236}">
                    <a16:creationId xmlns:a16="http://schemas.microsoft.com/office/drawing/2014/main" id="{31A8D6E6-823F-A29B-F2E8-EEED1B2573A7}"/>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0" name="TextBox 129">
                <a:extLst>
                  <a:ext uri="{FF2B5EF4-FFF2-40B4-BE49-F238E27FC236}">
                    <a16:creationId xmlns:a16="http://schemas.microsoft.com/office/drawing/2014/main" id="{D1250832-1357-7685-30D5-6F422478202E}"/>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18" name="Group 17">
              <a:extLst>
                <a:ext uri="{FF2B5EF4-FFF2-40B4-BE49-F238E27FC236}">
                  <a16:creationId xmlns:a16="http://schemas.microsoft.com/office/drawing/2014/main" id="{996BDF38-5D5A-7286-B3D1-D8BC245AB26E}"/>
                </a:ext>
              </a:extLst>
            </p:cNvPr>
            <p:cNvGrpSpPr/>
            <p:nvPr userDrawn="1"/>
          </p:nvGrpSpPr>
          <p:grpSpPr>
            <a:xfrm>
              <a:off x="12429548" y="4543123"/>
              <a:ext cx="2735151" cy="2200108"/>
              <a:chOff x="9538241" y="5155416"/>
              <a:chExt cx="2735151" cy="2200108"/>
            </a:xfrm>
          </p:grpSpPr>
          <p:sp>
            <p:nvSpPr>
              <p:cNvPr id="19" name="Rectangle 18">
                <a:extLst>
                  <a:ext uri="{FF2B5EF4-FFF2-40B4-BE49-F238E27FC236}">
                    <a16:creationId xmlns:a16="http://schemas.microsoft.com/office/drawing/2014/main" id="{52F890FD-3E71-1E19-8156-2B8E77BA5212}"/>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20" name="TextBox 19">
                <a:extLst>
                  <a:ext uri="{FF2B5EF4-FFF2-40B4-BE49-F238E27FC236}">
                    <a16:creationId xmlns:a16="http://schemas.microsoft.com/office/drawing/2014/main" id="{C7C11C8F-7495-936C-44F5-DD49D8356E8A}"/>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21" name="Graphic 20">
                <a:extLst>
                  <a:ext uri="{FF2B5EF4-FFF2-40B4-BE49-F238E27FC236}">
                    <a16:creationId xmlns:a16="http://schemas.microsoft.com/office/drawing/2014/main" id="{1DF552A5-0CEA-5C09-A872-E89B8542BD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2" name="TextBox 21">
                <a:extLst>
                  <a:ext uri="{FF2B5EF4-FFF2-40B4-BE49-F238E27FC236}">
                    <a16:creationId xmlns:a16="http://schemas.microsoft.com/office/drawing/2014/main" id="{FE5E19C4-D573-8B8F-CCD4-0E22D31EE626}"/>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24" name="TextBox 23">
                <a:extLst>
                  <a:ext uri="{FF2B5EF4-FFF2-40B4-BE49-F238E27FC236}">
                    <a16:creationId xmlns:a16="http://schemas.microsoft.com/office/drawing/2014/main" id="{74D58CE0-ED6F-40C6-B10A-55AD6C041AC3}"/>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5" name="TextBox 24">
                <a:extLst>
                  <a:ext uri="{FF2B5EF4-FFF2-40B4-BE49-F238E27FC236}">
                    <a16:creationId xmlns:a16="http://schemas.microsoft.com/office/drawing/2014/main" id="{4C402F46-AF91-7BB6-4204-80F290DEA47F}"/>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32" name="TextBox 31">
                <a:extLst>
                  <a:ext uri="{FF2B5EF4-FFF2-40B4-BE49-F238E27FC236}">
                    <a16:creationId xmlns:a16="http://schemas.microsoft.com/office/drawing/2014/main" id="{3149A399-5087-70A2-6BF5-528867906072}"/>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3" name="Straight Connector 32">
                <a:extLst>
                  <a:ext uri="{FF2B5EF4-FFF2-40B4-BE49-F238E27FC236}">
                    <a16:creationId xmlns:a16="http://schemas.microsoft.com/office/drawing/2014/main" id="{137B95FA-9D58-CE66-E3D8-EFB2EC558B8D}"/>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4" name="TextBox 33">
                <a:extLst>
                  <a:ext uri="{FF2B5EF4-FFF2-40B4-BE49-F238E27FC236}">
                    <a16:creationId xmlns:a16="http://schemas.microsoft.com/office/drawing/2014/main" id="{9FAEB621-C4CB-6879-AEA5-BE18B059BCD5}"/>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6" name="TextBox 5">
            <a:extLst>
              <a:ext uri="{FF2B5EF4-FFF2-40B4-BE49-F238E27FC236}">
                <a16:creationId xmlns:a16="http://schemas.microsoft.com/office/drawing/2014/main" id="{82DCB28E-68DE-17ED-C9B8-E6FF6EACCE7A}"/>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26" name="Footer Placeholder 129">
            <a:extLst>
              <a:ext uri="{FF2B5EF4-FFF2-40B4-BE49-F238E27FC236}">
                <a16:creationId xmlns:a16="http://schemas.microsoft.com/office/drawing/2014/main" id="{9180D2B5-B1C4-633A-A68E-3649813F0AA4}"/>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14261173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Four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dirty="0"/>
              <a:t>Four column layout</a:t>
            </a:r>
            <a:br>
              <a:rPr lang="en-US" dirty="0"/>
            </a:br>
            <a:r>
              <a:rPr lang="en-US" dirty="0"/>
              <a:t>Title 2 lines maximum</a:t>
            </a:r>
            <a:endParaRPr lang="en-CA" dirty="0"/>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dirty="0"/>
              <a:t>Column header</a:t>
            </a:r>
            <a:br>
              <a:rPr lang="en-US" dirty="0"/>
            </a:br>
            <a:r>
              <a:rPr lang="en-US" dirty="0"/>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eros </a:t>
            </a:r>
            <a:r>
              <a:rPr lang="en-US" dirty="0" err="1"/>
              <a:t>quis</a:t>
            </a:r>
            <a:r>
              <a:rPr lang="en-US" dirty="0"/>
              <a:t> </a:t>
            </a:r>
            <a:r>
              <a:rPr lang="en-US" dirty="0" err="1"/>
              <a:t>urna</a:t>
            </a:r>
            <a:r>
              <a:rPr lang="en-US" dirty="0"/>
              <a:t>.</a:t>
            </a:r>
          </a:p>
        </p:txBody>
      </p:sp>
      <p:grpSp>
        <p:nvGrpSpPr>
          <p:cNvPr id="5" name="Group 4">
            <a:extLst>
              <a:ext uri="{FF2B5EF4-FFF2-40B4-BE49-F238E27FC236}">
                <a16:creationId xmlns:a16="http://schemas.microsoft.com/office/drawing/2014/main" id="{96180A20-6F5E-927F-D8F6-A44BA15DE6A4}"/>
              </a:ext>
            </a:extLst>
          </p:cNvPr>
          <p:cNvGrpSpPr/>
          <p:nvPr userDrawn="1"/>
        </p:nvGrpSpPr>
        <p:grpSpPr>
          <a:xfrm>
            <a:off x="12290489" y="-1"/>
            <a:ext cx="2910882" cy="6858001"/>
            <a:chOff x="12290489" y="-1"/>
            <a:chExt cx="2910882" cy="6858001"/>
          </a:xfrm>
        </p:grpSpPr>
        <p:sp>
          <p:nvSpPr>
            <p:cNvPr id="7" name="Rectangle 6">
              <a:extLst>
                <a:ext uri="{FF2B5EF4-FFF2-40B4-BE49-F238E27FC236}">
                  <a16:creationId xmlns:a16="http://schemas.microsoft.com/office/drawing/2014/main" id="{BE12012F-EFF8-DEA3-A567-C8652882751D}"/>
                </a:ext>
              </a:extLst>
            </p:cNvPr>
            <p:cNvSpPr/>
            <p:nvPr userDrawn="1"/>
          </p:nvSpPr>
          <p:spPr>
            <a:xfrm>
              <a:off x="12290489" y="-1"/>
              <a:ext cx="2735151" cy="6858001"/>
            </a:xfrm>
            <a:prstGeom prst="rect">
              <a:avLst/>
            </a:prstGeom>
            <a:solidFill>
              <a:srgbClr val="EFF1F5"/>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8" name="TextBox 7">
              <a:extLst>
                <a:ext uri="{FF2B5EF4-FFF2-40B4-BE49-F238E27FC236}">
                  <a16:creationId xmlns:a16="http://schemas.microsoft.com/office/drawing/2014/main" id="{5667C743-9957-8ABA-735E-39F0DBF2E1EF}"/>
                </a:ext>
              </a:extLst>
            </p:cNvPr>
            <p:cNvSpPr txBox="1"/>
            <p:nvPr userDrawn="1"/>
          </p:nvSpPr>
          <p:spPr>
            <a:xfrm>
              <a:off x="12449814" y="173148"/>
              <a:ext cx="1455527"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HOW TO ADD AN ICON</a:t>
              </a:r>
            </a:p>
          </p:txBody>
        </p:sp>
        <p:cxnSp>
          <p:nvCxnSpPr>
            <p:cNvPr id="9" name="Straight Connector 8">
              <a:extLst>
                <a:ext uri="{FF2B5EF4-FFF2-40B4-BE49-F238E27FC236}">
                  <a16:creationId xmlns:a16="http://schemas.microsoft.com/office/drawing/2014/main" id="{A7970780-BCA8-0498-7CC6-650A37F797C0}"/>
                </a:ext>
              </a:extLst>
            </p:cNvPr>
            <p:cNvCxnSpPr>
              <a:cxnSpLocks/>
            </p:cNvCxnSpPr>
            <p:nvPr userDrawn="1"/>
          </p:nvCxnSpPr>
          <p:spPr>
            <a:xfrm>
              <a:off x="12449814" y="423012"/>
              <a:ext cx="270000" cy="0"/>
            </a:xfrm>
            <a:prstGeom prst="line">
              <a:avLst/>
            </a:prstGeom>
            <a:noFill/>
            <a:ln w="19050" cap="flat" cmpd="sng" algn="ctr">
              <a:solidFill>
                <a:srgbClr val="2A2AEA"/>
              </a:solidFill>
              <a:prstDash val="solid"/>
            </a:ln>
            <a:effectLst/>
          </p:spPr>
        </p:cxnSp>
        <p:sp>
          <p:nvSpPr>
            <p:cNvPr id="10" name="TextBox 9">
              <a:extLst>
                <a:ext uri="{FF2B5EF4-FFF2-40B4-BE49-F238E27FC236}">
                  <a16:creationId xmlns:a16="http://schemas.microsoft.com/office/drawing/2014/main" id="{21ADBDA4-7D61-CF2E-6378-907CD43E3584}"/>
                </a:ext>
              </a:extLst>
            </p:cNvPr>
            <p:cNvSpPr txBox="1"/>
            <p:nvPr userDrawn="1"/>
          </p:nvSpPr>
          <p:spPr>
            <a:xfrm>
              <a:off x="12614407" y="1281322"/>
              <a:ext cx="2297338" cy="606192"/>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1: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from file browser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Drag the icon onto the slide.</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7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Note: If there are multiple image placeholders on the slide, select the intended placeholder before dragging in the image to let PowerPoint know where you want it.</a:t>
              </a:r>
              <a:endParaRPr kumimoji="0" lang="en-US" sz="100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endParaRPr>
            </a:p>
          </p:txBody>
        </p:sp>
        <p:sp>
          <p:nvSpPr>
            <p:cNvPr id="11" name="TextBox 10">
              <a:extLst>
                <a:ext uri="{FF2B5EF4-FFF2-40B4-BE49-F238E27FC236}">
                  <a16:creationId xmlns:a16="http://schemas.microsoft.com/office/drawing/2014/main" id="{B5816EF0-93C7-2EE3-AFCC-C3DAB7DDA4AC}"/>
                </a:ext>
              </a:extLst>
            </p:cNvPr>
            <p:cNvSpPr txBox="1">
              <a:spLocks noChangeAspect="1"/>
            </p:cNvSpPr>
            <p:nvPr/>
          </p:nvSpPr>
          <p:spPr>
            <a:xfrm>
              <a:off x="12449814" y="566082"/>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1</a:t>
              </a:r>
            </a:p>
          </p:txBody>
        </p:sp>
        <p:sp>
          <p:nvSpPr>
            <p:cNvPr id="12" name="TextBox 11">
              <a:extLst>
                <a:ext uri="{FF2B5EF4-FFF2-40B4-BE49-F238E27FC236}">
                  <a16:creationId xmlns:a16="http://schemas.microsoft.com/office/drawing/2014/main" id="{AF949B1F-B12D-ABBE-06D2-4D6313886D9F}"/>
                </a:ext>
              </a:extLst>
            </p:cNvPr>
            <p:cNvSpPr txBox="1">
              <a:spLocks noChangeAspect="1"/>
            </p:cNvSpPr>
            <p:nvPr/>
          </p:nvSpPr>
          <p:spPr>
            <a:xfrm>
              <a:off x="12449814" y="1018081"/>
              <a:ext cx="114706" cy="114706"/>
            </a:xfrm>
            <a:prstGeom prst="ellipse">
              <a:avLst/>
            </a:prstGeom>
            <a:solidFill>
              <a:srgbClr val="2A2AEA"/>
            </a:solidFill>
          </p:spPr>
          <p:txBody>
            <a:bodyPr vert="horz"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500" b="0" i="0" u="none" strike="noStrike" kern="0" cap="none" spc="0" normalizeH="0" baseline="0" noProof="0">
                  <a:ln>
                    <a:noFill/>
                  </a:ln>
                  <a:solidFill>
                    <a:srgbClr val="FFFFFF"/>
                  </a:solidFill>
                  <a:effectLst/>
                  <a:uLnTx/>
                  <a:uFillTx/>
                  <a:ea typeface="Arial" charset="0"/>
                  <a:cs typeface="Aparajita" panose="02020603050405020304" pitchFamily="18" charset="0"/>
                </a:rPr>
                <a:t>2</a:t>
              </a:r>
            </a:p>
          </p:txBody>
        </p:sp>
        <p:sp>
          <p:nvSpPr>
            <p:cNvPr id="13" name="TextBox 12">
              <a:extLst>
                <a:ext uri="{FF2B5EF4-FFF2-40B4-BE49-F238E27FC236}">
                  <a16:creationId xmlns:a16="http://schemas.microsoft.com/office/drawing/2014/main" id="{BD87D508-6A96-42E0-EF1A-8F3D267AD189}"/>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Source icon from the </a:t>
              </a:r>
              <a:b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br>
              <a:r>
                <a:rPr kumimoji="0" lang="en-US" sz="1050" b="0" i="0" u="none" strike="noStrike" kern="0" cap="none" spc="0" normalizeH="0" baseline="0" noProof="0">
                  <a:ln>
                    <a:noFill/>
                  </a:ln>
                  <a:solidFill>
                    <a:srgbClr val="2A2AEA"/>
                  </a:solidFill>
                  <a:effectLst/>
                  <a:uLnTx/>
                  <a:uFillTx/>
                  <a:latin typeface="Aptos" panose="020B0004020202020204" pitchFamily="34" charset="0"/>
                  <a:cs typeface="Aparajita" panose="02020603050405020304" pitchFamily="18" charset="0"/>
                </a:rPr>
                <a:t>Qualcomm Icon Library</a:t>
              </a:r>
            </a:p>
            <a:p>
              <a:pPr marL="0" marR="0" lvl="0" indent="0" defTabSz="914400" eaLnBrk="1" fontAlgn="auto" latinLnBrk="0" hangingPunct="1">
                <a:lnSpc>
                  <a:spcPct val="100000"/>
                </a:lnSpc>
                <a:spcBef>
                  <a:spcPts val="70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Add the icon to the placeholder.</a:t>
              </a:r>
            </a:p>
          </p:txBody>
        </p:sp>
        <p:sp>
          <p:nvSpPr>
            <p:cNvPr id="14" name="TextBox 13">
              <a:extLst>
                <a:ext uri="{FF2B5EF4-FFF2-40B4-BE49-F238E27FC236}">
                  <a16:creationId xmlns:a16="http://schemas.microsoft.com/office/drawing/2014/main" id="{8E193CD7-02AA-87E4-83F0-9F2877F38473}"/>
                </a:ext>
              </a:extLst>
            </p:cNvPr>
            <p:cNvSpPr txBox="1"/>
            <p:nvPr userDrawn="1"/>
          </p:nvSpPr>
          <p:spPr>
            <a:xfrm>
              <a:off x="12614407" y="1990969"/>
              <a:ext cx="1981357" cy="60555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2: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Paste from clipboard</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Select the icon placeholder.</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Right-click or use keyboard shortcuts to paste the icon.</a:t>
              </a:r>
            </a:p>
          </p:txBody>
        </p:sp>
        <p:sp>
          <p:nvSpPr>
            <p:cNvPr id="20" name="TextBox 19">
              <a:extLst>
                <a:ext uri="{FF2B5EF4-FFF2-40B4-BE49-F238E27FC236}">
                  <a16:creationId xmlns:a16="http://schemas.microsoft.com/office/drawing/2014/main" id="{3C6906C6-174E-51C7-FBA8-97422549FE4C}"/>
                </a:ext>
              </a:extLst>
            </p:cNvPr>
            <p:cNvSpPr txBox="1"/>
            <p:nvPr userDrawn="1"/>
          </p:nvSpPr>
          <p:spPr>
            <a:xfrm>
              <a:off x="12614407" y="2699974"/>
              <a:ext cx="2297338" cy="421654"/>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marR="0" lvl="0" indent="0" defTabSz="914400" eaLnBrk="1" fontAlgn="auto" latinLnBrk="0" hangingPunct="1">
                <a:lnSpc>
                  <a:spcPct val="100000"/>
                </a:lnSpc>
                <a:spcBef>
                  <a:spcPts val="900"/>
                </a:spcBef>
                <a:spcAft>
                  <a:spcPts val="300"/>
                </a:spcAft>
                <a:buClrTx/>
                <a:buSzTx/>
                <a:buFont typeface="Arial" panose="020B0604020202020204" pitchFamily="34" charset="0"/>
                <a:buNone/>
                <a:tabLst/>
                <a:defRPr/>
              </a:pPr>
              <a:r>
                <a:rPr kumimoji="0" lang="en-US" sz="600" b="1"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Method 3: </a:t>
              </a:r>
              <a:r>
                <a:rPr kumimoji="0" lang="en-US" sz="600" b="0" i="0" u="none" strike="noStrike" kern="0" cap="all" spc="20" normalizeH="0" baseline="0" noProof="0">
                  <a:ln>
                    <a:noFill/>
                  </a:ln>
                  <a:solidFill>
                    <a:srgbClr val="000000"/>
                  </a:solidFill>
                  <a:effectLst/>
                  <a:uLnTx/>
                  <a:uFillTx/>
                  <a:latin typeface="Aptos" panose="020B0004020202020204" pitchFamily="34" charset="0"/>
                  <a:cs typeface="Aparajita" panose="02020603050405020304" pitchFamily="18" charset="0"/>
                </a:rPr>
                <a:t>Placeholder icon</a:t>
              </a:r>
            </a:p>
            <a:p>
              <a:pPr marL="0" marR="0" lvl="1" indent="0" defTabSz="914400" eaLnBrk="1" fontAlgn="auto" latinLnBrk="0" hangingPunct="1">
                <a:lnSpc>
                  <a:spcPct val="90000"/>
                </a:lnSpc>
                <a:spcBef>
                  <a:spcPts val="0"/>
                </a:spcBef>
                <a:spcAft>
                  <a:spcPts val="300"/>
                </a:spcAft>
                <a:buClrTx/>
                <a:buSzTx/>
                <a:buFontTx/>
                <a:buNone/>
                <a:tabLst/>
                <a:defRPr/>
              </a:pPr>
              <a:r>
                <a:rPr kumimoji="0" lang="en-US" sz="1050" b="0" i="0" u="none" strike="noStrike" kern="0" cap="none" spc="0" normalizeH="0" baseline="0" noProof="0">
                  <a:ln>
                    <a:noFill/>
                  </a:ln>
                  <a:solidFill>
                    <a:srgbClr val="000000"/>
                  </a:solidFill>
                  <a:effectLst/>
                  <a:uLnTx/>
                  <a:uFillTx/>
                  <a:latin typeface="Aptos" panose="020B0004020202020204" pitchFamily="34" charset="0"/>
                  <a:cs typeface="Aparajita" panose="02020603050405020304" pitchFamily="18" charset="0"/>
                </a:rPr>
                <a:t>Click the image icon inside the placeholder to browse for an icon.</a:t>
              </a:r>
            </a:p>
          </p:txBody>
        </p:sp>
        <p:grpSp>
          <p:nvGrpSpPr>
            <p:cNvPr id="21" name="Group 20">
              <a:extLst>
                <a:ext uri="{FF2B5EF4-FFF2-40B4-BE49-F238E27FC236}">
                  <a16:creationId xmlns:a16="http://schemas.microsoft.com/office/drawing/2014/main" id="{260CE4A8-0F0A-4C75-D776-4A1000990F4B}"/>
                </a:ext>
              </a:extLst>
            </p:cNvPr>
            <p:cNvGrpSpPr/>
            <p:nvPr userDrawn="1"/>
          </p:nvGrpSpPr>
          <p:grpSpPr>
            <a:xfrm>
              <a:off x="12429548" y="3236396"/>
              <a:ext cx="2735151" cy="1280928"/>
              <a:chOff x="9286315" y="6976989"/>
              <a:chExt cx="2735151" cy="1280928"/>
            </a:xfrm>
          </p:grpSpPr>
          <p:sp>
            <p:nvSpPr>
              <p:cNvPr id="38" name="Rectangle 37">
                <a:extLst>
                  <a:ext uri="{FF2B5EF4-FFF2-40B4-BE49-F238E27FC236}">
                    <a16:creationId xmlns:a16="http://schemas.microsoft.com/office/drawing/2014/main" id="{D6DF7B9B-9DDA-C33F-85FF-F83948A401AD}"/>
                  </a:ext>
                </a:extLst>
              </p:cNvPr>
              <p:cNvSpPr/>
              <p:nvPr userDrawn="1"/>
            </p:nvSpPr>
            <p:spPr>
              <a:xfrm>
                <a:off x="9286315" y="6976989"/>
                <a:ext cx="2735151" cy="128092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9" name="TextBox 38">
                <a:extLst>
                  <a:ext uri="{FF2B5EF4-FFF2-40B4-BE49-F238E27FC236}">
                    <a16:creationId xmlns:a16="http://schemas.microsoft.com/office/drawing/2014/main" id="{03EFCB32-9400-C460-757B-A7C79C8D2CDF}"/>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Cropping Graphics</a:t>
                </a:r>
              </a:p>
            </p:txBody>
          </p:sp>
          <p:pic>
            <p:nvPicPr>
              <p:cNvPr id="40" name="Graphic 39">
                <a:extLst>
                  <a:ext uri="{FF2B5EF4-FFF2-40B4-BE49-F238E27FC236}">
                    <a16:creationId xmlns:a16="http://schemas.microsoft.com/office/drawing/2014/main" id="{DC83CEE5-722F-4A2A-E4F1-8655BE1B625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41" name="TextBox 40">
                <a:extLst>
                  <a:ext uri="{FF2B5EF4-FFF2-40B4-BE49-F238E27FC236}">
                    <a16:creationId xmlns:a16="http://schemas.microsoft.com/office/drawing/2014/main" id="{6DB9F243-EA42-F273-6F4F-9E735DD7F93F}"/>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Right-click on the icon.</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Choose “Crop” from the menu. (           )</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Adjust the size and position of the image.</a:t>
                </a:r>
              </a:p>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latin typeface="Aptos" panose="020B0004020202020204" pitchFamily="34" charset="0"/>
                    <a:cs typeface="Aparajita" panose="02020603050405020304" pitchFamily="18" charset="0"/>
                  </a:rPr>
                  <a:t>Press Esc or click outside the image area to exit the cropping mode.</a:t>
                </a:r>
              </a:p>
            </p:txBody>
          </p:sp>
          <p:pic>
            <p:nvPicPr>
              <p:cNvPr id="42" name="Picture 41">
                <a:extLst>
                  <a:ext uri="{FF2B5EF4-FFF2-40B4-BE49-F238E27FC236}">
                    <a16:creationId xmlns:a16="http://schemas.microsoft.com/office/drawing/2014/main" id="{5566EBE2-6A2E-A56C-E7C4-30802C3B8D32}"/>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130" name="TextBox 129">
                <a:extLst>
                  <a:ext uri="{FF2B5EF4-FFF2-40B4-BE49-F238E27FC236}">
                    <a16:creationId xmlns:a16="http://schemas.microsoft.com/office/drawing/2014/main" id="{6D813C75-EA44-DCE1-5697-1962589C9115}"/>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nvGrpSpPr>
            <p:cNvPr id="22" name="Group 21">
              <a:extLst>
                <a:ext uri="{FF2B5EF4-FFF2-40B4-BE49-F238E27FC236}">
                  <a16:creationId xmlns:a16="http://schemas.microsoft.com/office/drawing/2014/main" id="{C42BCB3F-53CE-B020-DE2F-6E483C5F107D}"/>
                </a:ext>
              </a:extLst>
            </p:cNvPr>
            <p:cNvGrpSpPr/>
            <p:nvPr userDrawn="1"/>
          </p:nvGrpSpPr>
          <p:grpSpPr>
            <a:xfrm>
              <a:off x="12429548" y="4543123"/>
              <a:ext cx="2735151" cy="2200108"/>
              <a:chOff x="9538241" y="5155416"/>
              <a:chExt cx="2735151" cy="2200108"/>
            </a:xfrm>
          </p:grpSpPr>
          <p:sp>
            <p:nvSpPr>
              <p:cNvPr id="29" name="Rectangle 28">
                <a:extLst>
                  <a:ext uri="{FF2B5EF4-FFF2-40B4-BE49-F238E27FC236}">
                    <a16:creationId xmlns:a16="http://schemas.microsoft.com/office/drawing/2014/main" id="{EED95C38-FD16-63F7-F5F6-7DD1558030AD}"/>
                  </a:ext>
                </a:extLst>
              </p:cNvPr>
              <p:cNvSpPr/>
              <p:nvPr userDrawn="1"/>
            </p:nvSpPr>
            <p:spPr>
              <a:xfrm>
                <a:off x="9538241" y="5155416"/>
                <a:ext cx="2735151" cy="2200108"/>
              </a:xfrm>
              <a:prstGeom prst="rect">
                <a:avLst/>
              </a:prstGeom>
              <a:solidFill>
                <a:srgbClr val="000000"/>
              </a:solidFill>
              <a:ln w="25400" cap="flat" cmpd="sng" algn="ctr">
                <a:solidFill>
                  <a:srgbClr val="EFF1F5"/>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ptos" panose="02110004020202020204"/>
                  <a:ea typeface="+mn-ea"/>
                  <a:cs typeface="Aparajita" panose="02020603050405020304" pitchFamily="18" charset="0"/>
                </a:endParaRPr>
              </a:p>
            </p:txBody>
          </p:sp>
          <p:sp>
            <p:nvSpPr>
              <p:cNvPr id="30" name="TextBox 29">
                <a:extLst>
                  <a:ext uri="{FF2B5EF4-FFF2-40B4-BE49-F238E27FC236}">
                    <a16:creationId xmlns:a16="http://schemas.microsoft.com/office/drawing/2014/main" id="{CE8E9BD3-3F87-525E-9458-2359423BE61C}"/>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srgbClr val="FFFFFF"/>
                    </a:solidFill>
                    <a:effectLst/>
                    <a:uLnTx/>
                    <a:uFillTx/>
                    <a:ea typeface="Arial" charset="0"/>
                    <a:cs typeface="Aparajita" panose="02020603050405020304" pitchFamily="18" charset="0"/>
                  </a:rPr>
                  <a:t>Changing Icons</a:t>
                </a:r>
              </a:p>
            </p:txBody>
          </p:sp>
          <p:pic>
            <p:nvPicPr>
              <p:cNvPr id="31" name="Graphic 30">
                <a:extLst>
                  <a:ext uri="{FF2B5EF4-FFF2-40B4-BE49-F238E27FC236}">
                    <a16:creationId xmlns:a16="http://schemas.microsoft.com/office/drawing/2014/main" id="{7521EABE-1DDA-C28D-74A2-855EA80B880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32" name="TextBox 31">
                <a:extLst>
                  <a:ext uri="{FF2B5EF4-FFF2-40B4-BE49-F238E27FC236}">
                    <a16:creationId xmlns:a16="http://schemas.microsoft.com/office/drawing/2014/main" id="{11BF9854-367B-CBBA-CD2B-6DBCFB3FEEE3}"/>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1: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RIGHT CLICK</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Right-click on icon and select “Change Picture”</a:t>
                </a:r>
              </a:p>
            </p:txBody>
          </p:sp>
          <p:sp>
            <p:nvSpPr>
              <p:cNvPr id="33" name="TextBox 32">
                <a:extLst>
                  <a:ext uri="{FF2B5EF4-FFF2-40B4-BE49-F238E27FC236}">
                    <a16:creationId xmlns:a16="http://schemas.microsoft.com/office/drawing/2014/main" id="{8D80CDF4-B59D-389D-AA20-6E9F5EF00C86}"/>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marR="0" lvl="1" indent="-131763" defTabSz="914400" eaLnBrk="1" fontAlgn="auto" latinLnBrk="0" hangingPunct="1">
                  <a:lnSpc>
                    <a:spcPct val="90000"/>
                  </a:lnSpc>
                  <a:spcBef>
                    <a:spcPts val="0"/>
                  </a:spcBef>
                  <a:spcAft>
                    <a:spcPts val="300"/>
                  </a:spcAft>
                  <a:buClrTx/>
                  <a:buSzTx/>
                  <a:buFont typeface="Wingdings" pitchFamily="2" charset="2"/>
                  <a:buChar char="§"/>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34" name="TextBox 33">
                <a:extLst>
                  <a:ext uri="{FF2B5EF4-FFF2-40B4-BE49-F238E27FC236}">
                    <a16:creationId xmlns:a16="http://schemas.microsoft.com/office/drawing/2014/main" id="{DD3B16CD-3463-3F49-0200-168C495AFAA2}"/>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0" cap="all" spc="20" normalizeH="0" baseline="0" noProof="0">
                    <a:ln>
                      <a:noFill/>
                    </a:ln>
                    <a:solidFill>
                      <a:srgbClr val="FFFFFF"/>
                    </a:solidFill>
                    <a:effectLst/>
                    <a:uLnTx/>
                    <a:uFillTx/>
                    <a:cs typeface="Aparajita" panose="02020603050405020304" pitchFamily="18" charset="0"/>
                  </a:rPr>
                  <a:t>Method 2: </a:t>
                </a:r>
                <a:r>
                  <a:rPr kumimoji="0" lang="en-US" sz="600" b="0" i="0" u="none" strike="noStrike" kern="0" cap="all" spc="20" normalizeH="0" baseline="0" noProof="0">
                    <a:ln>
                      <a:noFill/>
                    </a:ln>
                    <a:solidFill>
                      <a:srgbClr val="FFFFFF"/>
                    </a:solidFill>
                    <a:effectLst/>
                    <a:uLnTx/>
                    <a:uFillTx/>
                    <a:cs typeface="Aparajita" panose="02020603050405020304" pitchFamily="18" charset="0"/>
                  </a:rPr>
                  <a:t>RESET PLACEHOLDER</a:t>
                </a:r>
              </a:p>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First, delete the existing icon to reset the photo placeholder functionality.</a:t>
                </a:r>
              </a:p>
            </p:txBody>
          </p:sp>
          <p:sp>
            <p:nvSpPr>
              <p:cNvPr id="35" name="TextBox 34">
                <a:extLst>
                  <a:ext uri="{FF2B5EF4-FFF2-40B4-BE49-F238E27FC236}">
                    <a16:creationId xmlns:a16="http://schemas.microsoft.com/office/drawing/2014/main" id="{792CD33D-4A40-3353-AEB5-343C73AA5C37}"/>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200"/>
                  </a:spcBef>
                  <a:spcAft>
                    <a:spcPts val="0"/>
                  </a:spcAft>
                  <a:buClrTx/>
                  <a:buSzTx/>
                  <a:buFontTx/>
                  <a:buNone/>
                  <a:tabLst/>
                  <a:defRPr/>
                </a:pPr>
                <a:r>
                  <a:rPr kumimoji="0" lang="en-US" sz="900" b="0" i="0" u="none" strike="noStrike" kern="0" cap="none" spc="0" normalizeH="0" baseline="0" noProof="0">
                    <a:ln>
                      <a:noFill/>
                    </a:ln>
                    <a:solidFill>
                      <a:srgbClr val="FFFFFF">
                        <a:lumMod val="50000"/>
                        <a:lumOff val="50000"/>
                      </a:srgbClr>
                    </a:solidFill>
                    <a:effectLst/>
                    <a:uLnTx/>
                    <a:uFillTx/>
                    <a:ea typeface="Arial" charset="0"/>
                    <a:cs typeface="Aparajita" panose="02020603050405020304" pitchFamily="18" charset="0"/>
                  </a:rPr>
                  <a:t>You can now add a new icon as normal.</a:t>
                </a:r>
              </a:p>
            </p:txBody>
          </p:sp>
          <p:cxnSp>
            <p:nvCxnSpPr>
              <p:cNvPr id="36" name="Straight Connector 35">
                <a:extLst>
                  <a:ext uri="{FF2B5EF4-FFF2-40B4-BE49-F238E27FC236}">
                    <a16:creationId xmlns:a16="http://schemas.microsoft.com/office/drawing/2014/main" id="{8D0CB376-99C4-94BA-CF39-CB6040DF6096}"/>
                  </a:ext>
                </a:extLst>
              </p:cNvPr>
              <p:cNvCxnSpPr>
                <a:cxnSpLocks/>
              </p:cNvCxnSpPr>
              <p:nvPr userDrawn="1"/>
            </p:nvCxnSpPr>
            <p:spPr>
              <a:xfrm>
                <a:off x="9713479" y="5957047"/>
                <a:ext cx="270000" cy="0"/>
              </a:xfrm>
              <a:prstGeom prst="line">
                <a:avLst/>
              </a:prstGeom>
              <a:noFill/>
              <a:ln w="9525" cap="flat" cmpd="sng" algn="ctr">
                <a:solidFill>
                  <a:srgbClr val="833AFF"/>
                </a:solidFill>
                <a:prstDash val="solid"/>
              </a:ln>
              <a:effectLst/>
            </p:spPr>
          </p:cxnSp>
          <p:sp>
            <p:nvSpPr>
              <p:cNvPr id="37" name="TextBox 36">
                <a:extLst>
                  <a:ext uri="{FF2B5EF4-FFF2-40B4-BE49-F238E27FC236}">
                    <a16:creationId xmlns:a16="http://schemas.microsoft.com/office/drawing/2014/main" id="{5C8BADC1-8AD4-A9C6-6992-8A3CBF399C7E}"/>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all" spc="150" normalizeH="0" baseline="0" noProof="0">
                    <a:ln>
                      <a:noFill/>
                    </a:ln>
                    <a:solidFill>
                      <a:srgbClr val="FFFFFF"/>
                    </a:solidFill>
                    <a:effectLst/>
                    <a:uLnTx/>
                    <a:uFillTx/>
                  </a:rPr>
                  <a:t>TIP</a:t>
                </a:r>
              </a:p>
            </p:txBody>
          </p:sp>
        </p:grpSp>
      </p:grpSp>
      <p:sp>
        <p:nvSpPr>
          <p:cNvPr id="23" name="TextBox 22">
            <a:extLst>
              <a:ext uri="{FF2B5EF4-FFF2-40B4-BE49-F238E27FC236}">
                <a16:creationId xmlns:a16="http://schemas.microsoft.com/office/drawing/2014/main" id="{3F502AA4-E810-807B-C0C9-7B66B0741DC4}"/>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26" name="Footer Placeholder 129">
            <a:extLst>
              <a:ext uri="{FF2B5EF4-FFF2-40B4-BE49-F238E27FC236}">
                <a16:creationId xmlns:a16="http://schemas.microsoft.com/office/drawing/2014/main" id="{BF7FD379-F06A-A011-040E-358109DA4B98}"/>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40095727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Quote_Grey">
    <p:bg>
      <p:bgPr>
        <a:solidFill>
          <a:srgbClr val="EFF1F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solidFill>
                  <a:schemeClr val="accent1"/>
                </a:solidFill>
              </a:defRPr>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lang="en-US" sz="2800" kern="1200" spc="-50" baseline="0" dirty="0">
                <a:solidFill>
                  <a:schemeClr val="tx2"/>
                </a:solidFill>
                <a:latin typeface="+mj-lt"/>
                <a:ea typeface="+mn-ea"/>
                <a:cs typeface="+mn-cs"/>
              </a:defRPr>
            </a:lvl1pPr>
          </a:lstStyle>
          <a:p>
            <a:pPr lvl="0"/>
            <a:r>
              <a:rPr lang="en-US"/>
              <a:t>Quote attribution</a:t>
            </a:r>
          </a:p>
        </p:txBody>
      </p:sp>
      <p:sp>
        <p:nvSpPr>
          <p:cNvPr id="2" name="TextBox 1">
            <a:extLst>
              <a:ext uri="{FF2B5EF4-FFF2-40B4-BE49-F238E27FC236}">
                <a16:creationId xmlns:a16="http://schemas.microsoft.com/office/drawing/2014/main" id="{522BFCA1-F246-C9AB-5FE8-80EB376996F6}"/>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5" name="Footer Placeholder 129">
            <a:extLst>
              <a:ext uri="{FF2B5EF4-FFF2-40B4-BE49-F238E27FC236}">
                <a16:creationId xmlns:a16="http://schemas.microsoft.com/office/drawing/2014/main" id="{5845E94C-821C-71B5-4ADB-28CFB5B21B55}"/>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30994258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Content_Grey">
    <p:bg>
      <p:bgPr>
        <a:solidFill>
          <a:srgbClr val="EFF1F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9A068E-DD81-79DA-7D48-B71CE54F76C6}"/>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 name="Footer Placeholder 129">
            <a:extLst>
              <a:ext uri="{FF2B5EF4-FFF2-40B4-BE49-F238E27FC236}">
                <a16:creationId xmlns:a16="http://schemas.microsoft.com/office/drawing/2014/main" id="{30FFA0C4-2C24-DFED-6088-5A8448100AAF}"/>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
        <p:nvSpPr>
          <p:cNvPr id="5" name="Title 2">
            <a:extLst>
              <a:ext uri="{FF2B5EF4-FFF2-40B4-BE49-F238E27FC236}">
                <a16:creationId xmlns:a16="http://schemas.microsoft.com/office/drawing/2014/main" id="{68B7F7FF-CA46-87CD-8D25-85A71A724A8E}"/>
              </a:ext>
            </a:extLst>
          </p:cNvPr>
          <p:cNvSpPr>
            <a:spLocks noGrp="1"/>
          </p:cNvSpPr>
          <p:nvPr>
            <p:ph type="title" hasCustomPrompt="1"/>
          </p:nvPr>
        </p:nvSpPr>
        <p:spPr>
          <a:xfrm>
            <a:off x="515938" y="628016"/>
            <a:ext cx="11160126" cy="647700"/>
          </a:xfrm>
        </p:spPr>
        <p:txBody>
          <a:bodyPr/>
          <a:lstStyle>
            <a:lvl1pPr>
              <a:lnSpc>
                <a:spcPct val="85000"/>
              </a:lnSpc>
              <a:defRPr>
                <a:solidFill>
                  <a:schemeClr val="accent1"/>
                </a:solidFill>
              </a:defRPr>
            </a:lvl1pPr>
          </a:lstStyle>
          <a:p>
            <a:r>
              <a:rPr lang="en-US"/>
              <a:t>Title + Content layout</a:t>
            </a:r>
            <a:br>
              <a:rPr lang="en-US"/>
            </a:br>
            <a:r>
              <a:rPr lang="en-US"/>
              <a:t>Title 2 lines maximum</a:t>
            </a:r>
            <a:endParaRPr lang="en-CA"/>
          </a:p>
        </p:txBody>
      </p:sp>
      <p:sp>
        <p:nvSpPr>
          <p:cNvPr id="7" name="Text Placeholder 3">
            <a:extLst>
              <a:ext uri="{FF2B5EF4-FFF2-40B4-BE49-F238E27FC236}">
                <a16:creationId xmlns:a16="http://schemas.microsoft.com/office/drawing/2014/main" id="{1EE7ADE6-ED64-BBC9-C962-023B1C89DB66}"/>
              </a:ext>
            </a:extLst>
          </p:cNvPr>
          <p:cNvSpPr>
            <a:spLocks noGrp="1"/>
          </p:cNvSpPr>
          <p:nvPr>
            <p:ph idx="1" hasCustomPrompt="1"/>
          </p:nvPr>
        </p:nvSpPr>
        <p:spPr>
          <a:xfrm>
            <a:off x="515938" y="1820860"/>
            <a:ext cx="11160126" cy="4344989"/>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8" name="Text Placeholder 4">
            <a:extLst>
              <a:ext uri="{FF2B5EF4-FFF2-40B4-BE49-F238E27FC236}">
                <a16:creationId xmlns:a16="http://schemas.microsoft.com/office/drawing/2014/main" id="{AB79ACF9-696E-7CB7-114E-4D6447E904CC}"/>
              </a:ext>
            </a:extLst>
          </p:cNvPr>
          <p:cNvSpPr>
            <a:spLocks noGrp="1"/>
          </p:cNvSpPr>
          <p:nvPr>
            <p:ph type="body" sz="quarter" idx="11" hasCustomPrompt="1"/>
          </p:nvPr>
        </p:nvSpPr>
        <p:spPr>
          <a:xfrm>
            <a:off x="515938" y="1387475"/>
            <a:ext cx="11160125" cy="233910"/>
          </a:xfrm>
        </p:spPr>
        <p:txBody>
          <a:bodyPr>
            <a:spAutoFit/>
          </a:bodyPr>
          <a:lstStyle>
            <a:lvl1pPr marL="0" indent="0">
              <a:buNone/>
              <a:defRPr lang="en-US" sz="1600" kern="1200" dirty="0">
                <a:solidFill>
                  <a:schemeClr val="dk1"/>
                </a:solidFill>
                <a:latin typeface="+mn-lt"/>
                <a:ea typeface="+mn-ea"/>
                <a:cs typeface="+mn-cs"/>
              </a:defRPr>
            </a:lvl1pPr>
          </a:lstStyle>
          <a:p>
            <a:pPr lvl="0"/>
            <a:r>
              <a:rPr lang="en-US" dirty="0" err="1"/>
              <a:t>Subheader</a:t>
            </a:r>
            <a:endParaRPr lang="en-US" dirty="0"/>
          </a:p>
        </p:txBody>
      </p:sp>
    </p:spTree>
    <p:extLst>
      <p:ext uri="{BB962C8B-B14F-4D97-AF65-F5344CB8AC3E}">
        <p14:creationId xmlns:p14="http://schemas.microsoft.com/office/powerpoint/2010/main" val="12057520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50/50 Title+Content_Grey">
    <p:bg>
      <p:bgPr>
        <a:solidFill>
          <a:srgbClr val="EFF1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accent1"/>
                </a:solidFill>
              </a:defRPr>
            </a:lvl1pPr>
          </a:lstStyle>
          <a:p>
            <a:r>
              <a:rPr lang="en-US" dirty="0"/>
              <a:t>50/50 Title + Content</a:t>
            </a:r>
            <a:br>
              <a:rPr lang="en-US" dirty="0"/>
            </a:br>
            <a:r>
              <a:rPr lang="en-US" dirty="0"/>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a:defRPr>
                <a:solidFill>
                  <a:schemeClr val="accent6">
                    <a:lumMod val="50000"/>
                  </a:schemeClr>
                </a:solidFill>
              </a:defRPr>
            </a:lvl1pPr>
          </a:lstStyle>
          <a:p>
            <a:endParaRPr lang="en-CA" dirty="0"/>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dk1"/>
                </a:solidFill>
                <a:latin typeface="+mn-lt"/>
                <a:ea typeface="+mn-ea"/>
                <a:cs typeface="+mn-cs"/>
              </a:defRPr>
            </a:lvl1pPr>
          </a:lstStyle>
          <a:p>
            <a:pPr lvl="0"/>
            <a:r>
              <a:rPr lang="en-US" dirty="0" err="1"/>
              <a:t>Subheader</a:t>
            </a:r>
            <a:endParaRPr lang="en-US" dirty="0"/>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l" defTabSz="914400" rtl="0" eaLnBrk="1" latinLnBrk="0" hangingPunct="1">
                <a:lnSpc>
                  <a:spcPct val="125000"/>
                </a:lnSpc>
              </a:pPr>
              <a:t>‹#›</a:t>
            </a:fld>
            <a:endParaRPr lang="en-US" sz="800" kern="1200" dirty="0">
              <a:solidFill>
                <a:schemeClr val="bg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dirty="0"/>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bg1"/>
                </a:solidFill>
                <a:latin typeface="+mj-lt"/>
                <a:ea typeface="+mj-ea"/>
                <a:cs typeface="+mj-cs"/>
              </a:defRPr>
            </a:lvl1pPr>
          </a:lstStyle>
          <a:p>
            <a:pPr lvl="0"/>
            <a:r>
              <a:rPr lang="en-US" dirty="0"/>
              <a:t>50/50 Title + Content</a:t>
            </a:r>
            <a:br>
              <a:rPr lang="en-US" dirty="0"/>
            </a:br>
            <a:r>
              <a:rPr lang="en-US" dirty="0"/>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bg1"/>
                </a:solidFill>
                <a:latin typeface="+mn-lt"/>
                <a:ea typeface="+mn-ea"/>
                <a:cs typeface="+mn-cs"/>
              </a:defRPr>
            </a:lvl1pPr>
          </a:lstStyle>
          <a:p>
            <a:pPr lvl="0"/>
            <a:r>
              <a:rPr lang="en-US" dirty="0" err="1"/>
              <a:t>Subheader</a:t>
            </a:r>
            <a:endParaRPr lang="en-US" dirty="0"/>
          </a:p>
        </p:txBody>
      </p:sp>
    </p:spTree>
    <p:extLst>
      <p:ext uri="{BB962C8B-B14F-4D97-AF65-F5344CB8AC3E}">
        <p14:creationId xmlns:p14="http://schemas.microsoft.com/office/powerpoint/2010/main" val="4352716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2/1 Title+Content_Grey">
    <p:bg>
      <p:bgPr>
        <a:solidFill>
          <a:srgbClr val="EFF1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accent1"/>
                </a:solidFill>
              </a:defRPr>
            </a:lvl1pPr>
          </a:lstStyle>
          <a:p>
            <a:r>
              <a:rPr lang="en-US" dirty="0"/>
              <a:t>2/1 Title + Content</a:t>
            </a:r>
            <a:br>
              <a:rPr lang="en-US" dirty="0"/>
            </a:br>
            <a:r>
              <a:rPr lang="en-US" dirty="0"/>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a:defRPr>
                <a:solidFill>
                  <a:schemeClr val="accent6">
                    <a:lumMod val="50000"/>
                  </a:schemeClr>
                </a:solidFill>
              </a:defRPr>
            </a:lvl1pPr>
          </a:lstStyle>
          <a:p>
            <a:endParaRPr lang="en-CA" dirty="0"/>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dk1"/>
                </a:solidFill>
                <a:latin typeface="+mn-lt"/>
                <a:ea typeface="+mn-ea"/>
                <a:cs typeface="+mn-cs"/>
              </a:defRPr>
            </a:lvl1pPr>
          </a:lstStyle>
          <a:p>
            <a:pPr lvl="0"/>
            <a:r>
              <a:rPr lang="en-US" dirty="0" err="1"/>
              <a:t>Subheader</a:t>
            </a:r>
            <a:endParaRPr lang="en-US" dirty="0"/>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l" defTabSz="914400" rtl="0" eaLnBrk="1" latinLnBrk="0" hangingPunct="1">
                <a:lnSpc>
                  <a:spcPct val="125000"/>
                </a:lnSpc>
              </a:pPr>
              <a:t>‹#›</a:t>
            </a:fld>
            <a:endParaRPr lang="en-US" sz="800" kern="1200" dirty="0">
              <a:solidFill>
                <a:schemeClr val="bg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dirty="0"/>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bg1"/>
                </a:solidFill>
                <a:latin typeface="+mj-lt"/>
                <a:ea typeface="+mj-ea"/>
                <a:cs typeface="+mj-cs"/>
              </a:defRPr>
            </a:lvl1pPr>
          </a:lstStyle>
          <a:p>
            <a:pPr lvl="0"/>
            <a:r>
              <a:rPr lang="en-US" dirty="0"/>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dirty="0"/>
              <a:t>Click to edit Parent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bg1"/>
                </a:solidFill>
                <a:latin typeface="+mn-lt"/>
                <a:ea typeface="+mn-ea"/>
                <a:cs typeface="+mn-cs"/>
              </a:defRPr>
            </a:lvl1pPr>
          </a:lstStyle>
          <a:p>
            <a:pPr lvl="0"/>
            <a:r>
              <a:rPr lang="en-US" dirty="0" err="1"/>
              <a:t>Subheader</a:t>
            </a:r>
            <a:endParaRPr lang="en-US" dirty="0"/>
          </a:p>
        </p:txBody>
      </p:sp>
    </p:spTree>
    <p:extLst>
      <p:ext uri="{BB962C8B-B14F-4D97-AF65-F5344CB8AC3E}">
        <p14:creationId xmlns:p14="http://schemas.microsoft.com/office/powerpoint/2010/main" val="11697893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Blank_Grey">
    <p:bg>
      <p:bgPr>
        <a:solidFill>
          <a:srgbClr val="EFF1F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2AADDE-C6E8-F1B8-1F28-4B94967DD572}"/>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 name="Footer Placeholder 129">
            <a:extLst>
              <a:ext uri="{FF2B5EF4-FFF2-40B4-BE49-F238E27FC236}">
                <a16:creationId xmlns:a16="http://schemas.microsoft.com/office/drawing/2014/main" id="{4F27F3B1-F214-06D4-203E-6B4F06C026D1}"/>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18377188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5938" y="628016"/>
            <a:ext cx="11160126" cy="647700"/>
          </a:xfrm>
          <a:prstGeom prst="rect">
            <a:avLst/>
          </a:prstGeom>
        </p:spPr>
        <p:txBody>
          <a:bodyPr vert="horz" wrap="square" lIns="0" tIns="0" rIns="0" bIns="0" rtlCol="0" anchor="t">
            <a:noAutofit/>
          </a:bodyPr>
          <a:lstStyle/>
          <a:p>
            <a:r>
              <a:rPr lang="en-US"/>
              <a:t>Click to edit Parent title style</a:t>
            </a:r>
          </a:p>
        </p:txBody>
      </p:sp>
      <p:sp>
        <p:nvSpPr>
          <p:cNvPr id="4" name="Text Placeholder 3">
            <a:extLst>
              <a:ext uri="{FF2B5EF4-FFF2-40B4-BE49-F238E27FC236}">
                <a16:creationId xmlns:a16="http://schemas.microsoft.com/office/drawing/2014/main" id="{D5872A47-0E6B-4F8D-925D-0C1725B22029}"/>
              </a:ext>
            </a:extLst>
          </p:cNvPr>
          <p:cNvSpPr>
            <a:spLocks noGrp="1"/>
          </p:cNvSpPr>
          <p:nvPr>
            <p:ph type="body" idx="1"/>
          </p:nvPr>
        </p:nvSpPr>
        <p:spPr>
          <a:xfrm>
            <a:off x="515938" y="1493520"/>
            <a:ext cx="11160126" cy="4672330"/>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Footer Placeholder 2">
            <a:extLst>
              <a:ext uri="{FF2B5EF4-FFF2-40B4-BE49-F238E27FC236}">
                <a16:creationId xmlns:a16="http://schemas.microsoft.com/office/drawing/2014/main" id="{E149C81B-6BB7-4307-8233-8B2113C697AE}"/>
              </a:ext>
            </a:extLst>
          </p:cNvPr>
          <p:cNvSpPr>
            <a:spLocks noGrp="1"/>
          </p:cNvSpPr>
          <p:nvPr>
            <p:ph type="ftr" sz="quarter" idx="3"/>
          </p:nvPr>
        </p:nvSpPr>
        <p:spPr>
          <a:xfrm>
            <a:off x="515937" y="6396925"/>
            <a:ext cx="11029739"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CA"/>
          </a:p>
        </p:txBody>
      </p:sp>
      <p:sp>
        <p:nvSpPr>
          <p:cNvPr id="98" name="TextBox 97"/>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Tree>
    <p:extLst>
      <p:ext uri="{BB962C8B-B14F-4D97-AF65-F5344CB8AC3E}">
        <p14:creationId xmlns:p14="http://schemas.microsoft.com/office/powerpoint/2010/main" val="93195034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84000"/>
        </a:lnSpc>
        <a:spcBef>
          <a:spcPct val="0"/>
        </a:spcBef>
        <a:buNone/>
        <a:defRPr sz="2800" kern="2000" spc="-50" baseline="0">
          <a:solidFill>
            <a:schemeClr val="tx2"/>
          </a:solidFill>
          <a:latin typeface="+mj-lt"/>
          <a:ea typeface="+mj-ea"/>
          <a:cs typeface="+mj-cs"/>
        </a:defRPr>
      </a:lvl1pPr>
    </p:titleStyle>
    <p:body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4" orient="horz" pos="391">
          <p15:clr>
            <a:srgbClr val="F26B43"/>
          </p15:clr>
        </p15:guide>
        <p15:guide id="6" pos="7355">
          <p15:clr>
            <a:srgbClr val="F26B43"/>
          </p15:clr>
        </p15:guide>
        <p15:guide id="10" orient="horz" pos="4020">
          <p15:clr>
            <a:srgbClr val="F26B43"/>
          </p15:clr>
        </p15:guide>
        <p15:guide id="11" orient="horz" pos="38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52.xml"/><Relationship Id="rId1" Type="http://schemas.openxmlformats.org/officeDocument/2006/relationships/video" Target="https://www.youtube.com/embed/yKcANdkRuNI?feature=oembed"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microsoft.com/office/2007/relationships/media" Target="../media/media2.m4a"/><Relationship Id="rId7" Type="http://schemas.openxmlformats.org/officeDocument/2006/relationships/image" Target="../media/image21.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0.png"/><Relationship Id="rId5" Type="http://schemas.openxmlformats.org/officeDocument/2006/relationships/slideLayout" Target="../slideLayouts/slideLayout52.xml"/><Relationship Id="rId4" Type="http://schemas.openxmlformats.org/officeDocument/2006/relationships/audio" Target="../media/media2.m4a"/></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3" Type="http://schemas.openxmlformats.org/officeDocument/2006/relationships/hyperlink" Target="https://arxiv.org/abs/2210.02747" TargetMode="External"/><Relationship Id="rId2" Type="http://schemas.openxmlformats.org/officeDocument/2006/relationships/image" Target="../media/image29.png"/><Relationship Id="rId1" Type="http://schemas.openxmlformats.org/officeDocument/2006/relationships/slideLayout" Target="../slideLayouts/slideLayout5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3" Type="http://schemas.openxmlformats.org/officeDocument/2006/relationships/hyperlink" Target="https://blog.google/innovation-and-ai/models-and-research/gemini-models/gemini-omni/" TargetMode="External"/><Relationship Id="rId2" Type="http://schemas.openxmlformats.org/officeDocument/2006/relationships/hyperlink" Target="https://github.com/vllm-project/vllm-omni" TargetMode="External"/><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2.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488D-54FC-9E57-84F3-E82E2F54BC1B}"/>
              </a:ext>
            </a:extLst>
          </p:cNvPr>
          <p:cNvSpPr>
            <a:spLocks noGrp="1"/>
          </p:cNvSpPr>
          <p:nvPr>
            <p:ph type="title"/>
          </p:nvPr>
        </p:nvSpPr>
        <p:spPr>
          <a:xfrm>
            <a:off x="508055" y="1592317"/>
            <a:ext cx="5971572" cy="2498835"/>
          </a:xfrm>
        </p:spPr>
        <p:txBody>
          <a:bodyPr/>
          <a:lstStyle/>
          <a:p>
            <a:r>
              <a:rPr lang="en-US" sz="4800" dirty="0"/>
              <a:t>Qwen2.5 Omni,</a:t>
            </a:r>
            <a:br>
              <a:rPr lang="en-US" sz="4800" dirty="0"/>
            </a:br>
            <a:r>
              <a:rPr lang="en-US" sz="4800" dirty="0"/>
              <a:t>and</a:t>
            </a:r>
            <a:br>
              <a:rPr lang="en-US" sz="4800" dirty="0"/>
            </a:br>
            <a:r>
              <a:rPr lang="en-US" sz="4800" dirty="0" err="1"/>
              <a:t>vLLM</a:t>
            </a:r>
            <a:r>
              <a:rPr lang="en-US" sz="4800" dirty="0"/>
              <a:t> </a:t>
            </a:r>
            <a:r>
              <a:rPr lang="en-US" sz="4800" dirty="0" err="1"/>
              <a:t>PagedAttention</a:t>
            </a:r>
            <a:endParaRPr lang="en-CA" dirty="0"/>
          </a:p>
        </p:txBody>
      </p:sp>
      <p:sp>
        <p:nvSpPr>
          <p:cNvPr id="3" name="TextBox 2">
            <a:extLst>
              <a:ext uri="{FF2B5EF4-FFF2-40B4-BE49-F238E27FC236}">
                <a16:creationId xmlns:a16="http://schemas.microsoft.com/office/drawing/2014/main" id="{A960E984-B356-2089-608A-26893E1B27EC}"/>
              </a:ext>
            </a:extLst>
          </p:cNvPr>
          <p:cNvSpPr txBox="1"/>
          <p:nvPr/>
        </p:nvSpPr>
        <p:spPr>
          <a:xfrm>
            <a:off x="508055" y="4942489"/>
            <a:ext cx="4162096" cy="236347"/>
          </a:xfrm>
          <a:prstGeom prst="rect">
            <a:avLst/>
          </a:prstGeom>
        </p:spPr>
        <p:txBody>
          <a:bodyPr wrap="square" lIns="0" tIns="0" rIns="0" bIns="0" rtlCol="0">
            <a:spAutoFit/>
          </a:bodyPr>
          <a:lstStyle/>
          <a:p>
            <a:pPr algn="l">
              <a:lnSpc>
                <a:spcPct val="96000"/>
              </a:lnSpc>
            </a:pPr>
            <a:r>
              <a:rPr lang="en-US" sz="1600" dirty="0" err="1">
                <a:latin typeface="Aptos" panose="020B0004020202020204" pitchFamily="34" charset="0"/>
                <a:cs typeface="Microsoft Sans Serif" panose="020B0604020202020204" pitchFamily="34" charset="0"/>
              </a:rPr>
              <a:t>IEIoT</a:t>
            </a:r>
            <a:r>
              <a:rPr lang="en-US" sz="1600" dirty="0">
                <a:latin typeface="Aptos" panose="020B0004020202020204" pitchFamily="34" charset="0"/>
                <a:cs typeface="Microsoft Sans Serif" panose="020B0604020202020204" pitchFamily="34" charset="0"/>
              </a:rPr>
              <a:t> AI – Hao Ren – 05/27/2026</a:t>
            </a:r>
          </a:p>
        </p:txBody>
      </p:sp>
    </p:spTree>
    <p:extLst>
      <p:ext uri="{BB962C8B-B14F-4D97-AF65-F5344CB8AC3E}">
        <p14:creationId xmlns:p14="http://schemas.microsoft.com/office/powerpoint/2010/main" val="206565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09C1DA0-D950-D681-9F5A-789FFF1A9FA6}"/>
              </a:ext>
            </a:extLst>
          </p:cNvPr>
          <p:cNvSpPr>
            <a:spLocks noGrp="1"/>
          </p:cNvSpPr>
          <p:nvPr>
            <p:ph type="body" sz="quarter" idx="13"/>
          </p:nvPr>
        </p:nvSpPr>
        <p:spPr>
          <a:xfrm>
            <a:off x="4934607" y="796160"/>
            <a:ext cx="6741455" cy="5177920"/>
          </a:xfrm>
        </p:spPr>
        <p:txBody>
          <a:bodyPr/>
          <a:lstStyle/>
          <a:p>
            <a:pPr marL="514350" indent="-514350">
              <a:buFont typeface="+mj-lt"/>
              <a:buAutoNum type="arabicPeriod"/>
            </a:pPr>
            <a:r>
              <a:rPr lang="en-US" dirty="0"/>
              <a:t>Qwen 2.5 Omni 3B Technical details</a:t>
            </a:r>
          </a:p>
          <a:p>
            <a:pPr marL="915988" lvl="1" indent="-514350">
              <a:buFont typeface="+mj-lt"/>
              <a:buAutoNum type="arabicPeriod"/>
            </a:pPr>
            <a:r>
              <a:rPr lang="en-US" dirty="0"/>
              <a:t>Demo</a:t>
            </a:r>
          </a:p>
          <a:p>
            <a:pPr marL="915988" lvl="1" indent="-514350">
              <a:buFont typeface="+mj-lt"/>
              <a:buAutoNum type="arabicPeriod"/>
            </a:pPr>
            <a:r>
              <a:rPr lang="en-US" dirty="0"/>
              <a:t>Introduction</a:t>
            </a:r>
          </a:p>
          <a:p>
            <a:pPr marL="915988" lvl="1" indent="-514350">
              <a:buFont typeface="+mj-lt"/>
              <a:buAutoNum type="arabicPeriod"/>
            </a:pPr>
            <a:r>
              <a:rPr lang="en-US" dirty="0"/>
              <a:t>Audio Encoder</a:t>
            </a:r>
          </a:p>
          <a:p>
            <a:pPr marL="915988" lvl="1" indent="-514350">
              <a:buFont typeface="+mj-lt"/>
              <a:buAutoNum type="arabicPeriod"/>
            </a:pPr>
            <a:r>
              <a:rPr lang="en-US" dirty="0" err="1"/>
              <a:t>TMRoPE</a:t>
            </a:r>
            <a:endParaRPr lang="en-US" dirty="0"/>
          </a:p>
          <a:p>
            <a:pPr marL="915988" lvl="1" indent="-514350">
              <a:buFont typeface="+mj-lt"/>
              <a:buAutoNum type="arabicPeriod"/>
            </a:pPr>
            <a:r>
              <a:rPr lang="en-US" dirty="0"/>
              <a:t>Thinker-Talker architecture</a:t>
            </a:r>
          </a:p>
          <a:p>
            <a:pPr marL="915988" lvl="1" indent="-514350">
              <a:buFont typeface="+mj-lt"/>
              <a:buAutoNum type="arabicPeriod"/>
            </a:pPr>
            <a:r>
              <a:rPr lang="en-US" dirty="0"/>
              <a:t>Training and Benchmark</a:t>
            </a:r>
          </a:p>
          <a:p>
            <a:pPr marL="514350" indent="-514350">
              <a:buFont typeface="+mj-lt"/>
              <a:buAutoNum type="arabicPeriod"/>
            </a:pPr>
            <a:r>
              <a:rPr lang="en-US" dirty="0" err="1"/>
              <a:t>vLLM</a:t>
            </a:r>
            <a:r>
              <a:rPr lang="en-US" dirty="0"/>
              <a:t> </a:t>
            </a:r>
            <a:r>
              <a:rPr lang="en-US" dirty="0" err="1"/>
              <a:t>PagedAttention</a:t>
            </a:r>
            <a:endParaRPr lang="en-US" dirty="0"/>
          </a:p>
        </p:txBody>
      </p:sp>
    </p:spTree>
    <p:extLst>
      <p:ext uri="{BB962C8B-B14F-4D97-AF65-F5344CB8AC3E}">
        <p14:creationId xmlns:p14="http://schemas.microsoft.com/office/powerpoint/2010/main" val="2361413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5B2FF-F88D-37C3-4760-D77BD4065E5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B753264-220C-1616-9349-A8B8F0D4732F}"/>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AAD692ED-A822-137A-0622-EC42C6E00BC2}"/>
              </a:ext>
            </a:extLst>
          </p:cNvPr>
          <p:cNvSpPr>
            <a:spLocks noGrp="1"/>
          </p:cNvSpPr>
          <p:nvPr>
            <p:ph type="title"/>
          </p:nvPr>
        </p:nvSpPr>
        <p:spPr>
          <a:xfrm>
            <a:off x="515937" y="300387"/>
            <a:ext cx="11160126" cy="647700"/>
          </a:xfrm>
        </p:spPr>
        <p:txBody>
          <a:bodyPr/>
          <a:lstStyle/>
          <a:p>
            <a:r>
              <a:rPr lang="en-US" dirty="0"/>
              <a:t>Qwen2.5 Omni Model</a:t>
            </a:r>
            <a:br>
              <a:rPr lang="en-US" dirty="0"/>
            </a:br>
            <a:r>
              <a:rPr lang="en-US" dirty="0"/>
              <a:t>Introduction</a:t>
            </a:r>
          </a:p>
        </p:txBody>
      </p:sp>
      <p:sp>
        <p:nvSpPr>
          <p:cNvPr id="6" name="Content Placeholder 5">
            <a:extLst>
              <a:ext uri="{FF2B5EF4-FFF2-40B4-BE49-F238E27FC236}">
                <a16:creationId xmlns:a16="http://schemas.microsoft.com/office/drawing/2014/main" id="{CE4BF0A8-E5D2-B3A9-1156-7A29F1B43475}"/>
              </a:ext>
            </a:extLst>
          </p:cNvPr>
          <p:cNvSpPr>
            <a:spLocks noGrp="1"/>
          </p:cNvSpPr>
          <p:nvPr>
            <p:ph idx="1"/>
          </p:nvPr>
        </p:nvSpPr>
        <p:spPr>
          <a:xfrm>
            <a:off x="515937" y="6018483"/>
            <a:ext cx="11160126" cy="205135"/>
          </a:xfrm>
        </p:spPr>
        <p:txBody>
          <a:bodyPr/>
          <a:lstStyle/>
          <a:p>
            <a:r>
              <a:rPr lang="en-US" sz="1600" dirty="0"/>
              <a:t>Image from </a:t>
            </a:r>
            <a:r>
              <a:rPr lang="en-US" sz="1600" dirty="0" err="1"/>
              <a:t>vllm</a:t>
            </a:r>
            <a:r>
              <a:rPr lang="en-US" sz="1600" dirty="0"/>
              <a:t>-omni: https://github.com/vllm-project/vllm-omni</a:t>
            </a:r>
          </a:p>
        </p:txBody>
      </p:sp>
      <p:pic>
        <p:nvPicPr>
          <p:cNvPr id="2050" name="Picture 2" descr="vllm-omni">
            <a:extLst>
              <a:ext uri="{FF2B5EF4-FFF2-40B4-BE49-F238E27FC236}">
                <a16:creationId xmlns:a16="http://schemas.microsoft.com/office/drawing/2014/main" id="{CA47F525-DD32-EFC1-F6B6-BD1E0DD53E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937" y="1150279"/>
            <a:ext cx="10143111" cy="478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74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A1F3C58-A588-CF27-4268-E181C75085F4}"/>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8DB07C81-19BC-CCAF-3CE5-72AB73DAE8C0}"/>
              </a:ext>
            </a:extLst>
          </p:cNvPr>
          <p:cNvSpPr>
            <a:spLocks noGrp="1"/>
          </p:cNvSpPr>
          <p:nvPr>
            <p:ph type="title"/>
          </p:nvPr>
        </p:nvSpPr>
        <p:spPr>
          <a:xfrm>
            <a:off x="515937" y="300387"/>
            <a:ext cx="11160126" cy="647700"/>
          </a:xfrm>
        </p:spPr>
        <p:txBody>
          <a:bodyPr/>
          <a:lstStyle/>
          <a:p>
            <a:r>
              <a:rPr lang="en-US" dirty="0"/>
              <a:t>Qwen2.5 Omni Model</a:t>
            </a:r>
            <a:br>
              <a:rPr lang="en-US" dirty="0"/>
            </a:br>
            <a:r>
              <a:rPr lang="en-US" dirty="0"/>
              <a:t>Introduction</a:t>
            </a:r>
          </a:p>
        </p:txBody>
      </p:sp>
      <p:sp>
        <p:nvSpPr>
          <p:cNvPr id="4" name="Content Placeholder 3">
            <a:extLst>
              <a:ext uri="{FF2B5EF4-FFF2-40B4-BE49-F238E27FC236}">
                <a16:creationId xmlns:a16="http://schemas.microsoft.com/office/drawing/2014/main" id="{900F738B-932C-0A29-D9C4-2D4DDEE9BDC0}"/>
              </a:ext>
            </a:extLst>
          </p:cNvPr>
          <p:cNvSpPr>
            <a:spLocks noGrp="1"/>
          </p:cNvSpPr>
          <p:nvPr>
            <p:ph idx="1"/>
          </p:nvPr>
        </p:nvSpPr>
        <p:spPr>
          <a:xfrm>
            <a:off x="398462" y="1135060"/>
            <a:ext cx="11660188" cy="5581050"/>
          </a:xfrm>
        </p:spPr>
        <p:txBody>
          <a:bodyPr/>
          <a:lstStyle/>
          <a:p>
            <a:r>
              <a:rPr lang="en-US" dirty="0"/>
              <a:t>Qwen2.5-Omni*, an end-to-end </a:t>
            </a:r>
            <a:r>
              <a:rPr lang="en-US" b="1" dirty="0"/>
              <a:t>multimodal</a:t>
            </a:r>
            <a:r>
              <a:rPr lang="en-US" dirty="0"/>
              <a:t> model designed to perceive diverse modalities, including </a:t>
            </a:r>
            <a:r>
              <a:rPr lang="en-US" b="1" dirty="0"/>
              <a:t>text</a:t>
            </a:r>
            <a:r>
              <a:rPr lang="en-US" dirty="0"/>
              <a:t>, </a:t>
            </a:r>
            <a:r>
              <a:rPr lang="en-US" b="1" dirty="0"/>
              <a:t>images</a:t>
            </a:r>
            <a:r>
              <a:rPr lang="en-US" dirty="0"/>
              <a:t>, </a:t>
            </a:r>
            <a:r>
              <a:rPr lang="en-US" b="1" dirty="0"/>
              <a:t>audio</a:t>
            </a:r>
            <a:r>
              <a:rPr lang="en-US" dirty="0"/>
              <a:t>, and </a:t>
            </a:r>
            <a:r>
              <a:rPr lang="en-US" b="1" dirty="0"/>
              <a:t>video</a:t>
            </a:r>
            <a:r>
              <a:rPr lang="en-US" dirty="0"/>
              <a:t>, while simultaneously generating text and </a:t>
            </a:r>
            <a:r>
              <a:rPr lang="en-US" b="1" dirty="0"/>
              <a:t>natural speech responses</a:t>
            </a:r>
            <a:r>
              <a:rPr lang="en-US" dirty="0"/>
              <a:t> in a streaming manner</a:t>
            </a:r>
          </a:p>
          <a:p>
            <a:r>
              <a:rPr lang="en-US" dirty="0"/>
              <a:t>To synchronize the timestamps of </a:t>
            </a:r>
            <a:r>
              <a:rPr lang="en-US" b="1" dirty="0"/>
              <a:t>video inputs with audio</a:t>
            </a:r>
            <a:r>
              <a:rPr lang="en-US" dirty="0"/>
              <a:t>, Omni organizes the audio and video sequentially in an interleaved manner and propose a novel position embedding approach, named </a:t>
            </a:r>
            <a:r>
              <a:rPr lang="en-US" b="1" dirty="0" err="1"/>
              <a:t>TMRoPE</a:t>
            </a:r>
            <a:r>
              <a:rPr lang="en-US" dirty="0"/>
              <a:t> (Time-aligned Multimodal </a:t>
            </a:r>
            <a:r>
              <a:rPr lang="en-US" dirty="0" err="1"/>
              <a:t>RoPE</a:t>
            </a:r>
            <a:r>
              <a:rPr lang="en-US" dirty="0"/>
              <a:t>)</a:t>
            </a:r>
          </a:p>
          <a:p>
            <a:r>
              <a:rPr lang="en-US" dirty="0"/>
              <a:t>To </a:t>
            </a:r>
            <a:r>
              <a:rPr lang="en-US" b="1" dirty="0"/>
              <a:t>concurrently</a:t>
            </a:r>
            <a:r>
              <a:rPr lang="en-US" dirty="0"/>
              <a:t> generate text and speech while avoiding interference between the two modalities, Omni proposes </a:t>
            </a:r>
            <a:r>
              <a:rPr lang="en-US" b="1" dirty="0"/>
              <a:t>Thinker-Talker</a:t>
            </a:r>
            <a:r>
              <a:rPr lang="en-US" dirty="0"/>
              <a:t> architecture </a:t>
            </a:r>
          </a:p>
          <a:p>
            <a:r>
              <a:rPr lang="en-US" dirty="0"/>
              <a:t>When proposed, Qwen2.5-Omni is </a:t>
            </a:r>
            <a:r>
              <a:rPr lang="en-US" sz="2200" dirty="0"/>
              <a:t>comparable with similarly sized Qwen2.5-VL, outperforms Qwen2-Audio and archives state-of-the-art performance on multimodal benchmarks like </a:t>
            </a:r>
            <a:r>
              <a:rPr lang="en-US" sz="2200" b="1" dirty="0"/>
              <a:t>Omni-Bench</a:t>
            </a:r>
            <a:r>
              <a:rPr lang="en-US" sz="2200" dirty="0"/>
              <a:t>. </a:t>
            </a:r>
          </a:p>
          <a:p>
            <a:pPr lvl="1"/>
            <a:r>
              <a:rPr lang="en-US" sz="1800" dirty="0"/>
              <a:t>end-to-end speech instruction following is comparable to its capabilities with text inputs, as evidenced by benchmarks such as MMLU and GSM8K. </a:t>
            </a:r>
          </a:p>
          <a:p>
            <a:pPr lvl="1"/>
            <a:r>
              <a:rPr lang="en-US" sz="1800" dirty="0"/>
              <a:t>speech generation, Qwen2.5-Omni’s streaming Talker outperforms most existing streaming and non-streaming alternatives in robustness and naturalness.</a:t>
            </a:r>
          </a:p>
        </p:txBody>
      </p:sp>
      <p:sp>
        <p:nvSpPr>
          <p:cNvPr id="6" name="TextBox 5">
            <a:extLst>
              <a:ext uri="{FF2B5EF4-FFF2-40B4-BE49-F238E27FC236}">
                <a16:creationId xmlns:a16="http://schemas.microsoft.com/office/drawing/2014/main" id="{DDDFFF71-20A2-7DFC-7027-8E17713B0539}"/>
              </a:ext>
            </a:extLst>
          </p:cNvPr>
          <p:cNvSpPr txBox="1"/>
          <p:nvPr/>
        </p:nvSpPr>
        <p:spPr>
          <a:xfrm>
            <a:off x="6346032" y="6342220"/>
            <a:ext cx="5845968" cy="177293"/>
          </a:xfrm>
          <a:prstGeom prst="rect">
            <a:avLst/>
          </a:prstGeom>
        </p:spPr>
        <p:txBody>
          <a:bodyPr wrap="square" lIns="0" tIns="0" rIns="0" bIns="0" rtlCol="0">
            <a:spAutoFit/>
          </a:bodyPr>
          <a:lstStyle/>
          <a:p>
            <a:pPr>
              <a:lnSpc>
                <a:spcPct val="96000"/>
              </a:lnSpc>
            </a:pPr>
            <a:r>
              <a:rPr lang="en-US" sz="1200" dirty="0">
                <a:solidFill>
                  <a:srgbClr val="000000"/>
                </a:solidFill>
                <a:latin typeface="Aptos" panose="020B0004020202020204" pitchFamily="34" charset="0"/>
                <a:cs typeface="Microsoft Sans Serif" panose="020B0604020202020204" pitchFamily="34" charset="0"/>
              </a:rPr>
              <a:t>* Qwen2.5-Omni Technical Report, https://arxiv.org/abs/2503.20215</a:t>
            </a:r>
          </a:p>
        </p:txBody>
      </p:sp>
    </p:spTree>
    <p:extLst>
      <p:ext uri="{BB962C8B-B14F-4D97-AF65-F5344CB8AC3E}">
        <p14:creationId xmlns:p14="http://schemas.microsoft.com/office/powerpoint/2010/main" val="3543499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0776DB9-7588-90C2-F91C-880DDB91087F}"/>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12A544B6-AFB3-09B3-5671-B96D2FD8E6CA}"/>
              </a:ext>
            </a:extLst>
          </p:cNvPr>
          <p:cNvSpPr>
            <a:spLocks noGrp="1"/>
          </p:cNvSpPr>
          <p:nvPr>
            <p:ph type="title"/>
          </p:nvPr>
        </p:nvSpPr>
        <p:spPr/>
        <p:txBody>
          <a:bodyPr/>
          <a:lstStyle/>
          <a:p>
            <a:r>
              <a:rPr lang="en-US" dirty="0"/>
              <a:t>Qwen2.5 Omni Model</a:t>
            </a:r>
            <a:br>
              <a:rPr lang="en-US" dirty="0"/>
            </a:br>
            <a:r>
              <a:rPr lang="en-US" dirty="0"/>
              <a:t>Demo</a:t>
            </a:r>
          </a:p>
        </p:txBody>
      </p:sp>
      <p:pic>
        <p:nvPicPr>
          <p:cNvPr id="6" name="Online Media 5" title="Qwen2.5-Omni-7B: Voice Chat + Video Chat! Powerful New Opensource end-to-end multimodal model">
            <a:hlinkClick r:id="" action="ppaction://media"/>
            <a:extLst>
              <a:ext uri="{FF2B5EF4-FFF2-40B4-BE49-F238E27FC236}">
                <a16:creationId xmlns:a16="http://schemas.microsoft.com/office/drawing/2014/main" id="{0BEB1E2A-8734-A928-D2BF-08BE0FE633C0}"/>
              </a:ext>
            </a:extLst>
          </p:cNvPr>
          <p:cNvPicPr>
            <a:picLocks noRot="1" noChangeAspect="1"/>
          </p:cNvPicPr>
          <p:nvPr>
            <a:videoFile r:link="rId1"/>
          </p:nvPr>
        </p:nvPicPr>
        <p:blipFill>
          <a:blip r:embed="rId3"/>
          <a:stretch>
            <a:fillRect/>
          </a:stretch>
        </p:blipFill>
        <p:spPr>
          <a:xfrm>
            <a:off x="515938" y="1344723"/>
            <a:ext cx="9479400" cy="5355873"/>
          </a:xfrm>
          <a:prstGeom prst="rect">
            <a:avLst/>
          </a:prstGeom>
        </p:spPr>
      </p:pic>
    </p:spTree>
    <p:extLst>
      <p:ext uri="{BB962C8B-B14F-4D97-AF65-F5344CB8AC3E}">
        <p14:creationId xmlns:p14="http://schemas.microsoft.com/office/powerpoint/2010/main" val="2614588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01DB974-03BC-E9C1-50D4-97B60768A58A}"/>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9B1B807A-B032-90D1-AC49-F1C00272AF9A}"/>
              </a:ext>
            </a:extLst>
          </p:cNvPr>
          <p:cNvSpPr>
            <a:spLocks noGrp="1"/>
          </p:cNvSpPr>
          <p:nvPr>
            <p:ph type="title"/>
          </p:nvPr>
        </p:nvSpPr>
        <p:spPr/>
        <p:txBody>
          <a:bodyPr/>
          <a:lstStyle/>
          <a:p>
            <a:r>
              <a:rPr lang="en-US" dirty="0"/>
              <a:t>Qwen2.5 Omni Model</a:t>
            </a:r>
            <a:br>
              <a:rPr lang="en-US" dirty="0"/>
            </a:br>
            <a:r>
              <a:rPr lang="en-US" dirty="0"/>
              <a:t>Demo – Our on-target result</a:t>
            </a:r>
          </a:p>
        </p:txBody>
      </p:sp>
      <p:grpSp>
        <p:nvGrpSpPr>
          <p:cNvPr id="6" name="Group 5">
            <a:extLst>
              <a:ext uri="{FF2B5EF4-FFF2-40B4-BE49-F238E27FC236}">
                <a16:creationId xmlns:a16="http://schemas.microsoft.com/office/drawing/2014/main" id="{156DE4FC-705B-658C-13AE-C17C18F8FE66}"/>
              </a:ext>
            </a:extLst>
          </p:cNvPr>
          <p:cNvGrpSpPr/>
          <p:nvPr/>
        </p:nvGrpSpPr>
        <p:grpSpPr>
          <a:xfrm>
            <a:off x="353878" y="1447488"/>
            <a:ext cx="11484243" cy="2502204"/>
            <a:chOff x="763929" y="1759352"/>
            <a:chExt cx="9751671" cy="2738273"/>
          </a:xfrm>
        </p:grpSpPr>
        <p:sp>
          <p:nvSpPr>
            <p:cNvPr id="7" name="TextBox 6">
              <a:extLst>
                <a:ext uri="{FF2B5EF4-FFF2-40B4-BE49-F238E27FC236}">
                  <a16:creationId xmlns:a16="http://schemas.microsoft.com/office/drawing/2014/main" id="{6D08AE3B-4EDE-4B8C-9659-8A5E0A8B72F6}"/>
                </a:ext>
              </a:extLst>
            </p:cNvPr>
            <p:cNvSpPr txBox="1"/>
            <p:nvPr/>
          </p:nvSpPr>
          <p:spPr>
            <a:xfrm>
              <a:off x="836762" y="1897811"/>
              <a:ext cx="6906701" cy="2599814"/>
            </a:xfrm>
            <a:prstGeom prst="rect">
              <a:avLst/>
            </a:prstGeom>
          </p:spPr>
          <p:txBody>
            <a:bodyPr wrap="square" lIns="0" tIns="0" rIns="0" bIns="0" rtlCol="0">
              <a:spAutoFit/>
            </a:bodyPr>
            <a:lstStyle/>
            <a:p>
              <a:pPr>
                <a:lnSpc>
                  <a:spcPct val="96000"/>
                </a:lnSpc>
              </a:pPr>
              <a:r>
                <a:rPr lang="en-US" altLang="zh-CN" sz="1600" dirty="0">
                  <a:solidFill>
                    <a:schemeClr val="tx2"/>
                  </a:solidFill>
                  <a:cs typeface="Microsoft Sans Serif" panose="020B0604020202020204" pitchFamily="34" charset="0"/>
                </a:rPr>
                <a:t>Sys-prompt: You are Qwen, a virtual human developed by the Qwen Team, Alibaba Group, capable of perceiving auditory and visual inputs, as well as generating text and speech.“</a:t>
              </a:r>
            </a:p>
            <a:p>
              <a:pPr>
                <a:lnSpc>
                  <a:spcPct val="96000"/>
                </a:lnSpc>
              </a:pPr>
              <a:endParaRPr lang="en-US" altLang="zh-CN" sz="1600" dirty="0">
                <a:solidFill>
                  <a:schemeClr val="tx2"/>
                </a:solidFill>
                <a:cs typeface="Microsoft Sans Serif" panose="020B0604020202020204" pitchFamily="34" charset="0"/>
              </a:endParaRPr>
            </a:p>
            <a:p>
              <a:pPr>
                <a:lnSpc>
                  <a:spcPct val="96000"/>
                </a:lnSpc>
              </a:pPr>
              <a:r>
                <a:rPr lang="en-US" sz="1600" dirty="0">
                  <a:solidFill>
                    <a:schemeClr val="tx2"/>
                  </a:solidFill>
                  <a:latin typeface="Microsoft Sans Serif"/>
                  <a:cs typeface="Microsoft Sans Serif" panose="020B0604020202020204" pitchFamily="34" charset="0"/>
                </a:rPr>
                <a:t>Audio: </a:t>
              </a:r>
              <a:r>
                <a:rPr lang="en-US" sz="1600" dirty="0">
                  <a:solidFill>
                    <a:schemeClr val="tx2"/>
                  </a:solidFill>
                  <a:cs typeface="Microsoft Sans Serif" panose="020B0604020202020204" pitchFamily="34" charset="0"/>
                </a:rPr>
                <a:t>test2.wav</a:t>
              </a:r>
            </a:p>
            <a:p>
              <a:pPr>
                <a:lnSpc>
                  <a:spcPct val="96000"/>
                </a:lnSpc>
              </a:pPr>
              <a:r>
                <a:rPr lang="en-US" sz="1600" dirty="0">
                  <a:solidFill>
                    <a:schemeClr val="tx2"/>
                  </a:solidFill>
                  <a:cs typeface="Microsoft Sans Serif" panose="020B0604020202020204" pitchFamily="34" charset="0"/>
                </a:rPr>
                <a:t>Prompt: Who are in the picture, what are they doing?</a:t>
              </a:r>
            </a:p>
            <a:p>
              <a:pPr>
                <a:lnSpc>
                  <a:spcPct val="96000"/>
                </a:lnSpc>
              </a:pPr>
              <a:r>
                <a:rPr lang="en-US" sz="1600" dirty="0">
                  <a:solidFill>
                    <a:schemeClr val="tx2"/>
                  </a:solidFill>
                  <a:cs typeface="Microsoft Sans Serif" panose="020B0604020202020204" pitchFamily="34" charset="0"/>
                </a:rPr>
                <a:t>Response: [BEGIN]: There are three men in </a:t>
              </a:r>
              <a:r>
                <a:rPr lang="en-US" sz="1600" dirty="0" err="1">
                  <a:solidFill>
                    <a:schemeClr val="tx2"/>
                  </a:solidFill>
                  <a:cs typeface="Microsoft Sans Serif" panose="020B0604020202020204" pitchFamily="34" charset="0"/>
                </a:rPr>
                <a:t>thepicture</a:t>
              </a:r>
              <a:r>
                <a:rPr lang="en-US" sz="1600" dirty="0">
                  <a:solidFill>
                    <a:schemeClr val="tx2"/>
                  </a:solidFill>
                  <a:cs typeface="Microsoft Sans Serif" panose="020B0604020202020204" pitchFamily="34" charset="0"/>
                </a:rPr>
                <a:t>. One is a boy in a white T-shirt, and the other two are men in blue and black T-shirts. They are playing a </a:t>
              </a:r>
              <a:r>
                <a:rPr lang="en-US" sz="1600" dirty="0">
                  <a:solidFill>
                    <a:srgbClr val="00B050"/>
                  </a:solidFill>
                  <a:cs typeface="Microsoft Sans Serif" panose="020B0604020202020204" pitchFamily="34" charset="0"/>
                </a:rPr>
                <a:t>boxing game</a:t>
              </a:r>
              <a:r>
                <a:rPr lang="en-US" sz="1600" dirty="0">
                  <a:solidFill>
                    <a:schemeClr val="tx2"/>
                  </a:solidFill>
                  <a:cs typeface="Microsoft Sans Serif" panose="020B0604020202020204" pitchFamily="34" charset="0"/>
                </a:rPr>
                <a:t>. The man in the T-shirt is Ryan, and he's playing with </a:t>
              </a:r>
              <a:r>
                <a:rPr lang="en-US" sz="1600" dirty="0">
                  <a:solidFill>
                    <a:srgbClr val="00B050"/>
                  </a:solidFill>
                  <a:cs typeface="Microsoft Sans Serif" panose="020B0604020202020204" pitchFamily="34" charset="0"/>
                </a:rPr>
                <a:t>Michael</a:t>
              </a:r>
              <a:r>
                <a:rPr lang="en-US" sz="1600" dirty="0">
                  <a:solidFill>
                    <a:schemeClr val="tx2"/>
                  </a:solidFill>
                  <a:cs typeface="Microsoft Sans Serif" panose="020B0604020202020204" pitchFamily="34" charset="0"/>
                </a:rPr>
                <a:t> and </a:t>
              </a:r>
              <a:r>
                <a:rPr lang="en-US" sz="1600" dirty="0">
                  <a:solidFill>
                    <a:srgbClr val="00B050"/>
                  </a:solidFill>
                  <a:cs typeface="Microsoft Sans Serif" panose="020B0604020202020204" pitchFamily="34" charset="0"/>
                </a:rPr>
                <a:t>John</a:t>
              </a:r>
              <a:r>
                <a:rPr lang="en-US" sz="1600" dirty="0">
                  <a:solidFill>
                    <a:schemeClr val="tx2"/>
                  </a:solidFill>
                  <a:cs typeface="Microsoft Sans Serif" panose="020B0604020202020204" pitchFamily="34" charset="0"/>
                </a:rPr>
                <a:t>. What do you think about this scene?[END]</a:t>
              </a:r>
            </a:p>
            <a:p>
              <a:pPr>
                <a:lnSpc>
                  <a:spcPct val="96000"/>
                </a:lnSpc>
              </a:pPr>
              <a:endParaRPr lang="en-US" sz="1600" dirty="0">
                <a:solidFill>
                  <a:schemeClr val="tx2"/>
                </a:solidFill>
                <a:latin typeface="Microsoft Sans Serif"/>
                <a:cs typeface="Microsoft Sans Serif" panose="020B0604020202020204" pitchFamily="34" charset="0"/>
              </a:endParaRPr>
            </a:p>
          </p:txBody>
        </p:sp>
        <p:pic>
          <p:nvPicPr>
            <p:cNvPr id="8" name="Picture 7">
              <a:extLst>
                <a:ext uri="{FF2B5EF4-FFF2-40B4-BE49-F238E27FC236}">
                  <a16:creationId xmlns:a16="http://schemas.microsoft.com/office/drawing/2014/main" id="{69A0C73C-1BA0-9DE2-B9E5-8AEF042E27F4}"/>
                </a:ext>
              </a:extLst>
            </p:cNvPr>
            <p:cNvPicPr>
              <a:picLocks noChangeAspect="1"/>
            </p:cNvPicPr>
            <p:nvPr/>
          </p:nvPicPr>
          <p:blipFill>
            <a:blip r:embed="rId6"/>
            <a:stretch>
              <a:fillRect/>
            </a:stretch>
          </p:blipFill>
          <p:spPr>
            <a:xfrm>
              <a:off x="7864997" y="2089473"/>
              <a:ext cx="2491360" cy="1868520"/>
            </a:xfrm>
            <a:prstGeom prst="rect">
              <a:avLst/>
            </a:prstGeom>
          </p:spPr>
        </p:pic>
        <p:pic>
          <p:nvPicPr>
            <p:cNvPr id="9" name="test2">
              <a:hlinkClick r:id="" action="ppaction://media"/>
              <a:extLst>
                <a:ext uri="{FF2B5EF4-FFF2-40B4-BE49-F238E27FC236}">
                  <a16:creationId xmlns:a16="http://schemas.microsoft.com/office/drawing/2014/main" id="{196CE481-3B45-0CB4-B63F-D5A8574A0E72}"/>
                </a:ext>
              </a:extLst>
            </p:cNvPr>
            <p:cNvPicPr>
              <a:picLocks noChangeAspect="1"/>
            </p:cNvPicPr>
            <p:nvPr>
              <a:audioFile r:link="rId4"/>
              <p:extLst>
                <p:ext uri="{DAA4B4D4-6D71-4841-9C94-3DE7FCFB9230}">
                  <p14:media xmlns:p14="http://schemas.microsoft.com/office/powerpoint/2010/main" r:embed="rId3"/>
                </p:ext>
              </p:extLst>
            </p:nvPr>
          </p:nvPicPr>
          <p:blipFill>
            <a:blip r:embed="rId7"/>
            <a:stretch>
              <a:fillRect/>
            </a:stretch>
          </p:blipFill>
          <p:spPr>
            <a:xfrm>
              <a:off x="2210776" y="2614964"/>
              <a:ext cx="283170" cy="283170"/>
            </a:xfrm>
            <a:prstGeom prst="rect">
              <a:avLst/>
            </a:prstGeom>
          </p:spPr>
        </p:pic>
        <p:sp>
          <p:nvSpPr>
            <p:cNvPr id="10" name="TextBox 9">
              <a:extLst>
                <a:ext uri="{FF2B5EF4-FFF2-40B4-BE49-F238E27FC236}">
                  <a16:creationId xmlns:a16="http://schemas.microsoft.com/office/drawing/2014/main" id="{AA3D4E22-3C98-F7FA-4B6B-00ECFDF92B7A}"/>
                </a:ext>
              </a:extLst>
            </p:cNvPr>
            <p:cNvSpPr txBox="1"/>
            <p:nvPr/>
          </p:nvSpPr>
          <p:spPr>
            <a:xfrm>
              <a:off x="7864997" y="1892678"/>
              <a:ext cx="787079" cy="162480"/>
            </a:xfrm>
            <a:prstGeom prst="rect">
              <a:avLst/>
            </a:prstGeom>
          </p:spPr>
          <p:txBody>
            <a:bodyPr wrap="square" lIns="0" tIns="0" rIns="0" bIns="0" rtlCol="0">
              <a:spAutoFit/>
            </a:bodyPr>
            <a:lstStyle/>
            <a:p>
              <a:pPr algn="l">
                <a:lnSpc>
                  <a:spcPct val="96000"/>
                </a:lnSpc>
              </a:pPr>
              <a:r>
                <a:rPr lang="en-US" sz="1100" dirty="0">
                  <a:solidFill>
                    <a:schemeClr val="tx2"/>
                  </a:solidFill>
                  <a:latin typeface="Microsoft Sans Serif"/>
                  <a:cs typeface="Microsoft Sans Serif" panose="020B0604020202020204" pitchFamily="34" charset="0"/>
                </a:rPr>
                <a:t>Image Input</a:t>
              </a:r>
            </a:p>
          </p:txBody>
        </p:sp>
        <p:sp>
          <p:nvSpPr>
            <p:cNvPr id="11" name="Rectangle 10">
              <a:extLst>
                <a:ext uri="{FF2B5EF4-FFF2-40B4-BE49-F238E27FC236}">
                  <a16:creationId xmlns:a16="http://schemas.microsoft.com/office/drawing/2014/main" id="{087EF03E-DC7B-4D55-302C-6606A38A31B2}"/>
                </a:ext>
              </a:extLst>
            </p:cNvPr>
            <p:cNvSpPr/>
            <p:nvPr/>
          </p:nvSpPr>
          <p:spPr>
            <a:xfrm>
              <a:off x="763929" y="1759352"/>
              <a:ext cx="9751671" cy="25998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grpSp>
      <p:grpSp>
        <p:nvGrpSpPr>
          <p:cNvPr id="19" name="Group 18">
            <a:extLst>
              <a:ext uri="{FF2B5EF4-FFF2-40B4-BE49-F238E27FC236}">
                <a16:creationId xmlns:a16="http://schemas.microsoft.com/office/drawing/2014/main" id="{87898858-7420-ADDA-CB16-0AFB20561024}"/>
              </a:ext>
            </a:extLst>
          </p:cNvPr>
          <p:cNvGrpSpPr/>
          <p:nvPr/>
        </p:nvGrpSpPr>
        <p:grpSpPr>
          <a:xfrm>
            <a:off x="353878" y="3981049"/>
            <a:ext cx="11484243" cy="2380684"/>
            <a:chOff x="353878" y="3981049"/>
            <a:chExt cx="11484243" cy="2380684"/>
          </a:xfrm>
        </p:grpSpPr>
        <p:grpSp>
          <p:nvGrpSpPr>
            <p:cNvPr id="12" name="Group 11">
              <a:extLst>
                <a:ext uri="{FF2B5EF4-FFF2-40B4-BE49-F238E27FC236}">
                  <a16:creationId xmlns:a16="http://schemas.microsoft.com/office/drawing/2014/main" id="{649AB372-9177-31BC-57A0-B015BBEFB61E}"/>
                </a:ext>
              </a:extLst>
            </p:cNvPr>
            <p:cNvGrpSpPr/>
            <p:nvPr/>
          </p:nvGrpSpPr>
          <p:grpSpPr>
            <a:xfrm>
              <a:off x="353878" y="3981049"/>
              <a:ext cx="11484243" cy="2380684"/>
              <a:chOff x="572945" y="3375754"/>
              <a:chExt cx="9751671" cy="2605288"/>
            </a:xfrm>
          </p:grpSpPr>
          <p:grpSp>
            <p:nvGrpSpPr>
              <p:cNvPr id="13" name="Group 12">
                <a:extLst>
                  <a:ext uri="{FF2B5EF4-FFF2-40B4-BE49-F238E27FC236}">
                    <a16:creationId xmlns:a16="http://schemas.microsoft.com/office/drawing/2014/main" id="{77C89A3D-CA85-BB86-8C52-773F0D7BC3B7}"/>
                  </a:ext>
                </a:extLst>
              </p:cNvPr>
              <p:cNvGrpSpPr/>
              <p:nvPr/>
            </p:nvGrpSpPr>
            <p:grpSpPr>
              <a:xfrm>
                <a:off x="572945" y="3375754"/>
                <a:ext cx="9751671" cy="2605288"/>
                <a:chOff x="763929" y="1759352"/>
                <a:chExt cx="9751671" cy="2605288"/>
              </a:xfrm>
            </p:grpSpPr>
            <p:sp>
              <p:nvSpPr>
                <p:cNvPr id="15" name="TextBox 14">
                  <a:extLst>
                    <a:ext uri="{FF2B5EF4-FFF2-40B4-BE49-F238E27FC236}">
                      <a16:creationId xmlns:a16="http://schemas.microsoft.com/office/drawing/2014/main" id="{38E546F5-E285-73B0-20DA-0BC1593C342B}"/>
                    </a:ext>
                  </a:extLst>
                </p:cNvPr>
                <p:cNvSpPr txBox="1"/>
                <p:nvPr/>
              </p:nvSpPr>
              <p:spPr>
                <a:xfrm>
                  <a:off x="836762" y="1897811"/>
                  <a:ext cx="6906701" cy="2466829"/>
                </a:xfrm>
                <a:prstGeom prst="rect">
                  <a:avLst/>
                </a:prstGeom>
              </p:spPr>
              <p:txBody>
                <a:bodyPr wrap="square" lIns="0" tIns="0" rIns="0" bIns="0" rtlCol="0">
                  <a:spAutoFit/>
                </a:bodyPr>
                <a:lstStyle/>
                <a:p>
                  <a:pPr>
                    <a:lnSpc>
                      <a:spcPct val="96000"/>
                    </a:lnSpc>
                  </a:pPr>
                  <a:r>
                    <a:rPr lang="en-US" altLang="zh-CN" sz="1600" dirty="0">
                      <a:solidFill>
                        <a:schemeClr val="tx2"/>
                      </a:solidFill>
                      <a:cs typeface="Microsoft Sans Serif" panose="020B0604020202020204" pitchFamily="34" charset="0"/>
                    </a:rPr>
                    <a:t>Sys-prompt: You are Qwen, a virtual human developed by the Qwen Team, Alibaba Group, capable of perceiving auditory and visual inputs, as well as generating text and speech.“</a:t>
                  </a:r>
                </a:p>
                <a:p>
                  <a:pPr>
                    <a:lnSpc>
                      <a:spcPct val="96000"/>
                    </a:lnSpc>
                  </a:pPr>
                  <a:endParaRPr lang="en-US" altLang="zh-CN" sz="1600" dirty="0">
                    <a:solidFill>
                      <a:schemeClr val="tx2"/>
                    </a:solidFill>
                    <a:cs typeface="Microsoft Sans Serif" panose="020B0604020202020204" pitchFamily="34" charset="0"/>
                  </a:endParaRPr>
                </a:p>
                <a:p>
                  <a:pPr>
                    <a:lnSpc>
                      <a:spcPct val="96000"/>
                    </a:lnSpc>
                  </a:pPr>
                  <a:r>
                    <a:rPr lang="en-US" sz="1600" dirty="0">
                      <a:solidFill>
                        <a:schemeClr val="tx2"/>
                      </a:solidFill>
                      <a:latin typeface="Microsoft Sans Serif"/>
                      <a:cs typeface="Microsoft Sans Serif" panose="020B0604020202020204" pitchFamily="34" charset="0"/>
                    </a:rPr>
                    <a:t>Audio: </a:t>
                  </a:r>
                  <a:r>
                    <a:rPr lang="en-US" sz="1600" dirty="0">
                      <a:solidFill>
                        <a:schemeClr val="tx2"/>
                      </a:solidFill>
                      <a:cs typeface="Microsoft Sans Serif" panose="020B0604020202020204" pitchFamily="34" charset="0"/>
                    </a:rPr>
                    <a:t>test1.wav</a:t>
                  </a:r>
                </a:p>
                <a:p>
                  <a:pPr>
                    <a:lnSpc>
                      <a:spcPct val="96000"/>
                    </a:lnSpc>
                  </a:pPr>
                  <a:r>
                    <a:rPr lang="en-US" sz="1600" dirty="0">
                      <a:solidFill>
                        <a:schemeClr val="tx2"/>
                      </a:solidFill>
                      <a:cs typeface="Microsoft Sans Serif" panose="020B0604020202020204" pitchFamily="34" charset="0"/>
                    </a:rPr>
                    <a:t>Prompt: Please describe the image and the sound in details</a:t>
                  </a:r>
                </a:p>
                <a:p>
                  <a:pPr>
                    <a:lnSpc>
                      <a:spcPct val="96000"/>
                    </a:lnSpc>
                  </a:pPr>
                  <a:r>
                    <a:rPr lang="en-US" sz="1600" dirty="0">
                      <a:solidFill>
                        <a:schemeClr val="tx2"/>
                      </a:solidFill>
                      <a:cs typeface="Microsoft Sans Serif" panose="020B0604020202020204" pitchFamily="34" charset="0"/>
                    </a:rPr>
                    <a:t>Response: </a:t>
                  </a:r>
                  <a:r>
                    <a:rPr lang="en-US" sz="1050" dirty="0">
                      <a:solidFill>
                        <a:schemeClr val="tx2"/>
                      </a:solidFill>
                      <a:cs typeface="Microsoft Sans Serif" panose="020B0604020202020204" pitchFamily="34" charset="0"/>
                    </a:rPr>
                    <a:t>[BEGIN]: The image shows a woman and a dog on a beach. The woman is sitting on the sand, wearing a plaid shirt and shorts, and she seems to be interacting with the dog. The dog is a medium-sized breed with a light brown coat, and it appears to be a Labrador Retriever. The dog is on a leash, and the woman is holding something in her hand. The background is a beach with the ocean in the distance, and the sun is setting, creating a warm, golden light. </a:t>
                  </a:r>
                  <a:r>
                    <a:rPr lang="en-US" sz="1050" dirty="0">
                      <a:solidFill>
                        <a:srgbClr val="00B050"/>
                      </a:solidFill>
                      <a:cs typeface="Microsoft Sans Serif" panose="020B0604020202020204" pitchFamily="34" charset="0"/>
                    </a:rPr>
                    <a:t>The woman is named Alice, and the dog is named Mars</a:t>
                  </a:r>
                  <a:r>
                    <a:rPr lang="en-US" sz="1050" dirty="0">
                      <a:solidFill>
                        <a:schemeClr val="tx2"/>
                      </a:solidFill>
                      <a:cs typeface="Microsoft Sans Serif" panose="020B0604020202020204" pitchFamily="34" charset="0"/>
                    </a:rPr>
                    <a:t>. </a:t>
                  </a:r>
                  <a:r>
                    <a:rPr lang="en-US" sz="1050" dirty="0">
                      <a:solidFill>
                        <a:srgbClr val="FF0000"/>
                      </a:solidFill>
                      <a:cs typeface="Microsoft Sans Serif" panose="020B0604020202020204" pitchFamily="34" charset="0"/>
                    </a:rPr>
                    <a:t>The sound is a simple, soft music playing in the background</a:t>
                  </a:r>
                  <a:r>
                    <a:rPr lang="en-US" sz="1050" dirty="0">
                      <a:solidFill>
                        <a:schemeClr val="tx2"/>
                      </a:solidFill>
                      <a:cs typeface="Microsoft Sans Serif" panose="020B0604020202020204" pitchFamily="34" charset="0"/>
                    </a:rPr>
                    <a:t>. What do you think about this image?[END]</a:t>
                  </a:r>
                  <a:endParaRPr lang="en-US" sz="1600" dirty="0">
                    <a:solidFill>
                      <a:schemeClr val="tx2"/>
                    </a:solidFill>
                    <a:latin typeface="Microsoft Sans Serif"/>
                    <a:cs typeface="Microsoft Sans Serif" panose="020B0604020202020204" pitchFamily="34" charset="0"/>
                  </a:endParaRPr>
                </a:p>
              </p:txBody>
            </p:sp>
            <p:sp>
              <p:nvSpPr>
                <p:cNvPr id="16" name="TextBox 15">
                  <a:extLst>
                    <a:ext uri="{FF2B5EF4-FFF2-40B4-BE49-F238E27FC236}">
                      <a16:creationId xmlns:a16="http://schemas.microsoft.com/office/drawing/2014/main" id="{72FE6402-5399-C124-2DD3-1CECAEF0BE96}"/>
                    </a:ext>
                  </a:extLst>
                </p:cNvPr>
                <p:cNvSpPr txBox="1"/>
                <p:nvPr/>
              </p:nvSpPr>
              <p:spPr>
                <a:xfrm>
                  <a:off x="7864997" y="1892678"/>
                  <a:ext cx="787079" cy="162480"/>
                </a:xfrm>
                <a:prstGeom prst="rect">
                  <a:avLst/>
                </a:prstGeom>
              </p:spPr>
              <p:txBody>
                <a:bodyPr wrap="square" lIns="0" tIns="0" rIns="0" bIns="0" rtlCol="0">
                  <a:spAutoFit/>
                </a:bodyPr>
                <a:lstStyle/>
                <a:p>
                  <a:pPr algn="l">
                    <a:lnSpc>
                      <a:spcPct val="96000"/>
                    </a:lnSpc>
                  </a:pPr>
                  <a:r>
                    <a:rPr lang="en-US" sz="1100" dirty="0">
                      <a:solidFill>
                        <a:schemeClr val="tx2"/>
                      </a:solidFill>
                      <a:latin typeface="Microsoft Sans Serif"/>
                      <a:cs typeface="Microsoft Sans Serif" panose="020B0604020202020204" pitchFamily="34" charset="0"/>
                    </a:rPr>
                    <a:t>Image Input</a:t>
                  </a:r>
                </a:p>
              </p:txBody>
            </p:sp>
            <p:sp>
              <p:nvSpPr>
                <p:cNvPr id="17" name="Rectangle 16">
                  <a:extLst>
                    <a:ext uri="{FF2B5EF4-FFF2-40B4-BE49-F238E27FC236}">
                      <a16:creationId xmlns:a16="http://schemas.microsoft.com/office/drawing/2014/main" id="{6F35E81E-3F50-8469-3325-27E1A035C7D9}"/>
                    </a:ext>
                  </a:extLst>
                </p:cNvPr>
                <p:cNvSpPr/>
                <p:nvPr/>
              </p:nvSpPr>
              <p:spPr>
                <a:xfrm>
                  <a:off x="763929" y="1759352"/>
                  <a:ext cx="9751671" cy="25998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grpSp>
          <p:pic>
            <p:nvPicPr>
              <p:cNvPr id="14" name="Picture 13">
                <a:extLst>
                  <a:ext uri="{FF2B5EF4-FFF2-40B4-BE49-F238E27FC236}">
                    <a16:creationId xmlns:a16="http://schemas.microsoft.com/office/drawing/2014/main" id="{246E9303-8536-2F55-83D0-75E9E2A16D64}"/>
                  </a:ext>
                </a:extLst>
              </p:cNvPr>
              <p:cNvPicPr>
                <a:picLocks noChangeAspect="1"/>
              </p:cNvPicPr>
              <p:nvPr/>
            </p:nvPicPr>
            <p:blipFill>
              <a:blip r:embed="rId8"/>
              <a:stretch>
                <a:fillRect/>
              </a:stretch>
            </p:blipFill>
            <p:spPr>
              <a:xfrm>
                <a:off x="7674013" y="3804886"/>
                <a:ext cx="2543348" cy="1698876"/>
              </a:xfrm>
              <a:prstGeom prst="rect">
                <a:avLst/>
              </a:prstGeom>
            </p:spPr>
          </p:pic>
        </p:grpSp>
        <p:pic>
          <p:nvPicPr>
            <p:cNvPr id="18" name="test1">
              <a:hlinkClick r:id="" action="ppaction://media"/>
              <a:extLst>
                <a:ext uri="{FF2B5EF4-FFF2-40B4-BE49-F238E27FC236}">
                  <a16:creationId xmlns:a16="http://schemas.microsoft.com/office/drawing/2014/main" id="{6231F0CE-543C-266E-FEC3-EF2BD21FC1E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982696" y="4675151"/>
              <a:ext cx="483657" cy="483657"/>
            </a:xfrm>
            <a:prstGeom prst="rect">
              <a:avLst/>
            </a:prstGeom>
          </p:spPr>
        </p:pic>
      </p:grpSp>
    </p:spTree>
    <p:extLst>
      <p:ext uri="{BB962C8B-B14F-4D97-AF65-F5344CB8AC3E}">
        <p14:creationId xmlns:p14="http://schemas.microsoft.com/office/powerpoint/2010/main" val="2696293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9"/>
                </p:tgtEl>
              </p:cMediaNode>
            </p:audio>
            <p:audio>
              <p:cMediaNode vol="80000">
                <p:cTn id="3" fill="hold" display="0">
                  <p:stCondLst>
                    <p:cond delay="indefinite"/>
                  </p:stCondLst>
                  <p:endCondLst>
                    <p:cond evt="onStopAudio" delay="0">
                      <p:tgtEl>
                        <p:sldTgt/>
                      </p:tgtEl>
                    </p:cond>
                  </p:endCondLst>
                </p:cTn>
                <p:tgtEl>
                  <p:spTgt spid="1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9B17573-CCF1-4CF3-562A-7C8E2C787D54}"/>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E4F6A978-43BC-3C6B-122F-7584486048F5}"/>
              </a:ext>
            </a:extLst>
          </p:cNvPr>
          <p:cNvSpPr>
            <a:spLocks noGrp="1"/>
          </p:cNvSpPr>
          <p:nvPr>
            <p:ph type="title"/>
          </p:nvPr>
        </p:nvSpPr>
        <p:spPr>
          <a:xfrm>
            <a:off x="435256" y="300387"/>
            <a:ext cx="11160126" cy="647700"/>
          </a:xfrm>
        </p:spPr>
        <p:txBody>
          <a:bodyPr/>
          <a:lstStyle/>
          <a:p>
            <a:r>
              <a:rPr lang="en-US" dirty="0"/>
              <a:t>Qwen2.5 Omni</a:t>
            </a:r>
            <a:br>
              <a:rPr lang="en-US" dirty="0"/>
            </a:br>
            <a:r>
              <a:rPr lang="en-US" dirty="0"/>
              <a:t>Architecture</a:t>
            </a:r>
          </a:p>
        </p:txBody>
      </p:sp>
      <p:pic>
        <p:nvPicPr>
          <p:cNvPr id="7" name="Picture 6">
            <a:extLst>
              <a:ext uri="{FF2B5EF4-FFF2-40B4-BE49-F238E27FC236}">
                <a16:creationId xmlns:a16="http://schemas.microsoft.com/office/drawing/2014/main" id="{AF8DB3E8-981D-AEB6-0B54-C43C22311323}"/>
              </a:ext>
            </a:extLst>
          </p:cNvPr>
          <p:cNvPicPr>
            <a:picLocks noChangeAspect="1"/>
          </p:cNvPicPr>
          <p:nvPr/>
        </p:nvPicPr>
        <p:blipFill>
          <a:blip r:embed="rId2"/>
          <a:stretch>
            <a:fillRect/>
          </a:stretch>
        </p:blipFill>
        <p:spPr>
          <a:xfrm>
            <a:off x="3666148" y="401987"/>
            <a:ext cx="6682917" cy="6054026"/>
          </a:xfrm>
          <a:prstGeom prst="rect">
            <a:avLst/>
          </a:prstGeom>
        </p:spPr>
      </p:pic>
      <p:sp>
        <p:nvSpPr>
          <p:cNvPr id="8" name="TextBox 7">
            <a:extLst>
              <a:ext uri="{FF2B5EF4-FFF2-40B4-BE49-F238E27FC236}">
                <a16:creationId xmlns:a16="http://schemas.microsoft.com/office/drawing/2014/main" id="{644AD11F-EA07-8AD5-DE1A-C8E6C5392492}"/>
              </a:ext>
            </a:extLst>
          </p:cNvPr>
          <p:cNvSpPr txBox="1"/>
          <p:nvPr/>
        </p:nvSpPr>
        <p:spPr>
          <a:xfrm>
            <a:off x="435256" y="1229710"/>
            <a:ext cx="2828206" cy="3072508"/>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Key highlights</a:t>
            </a:r>
          </a:p>
          <a:p>
            <a:pPr marL="342900" indent="-342900" algn="l">
              <a:lnSpc>
                <a:spcPct val="96000"/>
              </a:lnSpc>
              <a:buAutoNum type="arabicPeriod"/>
            </a:pPr>
            <a:r>
              <a:rPr lang="en-US" sz="1600" dirty="0">
                <a:solidFill>
                  <a:srgbClr val="000000"/>
                </a:solidFill>
                <a:latin typeface="Aptos" panose="020B0004020202020204" pitchFamily="34" charset="0"/>
                <a:cs typeface="Microsoft Sans Serif" panose="020B0604020202020204" pitchFamily="34" charset="0"/>
              </a:rPr>
              <a:t>The ability to proceed Image, Text, Video, Audio together</a:t>
            </a:r>
          </a:p>
          <a:p>
            <a:pPr marL="342900" indent="-342900" algn="l">
              <a:lnSpc>
                <a:spcPct val="96000"/>
              </a:lnSpc>
              <a:buAutoNum type="arabicPeriod"/>
            </a:pPr>
            <a:r>
              <a:rPr lang="en-US" sz="1600" dirty="0" err="1">
                <a:solidFill>
                  <a:srgbClr val="000000"/>
                </a:solidFill>
                <a:latin typeface="Aptos" panose="020B0004020202020204" pitchFamily="34" charset="0"/>
                <a:cs typeface="Microsoft Sans Serif" panose="020B0604020202020204" pitchFamily="34" charset="0"/>
              </a:rPr>
              <a:t>Postional</a:t>
            </a:r>
            <a:r>
              <a:rPr lang="en-US" sz="1600" dirty="0">
                <a:solidFill>
                  <a:srgbClr val="000000"/>
                </a:solidFill>
                <a:latin typeface="Aptos" panose="020B0004020202020204" pitchFamily="34" charset="0"/>
                <a:cs typeface="Microsoft Sans Serif" panose="020B0604020202020204" pitchFamily="34" charset="0"/>
              </a:rPr>
              <a:t> embedding algorithm </a:t>
            </a:r>
            <a:r>
              <a:rPr lang="en-US" sz="1600" dirty="0" err="1">
                <a:solidFill>
                  <a:srgbClr val="000000"/>
                </a:solidFill>
                <a:latin typeface="Aptos" panose="020B0004020202020204" pitchFamily="34" charset="0"/>
                <a:cs typeface="Microsoft Sans Serif" panose="020B0604020202020204" pitchFamily="34" charset="0"/>
              </a:rPr>
              <a:t>TMRoPE</a:t>
            </a:r>
            <a:r>
              <a:rPr lang="en-US" sz="1600" dirty="0">
                <a:solidFill>
                  <a:srgbClr val="000000"/>
                </a:solidFill>
                <a:latin typeface="Aptos" panose="020B0004020202020204" pitchFamily="34" charset="0"/>
                <a:cs typeface="Microsoft Sans Serif" panose="020B0604020202020204" pitchFamily="34" charset="0"/>
              </a:rPr>
              <a:t> for Video with Audio</a:t>
            </a:r>
          </a:p>
          <a:p>
            <a:pPr marL="342900" indent="-342900" algn="l">
              <a:lnSpc>
                <a:spcPct val="96000"/>
              </a:lnSpc>
              <a:buAutoNum type="arabicPeriod"/>
            </a:pPr>
            <a:r>
              <a:rPr lang="en-US" sz="1600" dirty="0">
                <a:solidFill>
                  <a:srgbClr val="000000"/>
                </a:solidFill>
                <a:latin typeface="Aptos" panose="020B0004020202020204" pitchFamily="34" charset="0"/>
                <a:cs typeface="Microsoft Sans Serif" panose="020B0604020202020204" pitchFamily="34" charset="0"/>
              </a:rPr>
              <a:t>Thinker-Talker architecture: Talker gets </a:t>
            </a:r>
            <a:r>
              <a:rPr lang="en-US" sz="1600" b="1" dirty="0">
                <a:solidFill>
                  <a:srgbClr val="000000"/>
                </a:solidFill>
                <a:latin typeface="Aptos" panose="020B0004020202020204" pitchFamily="34" charset="0"/>
                <a:cs typeface="Microsoft Sans Serif" panose="020B0604020202020204" pitchFamily="34" charset="0"/>
              </a:rPr>
              <a:t>high-level representations</a:t>
            </a:r>
            <a:r>
              <a:rPr lang="en-US" sz="1600" dirty="0">
                <a:solidFill>
                  <a:srgbClr val="000000"/>
                </a:solidFill>
                <a:latin typeface="Aptos" panose="020B0004020202020204" pitchFamily="34" charset="0"/>
                <a:cs typeface="Microsoft Sans Serif" panose="020B0604020202020204" pitchFamily="34" charset="0"/>
              </a:rPr>
              <a:t> directly from Thinker</a:t>
            </a:r>
          </a:p>
          <a:p>
            <a:pPr marL="342900" indent="-342900" algn="l">
              <a:lnSpc>
                <a:spcPct val="96000"/>
              </a:lnSpc>
              <a:buAutoNum type="arabicPeriod"/>
            </a:pPr>
            <a:r>
              <a:rPr lang="en-US" sz="1600" dirty="0">
                <a:solidFill>
                  <a:srgbClr val="000000"/>
                </a:solidFill>
                <a:latin typeface="Aptos" panose="020B0004020202020204" pitchFamily="34" charset="0"/>
                <a:cs typeface="Microsoft Sans Serif" panose="020B0604020202020204" pitchFamily="34" charset="0"/>
              </a:rPr>
              <a:t>Generates audio directly </a:t>
            </a:r>
            <a:r>
              <a:rPr lang="en-US" sz="1600">
                <a:solidFill>
                  <a:srgbClr val="000000"/>
                </a:solidFill>
                <a:latin typeface="Aptos" panose="020B0004020202020204" pitchFamily="34" charset="0"/>
                <a:cs typeface="Microsoft Sans Serif" panose="020B0604020202020204" pitchFamily="34" charset="0"/>
              </a:rPr>
              <a:t>as text</a:t>
            </a:r>
            <a:endParaRPr lang="en-US" sz="1600" dirty="0">
              <a:solidFill>
                <a:srgbClr val="000000"/>
              </a:solidFill>
              <a:latin typeface="Aptos" panose="020B0004020202020204" pitchFamily="34" charset="0"/>
              <a:cs typeface="Microsoft Sans Serif" panose="020B0604020202020204" pitchFamily="34" charset="0"/>
            </a:endParaRPr>
          </a:p>
        </p:txBody>
      </p:sp>
    </p:spTree>
    <p:extLst>
      <p:ext uri="{BB962C8B-B14F-4D97-AF65-F5344CB8AC3E}">
        <p14:creationId xmlns:p14="http://schemas.microsoft.com/office/powerpoint/2010/main" val="156967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8721-C49E-E01F-2D22-A05523BBE2E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29B3C9-1498-C580-9FEE-63AC754032AE}"/>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AEC87BF6-B741-0195-FB9C-433D8BC537CC}"/>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a:t>High-level Flow</a:t>
            </a:r>
          </a:p>
        </p:txBody>
      </p:sp>
      <p:sp>
        <p:nvSpPr>
          <p:cNvPr id="4" name="Content Placeholder 3">
            <a:extLst>
              <a:ext uri="{FF2B5EF4-FFF2-40B4-BE49-F238E27FC236}">
                <a16:creationId xmlns:a16="http://schemas.microsoft.com/office/drawing/2014/main" id="{0E49CA76-FE15-B396-85E8-C4473B42F849}"/>
              </a:ext>
            </a:extLst>
          </p:cNvPr>
          <p:cNvSpPr>
            <a:spLocks noGrp="1"/>
          </p:cNvSpPr>
          <p:nvPr>
            <p:ph idx="1"/>
          </p:nvPr>
        </p:nvSpPr>
        <p:spPr>
          <a:xfrm>
            <a:off x="615947" y="5986419"/>
            <a:ext cx="11160126" cy="374263"/>
          </a:xfrm>
        </p:spPr>
        <p:txBody>
          <a:bodyPr/>
          <a:lstStyle/>
          <a:p>
            <a:r>
              <a:rPr lang="en-US" sz="1600" dirty="0" err="1"/>
              <a:t>input_ids</a:t>
            </a:r>
            <a:r>
              <a:rPr lang="en-US" sz="1600" dirty="0"/>
              <a:t> also contains placeholders for multimodal inputs</a:t>
            </a:r>
          </a:p>
        </p:txBody>
      </p:sp>
      <p:sp>
        <p:nvSpPr>
          <p:cNvPr id="5" name="Rectangle 4">
            <a:extLst>
              <a:ext uri="{FF2B5EF4-FFF2-40B4-BE49-F238E27FC236}">
                <a16:creationId xmlns:a16="http://schemas.microsoft.com/office/drawing/2014/main" id="{AE7A22BC-34EA-3E80-F61C-3E365FB81312}"/>
              </a:ext>
            </a:extLst>
          </p:cNvPr>
          <p:cNvSpPr/>
          <p:nvPr/>
        </p:nvSpPr>
        <p:spPr>
          <a:xfrm>
            <a:off x="647700" y="1524577"/>
            <a:ext cx="141922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Audio Input</a:t>
            </a:r>
          </a:p>
        </p:txBody>
      </p:sp>
      <p:sp>
        <p:nvSpPr>
          <p:cNvPr id="6" name="Rectangle 5">
            <a:extLst>
              <a:ext uri="{FF2B5EF4-FFF2-40B4-BE49-F238E27FC236}">
                <a16:creationId xmlns:a16="http://schemas.microsoft.com/office/drawing/2014/main" id="{7B056D3E-22F3-C501-4C7A-6C916BC03E7A}"/>
              </a:ext>
            </a:extLst>
          </p:cNvPr>
          <p:cNvSpPr/>
          <p:nvPr/>
        </p:nvSpPr>
        <p:spPr>
          <a:xfrm>
            <a:off x="647698" y="2158354"/>
            <a:ext cx="141922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Text Input</a:t>
            </a:r>
          </a:p>
        </p:txBody>
      </p:sp>
      <p:sp>
        <p:nvSpPr>
          <p:cNvPr id="7" name="Rectangle 6">
            <a:extLst>
              <a:ext uri="{FF2B5EF4-FFF2-40B4-BE49-F238E27FC236}">
                <a16:creationId xmlns:a16="http://schemas.microsoft.com/office/drawing/2014/main" id="{DE0D0EC7-00CF-88D4-649F-DC1CCDF2372C}"/>
              </a:ext>
            </a:extLst>
          </p:cNvPr>
          <p:cNvSpPr/>
          <p:nvPr/>
        </p:nvSpPr>
        <p:spPr>
          <a:xfrm>
            <a:off x="647698" y="2821471"/>
            <a:ext cx="141922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Image Input</a:t>
            </a:r>
          </a:p>
        </p:txBody>
      </p:sp>
      <p:sp>
        <p:nvSpPr>
          <p:cNvPr id="8" name="Rectangle 7">
            <a:extLst>
              <a:ext uri="{FF2B5EF4-FFF2-40B4-BE49-F238E27FC236}">
                <a16:creationId xmlns:a16="http://schemas.microsoft.com/office/drawing/2014/main" id="{0E0941D5-9589-96D8-94EA-9C00175A25B7}"/>
              </a:ext>
            </a:extLst>
          </p:cNvPr>
          <p:cNvSpPr/>
          <p:nvPr/>
        </p:nvSpPr>
        <p:spPr>
          <a:xfrm>
            <a:off x="647698" y="3501702"/>
            <a:ext cx="141922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Video Input</a:t>
            </a:r>
          </a:p>
        </p:txBody>
      </p:sp>
      <p:sp>
        <p:nvSpPr>
          <p:cNvPr id="9" name="Rectangle 8">
            <a:extLst>
              <a:ext uri="{FF2B5EF4-FFF2-40B4-BE49-F238E27FC236}">
                <a16:creationId xmlns:a16="http://schemas.microsoft.com/office/drawing/2014/main" id="{3ACD544E-F7AB-970A-3280-1697AE3B9D49}"/>
              </a:ext>
            </a:extLst>
          </p:cNvPr>
          <p:cNvSpPr/>
          <p:nvPr/>
        </p:nvSpPr>
        <p:spPr>
          <a:xfrm>
            <a:off x="2781300" y="1524577"/>
            <a:ext cx="166687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input Features</a:t>
            </a:r>
          </a:p>
        </p:txBody>
      </p:sp>
      <p:sp>
        <p:nvSpPr>
          <p:cNvPr id="10" name="Rectangle 9">
            <a:extLst>
              <a:ext uri="{FF2B5EF4-FFF2-40B4-BE49-F238E27FC236}">
                <a16:creationId xmlns:a16="http://schemas.microsoft.com/office/drawing/2014/main" id="{0E5562D9-27B3-3745-C976-55B3D972704E}"/>
              </a:ext>
            </a:extLst>
          </p:cNvPr>
          <p:cNvSpPr/>
          <p:nvPr/>
        </p:nvSpPr>
        <p:spPr>
          <a:xfrm>
            <a:off x="2781300" y="2158354"/>
            <a:ext cx="141922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err="1">
                <a:solidFill>
                  <a:schemeClr val="tx1"/>
                </a:solidFill>
                <a:latin typeface="Microsoft Sans Serif"/>
                <a:cs typeface="Microsoft Sans Serif" panose="020B0604020202020204" pitchFamily="34" charset="0"/>
              </a:rPr>
              <a:t>input_ids</a:t>
            </a:r>
            <a:r>
              <a:rPr lang="en-US" dirty="0">
                <a:solidFill>
                  <a:schemeClr val="tx1"/>
                </a:solidFill>
                <a:latin typeface="Microsoft Sans Serif"/>
                <a:cs typeface="Microsoft Sans Serif" panose="020B0604020202020204" pitchFamily="34" charset="0"/>
              </a:rPr>
              <a:t>*</a:t>
            </a:r>
          </a:p>
        </p:txBody>
      </p:sp>
      <p:sp>
        <p:nvSpPr>
          <p:cNvPr id="11" name="Rectangle 10">
            <a:extLst>
              <a:ext uri="{FF2B5EF4-FFF2-40B4-BE49-F238E27FC236}">
                <a16:creationId xmlns:a16="http://schemas.microsoft.com/office/drawing/2014/main" id="{657A8E59-0CDE-EE70-2A44-F8EEB10C8FD1}"/>
              </a:ext>
            </a:extLst>
          </p:cNvPr>
          <p:cNvSpPr/>
          <p:nvPr/>
        </p:nvSpPr>
        <p:spPr>
          <a:xfrm>
            <a:off x="2781299" y="2821470"/>
            <a:ext cx="166687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err="1">
                <a:solidFill>
                  <a:schemeClr val="tx1"/>
                </a:solidFill>
                <a:latin typeface="Microsoft Sans Serif"/>
                <a:cs typeface="Microsoft Sans Serif" panose="020B0604020202020204" pitchFamily="34" charset="0"/>
              </a:rPr>
              <a:t>pixel_values</a:t>
            </a:r>
            <a:endParaRPr lang="en-US" dirty="0">
              <a:solidFill>
                <a:schemeClr val="tx1"/>
              </a:solidFill>
              <a:latin typeface="Microsoft Sans Serif"/>
              <a:cs typeface="Microsoft Sans Serif" panose="020B0604020202020204" pitchFamily="34" charset="0"/>
            </a:endParaRPr>
          </a:p>
        </p:txBody>
      </p:sp>
      <p:sp>
        <p:nvSpPr>
          <p:cNvPr id="12" name="Rectangle 11">
            <a:extLst>
              <a:ext uri="{FF2B5EF4-FFF2-40B4-BE49-F238E27FC236}">
                <a16:creationId xmlns:a16="http://schemas.microsoft.com/office/drawing/2014/main" id="{C4BDCFCE-1734-E27E-C5E0-BC671B42EE92}"/>
              </a:ext>
            </a:extLst>
          </p:cNvPr>
          <p:cNvSpPr/>
          <p:nvPr/>
        </p:nvSpPr>
        <p:spPr>
          <a:xfrm>
            <a:off x="2762249" y="3501702"/>
            <a:ext cx="2133601"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err="1">
                <a:solidFill>
                  <a:schemeClr val="tx1"/>
                </a:solidFill>
                <a:latin typeface="Microsoft Sans Serif"/>
                <a:cs typeface="Microsoft Sans Serif" panose="020B0604020202020204" pitchFamily="34" charset="0"/>
              </a:rPr>
              <a:t>pixel_values_video</a:t>
            </a:r>
            <a:endParaRPr lang="en-US" dirty="0">
              <a:solidFill>
                <a:schemeClr val="tx1"/>
              </a:solidFill>
              <a:latin typeface="Microsoft Sans Serif"/>
              <a:cs typeface="Microsoft Sans Serif" panose="020B0604020202020204" pitchFamily="34" charset="0"/>
            </a:endParaRPr>
          </a:p>
        </p:txBody>
      </p:sp>
      <p:grpSp>
        <p:nvGrpSpPr>
          <p:cNvPr id="15" name="Group 14">
            <a:extLst>
              <a:ext uri="{FF2B5EF4-FFF2-40B4-BE49-F238E27FC236}">
                <a16:creationId xmlns:a16="http://schemas.microsoft.com/office/drawing/2014/main" id="{24EAA961-B3FC-75C0-A364-2495B02E4B51}"/>
              </a:ext>
            </a:extLst>
          </p:cNvPr>
          <p:cNvGrpSpPr/>
          <p:nvPr/>
        </p:nvGrpSpPr>
        <p:grpSpPr>
          <a:xfrm>
            <a:off x="2495550" y="1130782"/>
            <a:ext cx="2528886" cy="3652261"/>
            <a:chOff x="2719389" y="1181100"/>
            <a:chExt cx="2528886" cy="3381375"/>
          </a:xfrm>
        </p:grpSpPr>
        <p:sp>
          <p:nvSpPr>
            <p:cNvPr id="13" name="Rectangle 12">
              <a:extLst>
                <a:ext uri="{FF2B5EF4-FFF2-40B4-BE49-F238E27FC236}">
                  <a16:creationId xmlns:a16="http://schemas.microsoft.com/office/drawing/2014/main" id="{1FB13FC9-7D53-25E9-7A73-06B615B48623}"/>
                </a:ext>
              </a:extLst>
            </p:cNvPr>
            <p:cNvSpPr/>
            <p:nvPr/>
          </p:nvSpPr>
          <p:spPr>
            <a:xfrm>
              <a:off x="2719389" y="1181100"/>
              <a:ext cx="2528886" cy="3381375"/>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4" name="TextBox 13">
              <a:extLst>
                <a:ext uri="{FF2B5EF4-FFF2-40B4-BE49-F238E27FC236}">
                  <a16:creationId xmlns:a16="http://schemas.microsoft.com/office/drawing/2014/main" id="{4E93104F-A4B5-17A9-7041-29F14CA36DD4}"/>
                </a:ext>
              </a:extLst>
            </p:cNvPr>
            <p:cNvSpPr txBox="1"/>
            <p:nvPr/>
          </p:nvSpPr>
          <p:spPr>
            <a:xfrm>
              <a:off x="3462338" y="1197872"/>
              <a:ext cx="1209675" cy="236347"/>
            </a:xfrm>
            <a:prstGeom prst="rect">
              <a:avLst/>
            </a:prstGeom>
          </p:spPr>
          <p:txBody>
            <a:bodyPr wrap="square" lIns="0" tIns="0" rIns="0" bIns="0" rtlCol="0">
              <a:spAutoFit/>
            </a:bodyPr>
            <a:lstStyle/>
            <a:p>
              <a:pPr algn="l">
                <a:lnSpc>
                  <a:spcPct val="96000"/>
                </a:lnSpc>
              </a:pPr>
              <a:r>
                <a:rPr lang="en-US" sz="1600" dirty="0">
                  <a:solidFill>
                    <a:schemeClr val="accent1"/>
                  </a:solidFill>
                  <a:latin typeface="Aptos" panose="020B0004020202020204" pitchFamily="34" charset="0"/>
                  <a:cs typeface="Microsoft Sans Serif" panose="020B0604020202020204" pitchFamily="34" charset="0"/>
                </a:rPr>
                <a:t>Preprocess</a:t>
              </a:r>
            </a:p>
          </p:txBody>
        </p:sp>
      </p:grpSp>
      <p:cxnSp>
        <p:nvCxnSpPr>
          <p:cNvPr id="17" name="Straight Arrow Connector 16">
            <a:extLst>
              <a:ext uri="{FF2B5EF4-FFF2-40B4-BE49-F238E27FC236}">
                <a16:creationId xmlns:a16="http://schemas.microsoft.com/office/drawing/2014/main" id="{84A925DB-294B-10AB-EAF5-B7F2460C0FAC}"/>
              </a:ext>
            </a:extLst>
          </p:cNvPr>
          <p:cNvCxnSpPr>
            <a:stCxn id="5" idx="3"/>
            <a:endCxn id="9" idx="1"/>
          </p:cNvCxnSpPr>
          <p:nvPr/>
        </p:nvCxnSpPr>
        <p:spPr>
          <a:xfrm>
            <a:off x="2066925" y="1700790"/>
            <a:ext cx="714375" cy="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C3FFB2B-DDB2-DECD-79BC-7C17A1197476}"/>
              </a:ext>
            </a:extLst>
          </p:cNvPr>
          <p:cNvCxnSpPr>
            <a:stCxn id="6" idx="3"/>
            <a:endCxn id="10" idx="1"/>
          </p:cNvCxnSpPr>
          <p:nvPr/>
        </p:nvCxnSpPr>
        <p:spPr>
          <a:xfrm>
            <a:off x="2066923" y="2334567"/>
            <a:ext cx="714377" cy="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BB7E0D1-DA3D-4CC6-D784-82DD568C82FC}"/>
              </a:ext>
            </a:extLst>
          </p:cNvPr>
          <p:cNvCxnSpPr>
            <a:stCxn id="7" idx="3"/>
            <a:endCxn id="11" idx="1"/>
          </p:cNvCxnSpPr>
          <p:nvPr/>
        </p:nvCxnSpPr>
        <p:spPr>
          <a:xfrm flipV="1">
            <a:off x="2066923" y="2997683"/>
            <a:ext cx="714376" cy="1"/>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D415609-F19C-D0E2-C36A-DB6DBF7BBECE}"/>
              </a:ext>
            </a:extLst>
          </p:cNvPr>
          <p:cNvCxnSpPr>
            <a:cxnSpLocks/>
            <a:stCxn id="8" idx="3"/>
            <a:endCxn id="12" idx="1"/>
          </p:cNvCxnSpPr>
          <p:nvPr/>
        </p:nvCxnSpPr>
        <p:spPr>
          <a:xfrm>
            <a:off x="2066923" y="3677915"/>
            <a:ext cx="695326" cy="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29F93A8-508B-49A0-F315-703883BC7F33}"/>
              </a:ext>
            </a:extLst>
          </p:cNvPr>
          <p:cNvSpPr/>
          <p:nvPr/>
        </p:nvSpPr>
        <p:spPr>
          <a:xfrm>
            <a:off x="5788024" y="1465114"/>
            <a:ext cx="1885950" cy="493101"/>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lnSpc>
                <a:spcPct val="96000"/>
              </a:lnSpc>
            </a:pPr>
            <a:r>
              <a:rPr lang="en-US" dirty="0" err="1">
                <a:solidFill>
                  <a:schemeClr val="bg1"/>
                </a:solidFill>
                <a:latin typeface="Microsoft Sans Serif"/>
                <a:cs typeface="Microsoft Sans Serif" panose="020B0604020202020204" pitchFamily="34" charset="0"/>
              </a:rPr>
              <a:t>Get_rope_index</a:t>
            </a:r>
            <a:r>
              <a:rPr lang="en-US" dirty="0">
                <a:solidFill>
                  <a:schemeClr val="bg1"/>
                </a:solidFill>
                <a:latin typeface="Microsoft Sans Serif"/>
                <a:cs typeface="Microsoft Sans Serif" panose="020B0604020202020204" pitchFamily="34" charset="0"/>
              </a:rPr>
              <a:t> (</a:t>
            </a:r>
            <a:r>
              <a:rPr lang="en-US" dirty="0" err="1">
                <a:solidFill>
                  <a:schemeClr val="bg1"/>
                </a:solidFill>
                <a:latin typeface="Microsoft Sans Serif"/>
                <a:cs typeface="Microsoft Sans Serif" panose="020B0604020202020204" pitchFamily="34" charset="0"/>
              </a:rPr>
              <a:t>TMRoPE</a:t>
            </a:r>
            <a:r>
              <a:rPr lang="en-US" dirty="0">
                <a:solidFill>
                  <a:schemeClr val="bg1"/>
                </a:solidFill>
                <a:latin typeface="Microsoft Sans Serif"/>
                <a:cs typeface="Microsoft Sans Serif" panose="020B0604020202020204" pitchFamily="34" charset="0"/>
              </a:rPr>
              <a:t>)</a:t>
            </a:r>
          </a:p>
        </p:txBody>
      </p:sp>
      <p:sp>
        <p:nvSpPr>
          <p:cNvPr id="28" name="Rectangle 27">
            <a:extLst>
              <a:ext uri="{FF2B5EF4-FFF2-40B4-BE49-F238E27FC236}">
                <a16:creationId xmlns:a16="http://schemas.microsoft.com/office/drawing/2014/main" id="{7DABECB4-DBA4-49BB-1C99-734A5A9682E4}"/>
              </a:ext>
            </a:extLst>
          </p:cNvPr>
          <p:cNvSpPr/>
          <p:nvPr/>
        </p:nvSpPr>
        <p:spPr>
          <a:xfrm>
            <a:off x="7867649" y="1524576"/>
            <a:ext cx="166687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err="1">
                <a:solidFill>
                  <a:schemeClr val="tx1"/>
                </a:solidFill>
                <a:latin typeface="Microsoft Sans Serif"/>
                <a:cs typeface="Microsoft Sans Serif" panose="020B0604020202020204" pitchFamily="34" charset="0"/>
              </a:rPr>
              <a:t>position_ids</a:t>
            </a:r>
            <a:endParaRPr lang="en-US" dirty="0">
              <a:solidFill>
                <a:schemeClr val="tx1"/>
              </a:solidFill>
              <a:latin typeface="Microsoft Sans Serif"/>
              <a:cs typeface="Microsoft Sans Serif" panose="020B0604020202020204" pitchFamily="34" charset="0"/>
            </a:endParaRPr>
          </a:p>
        </p:txBody>
      </p:sp>
      <p:sp>
        <p:nvSpPr>
          <p:cNvPr id="29" name="Rectangle 28">
            <a:extLst>
              <a:ext uri="{FF2B5EF4-FFF2-40B4-BE49-F238E27FC236}">
                <a16:creationId xmlns:a16="http://schemas.microsoft.com/office/drawing/2014/main" id="{5B11FC53-B88A-78E2-5E03-754778F36FCF}"/>
              </a:ext>
            </a:extLst>
          </p:cNvPr>
          <p:cNvSpPr/>
          <p:nvPr/>
        </p:nvSpPr>
        <p:spPr>
          <a:xfrm>
            <a:off x="2757485" y="4181932"/>
            <a:ext cx="198596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err="1">
                <a:solidFill>
                  <a:schemeClr val="tx1"/>
                </a:solidFill>
                <a:latin typeface="Microsoft Sans Serif"/>
                <a:cs typeface="Microsoft Sans Serif" panose="020B0604020202020204" pitchFamily="34" charset="0"/>
              </a:rPr>
              <a:t>attention_mask</a:t>
            </a:r>
            <a:endParaRPr lang="en-US" dirty="0">
              <a:solidFill>
                <a:schemeClr val="tx1"/>
              </a:solidFill>
              <a:latin typeface="Microsoft Sans Serif"/>
              <a:cs typeface="Microsoft Sans Serif" panose="020B0604020202020204" pitchFamily="34" charset="0"/>
            </a:endParaRPr>
          </a:p>
        </p:txBody>
      </p:sp>
      <p:cxnSp>
        <p:nvCxnSpPr>
          <p:cNvPr id="31" name="Straight Arrow Connector 30">
            <a:extLst>
              <a:ext uri="{FF2B5EF4-FFF2-40B4-BE49-F238E27FC236}">
                <a16:creationId xmlns:a16="http://schemas.microsoft.com/office/drawing/2014/main" id="{E921D260-D135-BA4C-0CED-888757376C52}"/>
              </a:ext>
            </a:extLst>
          </p:cNvPr>
          <p:cNvCxnSpPr>
            <a:stCxn id="9" idx="3"/>
            <a:endCxn id="27" idx="1"/>
          </p:cNvCxnSpPr>
          <p:nvPr/>
        </p:nvCxnSpPr>
        <p:spPr>
          <a:xfrm>
            <a:off x="4448175" y="1700790"/>
            <a:ext cx="1339849" cy="10875"/>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4BA8A6E-AE70-0F39-3DEA-2E48F5F411F8}"/>
              </a:ext>
            </a:extLst>
          </p:cNvPr>
          <p:cNvCxnSpPr>
            <a:stCxn id="10" idx="3"/>
            <a:endCxn id="27" idx="1"/>
          </p:cNvCxnSpPr>
          <p:nvPr/>
        </p:nvCxnSpPr>
        <p:spPr>
          <a:xfrm flipV="1">
            <a:off x="4200525" y="1711665"/>
            <a:ext cx="1587499" cy="622902"/>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FBAAAF8-A5DA-37E2-AB80-FFF8A7592748}"/>
              </a:ext>
            </a:extLst>
          </p:cNvPr>
          <p:cNvCxnSpPr>
            <a:stCxn id="11" idx="3"/>
            <a:endCxn id="27" idx="1"/>
          </p:cNvCxnSpPr>
          <p:nvPr/>
        </p:nvCxnSpPr>
        <p:spPr>
          <a:xfrm flipV="1">
            <a:off x="4448174" y="1711665"/>
            <a:ext cx="1339850" cy="1286018"/>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7962AE9-7687-A38F-CF62-BF0B92FC5E9A}"/>
              </a:ext>
            </a:extLst>
          </p:cNvPr>
          <p:cNvCxnSpPr>
            <a:cxnSpLocks/>
            <a:stCxn id="12" idx="3"/>
            <a:endCxn id="27" idx="1"/>
          </p:cNvCxnSpPr>
          <p:nvPr/>
        </p:nvCxnSpPr>
        <p:spPr>
          <a:xfrm flipV="1">
            <a:off x="4895850" y="1711665"/>
            <a:ext cx="892174" cy="196625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F0A2A67-EDA0-7C5A-E44B-FA0BB371E6E5}"/>
              </a:ext>
            </a:extLst>
          </p:cNvPr>
          <p:cNvCxnSpPr>
            <a:cxnSpLocks/>
            <a:stCxn id="29" idx="3"/>
            <a:endCxn id="27" idx="1"/>
          </p:cNvCxnSpPr>
          <p:nvPr/>
        </p:nvCxnSpPr>
        <p:spPr>
          <a:xfrm flipV="1">
            <a:off x="4743450" y="1711665"/>
            <a:ext cx="1044574" cy="264648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F9478CB6-D27A-8028-616E-74864C97C065}"/>
              </a:ext>
            </a:extLst>
          </p:cNvPr>
          <p:cNvSpPr/>
          <p:nvPr/>
        </p:nvSpPr>
        <p:spPr>
          <a:xfrm>
            <a:off x="5788024" y="2369394"/>
            <a:ext cx="1885950" cy="493101"/>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lnSpc>
                <a:spcPct val="96000"/>
              </a:lnSpc>
            </a:pPr>
            <a:r>
              <a:rPr lang="en-US" dirty="0" err="1">
                <a:solidFill>
                  <a:schemeClr val="bg1"/>
                </a:solidFill>
                <a:latin typeface="Microsoft Sans Serif"/>
                <a:cs typeface="Microsoft Sans Serif" panose="020B0604020202020204" pitchFamily="34" charset="0"/>
              </a:rPr>
              <a:t>masked_scatter</a:t>
            </a:r>
            <a:endParaRPr lang="en-US" dirty="0">
              <a:solidFill>
                <a:schemeClr val="bg1"/>
              </a:solidFill>
              <a:latin typeface="Microsoft Sans Serif"/>
              <a:cs typeface="Microsoft Sans Serif" panose="020B0604020202020204" pitchFamily="34" charset="0"/>
            </a:endParaRPr>
          </a:p>
        </p:txBody>
      </p:sp>
      <p:sp>
        <p:nvSpPr>
          <p:cNvPr id="43" name="Rectangle 42">
            <a:extLst>
              <a:ext uri="{FF2B5EF4-FFF2-40B4-BE49-F238E27FC236}">
                <a16:creationId xmlns:a16="http://schemas.microsoft.com/office/drawing/2014/main" id="{FAA699CA-0A29-881B-ACBF-974067988254}"/>
              </a:ext>
            </a:extLst>
          </p:cNvPr>
          <p:cNvSpPr/>
          <p:nvPr/>
        </p:nvSpPr>
        <p:spPr>
          <a:xfrm>
            <a:off x="7891460" y="2439731"/>
            <a:ext cx="166687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err="1">
                <a:solidFill>
                  <a:schemeClr val="tx1"/>
                </a:solidFill>
                <a:latin typeface="Microsoft Sans Serif"/>
                <a:cs typeface="Microsoft Sans Serif" panose="020B0604020202020204" pitchFamily="34" charset="0"/>
              </a:rPr>
              <a:t>input_embeds</a:t>
            </a:r>
            <a:endParaRPr lang="en-US" dirty="0">
              <a:solidFill>
                <a:schemeClr val="tx1"/>
              </a:solidFill>
              <a:latin typeface="Microsoft Sans Serif"/>
              <a:cs typeface="Microsoft Sans Serif" panose="020B0604020202020204" pitchFamily="34" charset="0"/>
            </a:endParaRPr>
          </a:p>
        </p:txBody>
      </p:sp>
      <p:cxnSp>
        <p:nvCxnSpPr>
          <p:cNvPr id="45" name="Straight Arrow Connector 44">
            <a:extLst>
              <a:ext uri="{FF2B5EF4-FFF2-40B4-BE49-F238E27FC236}">
                <a16:creationId xmlns:a16="http://schemas.microsoft.com/office/drawing/2014/main" id="{8995385F-3857-BE80-03C3-867154DB9128}"/>
              </a:ext>
            </a:extLst>
          </p:cNvPr>
          <p:cNvCxnSpPr>
            <a:stCxn id="9" idx="3"/>
            <a:endCxn id="42" idx="1"/>
          </p:cNvCxnSpPr>
          <p:nvPr/>
        </p:nvCxnSpPr>
        <p:spPr>
          <a:xfrm>
            <a:off x="4448175" y="1700790"/>
            <a:ext cx="1339849" cy="915155"/>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A3F5E98-429C-9F6C-6037-7A7E83AB8DEB}"/>
              </a:ext>
            </a:extLst>
          </p:cNvPr>
          <p:cNvCxnSpPr>
            <a:stCxn id="10" idx="3"/>
            <a:endCxn id="42" idx="1"/>
          </p:cNvCxnSpPr>
          <p:nvPr/>
        </p:nvCxnSpPr>
        <p:spPr>
          <a:xfrm>
            <a:off x="4200525" y="2334567"/>
            <a:ext cx="1587499" cy="281378"/>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6F2CAFD-890E-EC0B-4CEC-CBEA3603FD2B}"/>
              </a:ext>
            </a:extLst>
          </p:cNvPr>
          <p:cNvCxnSpPr>
            <a:cxnSpLocks/>
            <a:stCxn id="11" idx="3"/>
            <a:endCxn id="42" idx="1"/>
          </p:cNvCxnSpPr>
          <p:nvPr/>
        </p:nvCxnSpPr>
        <p:spPr>
          <a:xfrm flipV="1">
            <a:off x="4448174" y="2615945"/>
            <a:ext cx="1339850" cy="381738"/>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CDD8C30-5313-E7B5-E621-E7A71907E05A}"/>
              </a:ext>
            </a:extLst>
          </p:cNvPr>
          <p:cNvCxnSpPr>
            <a:cxnSpLocks/>
            <a:stCxn id="12" idx="3"/>
            <a:endCxn id="42" idx="1"/>
          </p:cNvCxnSpPr>
          <p:nvPr/>
        </p:nvCxnSpPr>
        <p:spPr>
          <a:xfrm flipV="1">
            <a:off x="4895850" y="2615945"/>
            <a:ext cx="892174" cy="106197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D0FD09CD-4DB5-9C1A-2BBD-56C15114AA5A}"/>
              </a:ext>
            </a:extLst>
          </p:cNvPr>
          <p:cNvSpPr/>
          <p:nvPr/>
        </p:nvSpPr>
        <p:spPr>
          <a:xfrm>
            <a:off x="647698" y="4990008"/>
            <a:ext cx="198596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err="1">
                <a:solidFill>
                  <a:schemeClr val="tx1"/>
                </a:solidFill>
                <a:latin typeface="Microsoft Sans Serif"/>
                <a:cs typeface="Microsoft Sans Serif" panose="020B0604020202020204" pitchFamily="34" charset="0"/>
              </a:rPr>
              <a:t>past_key_values</a:t>
            </a:r>
            <a:endParaRPr lang="en-US" dirty="0">
              <a:solidFill>
                <a:schemeClr val="tx1"/>
              </a:solidFill>
              <a:latin typeface="Microsoft Sans Serif"/>
              <a:cs typeface="Microsoft Sans Serif" panose="020B0604020202020204" pitchFamily="34" charset="0"/>
            </a:endParaRPr>
          </a:p>
        </p:txBody>
      </p:sp>
      <p:cxnSp>
        <p:nvCxnSpPr>
          <p:cNvPr id="69" name="Straight Arrow Connector 68">
            <a:extLst>
              <a:ext uri="{FF2B5EF4-FFF2-40B4-BE49-F238E27FC236}">
                <a16:creationId xmlns:a16="http://schemas.microsoft.com/office/drawing/2014/main" id="{6A74CFD0-02E2-7504-CE02-D46A22B72D43}"/>
              </a:ext>
            </a:extLst>
          </p:cNvPr>
          <p:cNvCxnSpPr>
            <a:stCxn id="27" idx="3"/>
            <a:endCxn id="28" idx="1"/>
          </p:cNvCxnSpPr>
          <p:nvPr/>
        </p:nvCxnSpPr>
        <p:spPr>
          <a:xfrm flipV="1">
            <a:off x="7673974" y="1700789"/>
            <a:ext cx="193675" cy="10876"/>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A22815D-4802-DB22-AD0A-4D5F4BF0017E}"/>
              </a:ext>
            </a:extLst>
          </p:cNvPr>
          <p:cNvCxnSpPr>
            <a:stCxn id="42" idx="3"/>
            <a:endCxn id="43" idx="1"/>
          </p:cNvCxnSpPr>
          <p:nvPr/>
        </p:nvCxnSpPr>
        <p:spPr>
          <a:xfrm flipV="1">
            <a:off x="7673974" y="2615944"/>
            <a:ext cx="217486" cy="1"/>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58B3400-D553-EED3-E648-7B040B376A6A}"/>
              </a:ext>
            </a:extLst>
          </p:cNvPr>
          <p:cNvCxnSpPr>
            <a:cxnSpLocks/>
            <a:stCxn id="29" idx="3"/>
          </p:cNvCxnSpPr>
          <p:nvPr/>
        </p:nvCxnSpPr>
        <p:spPr>
          <a:xfrm>
            <a:off x="4743450" y="4358145"/>
            <a:ext cx="5059422" cy="26041"/>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CB43DD60-9638-4C03-9F9F-71342F9F6A7B}"/>
              </a:ext>
            </a:extLst>
          </p:cNvPr>
          <p:cNvSpPr/>
          <p:nvPr/>
        </p:nvSpPr>
        <p:spPr>
          <a:xfrm rot="5400000">
            <a:off x="8040419" y="3091848"/>
            <a:ext cx="3972581" cy="456101"/>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lnSpc>
                <a:spcPct val="96000"/>
              </a:lnSpc>
            </a:pPr>
            <a:r>
              <a:rPr lang="en-US" dirty="0" err="1">
                <a:solidFill>
                  <a:schemeClr val="bg1"/>
                </a:solidFill>
                <a:latin typeface="Microsoft Sans Serif"/>
                <a:cs typeface="Microsoft Sans Serif" panose="020B0604020202020204" pitchFamily="34" charset="0"/>
              </a:rPr>
              <a:t>ThinkerTextModel</a:t>
            </a:r>
            <a:r>
              <a:rPr lang="en-US" dirty="0">
                <a:solidFill>
                  <a:schemeClr val="bg1"/>
                </a:solidFill>
                <a:latin typeface="Microsoft Sans Serif"/>
                <a:cs typeface="Microsoft Sans Serif" panose="020B0604020202020204" pitchFamily="34" charset="0"/>
              </a:rPr>
              <a:t> (LLM)</a:t>
            </a:r>
          </a:p>
        </p:txBody>
      </p:sp>
      <p:cxnSp>
        <p:nvCxnSpPr>
          <p:cNvPr id="87" name="Straight Arrow Connector 86">
            <a:extLst>
              <a:ext uri="{FF2B5EF4-FFF2-40B4-BE49-F238E27FC236}">
                <a16:creationId xmlns:a16="http://schemas.microsoft.com/office/drawing/2014/main" id="{141C156E-EC37-FB71-BDB1-6F1260FACF6A}"/>
              </a:ext>
            </a:extLst>
          </p:cNvPr>
          <p:cNvCxnSpPr>
            <a:stCxn id="54" idx="3"/>
          </p:cNvCxnSpPr>
          <p:nvPr/>
        </p:nvCxnSpPr>
        <p:spPr>
          <a:xfrm flipV="1">
            <a:off x="2633663" y="5166220"/>
            <a:ext cx="7169209" cy="1"/>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B921784A-1BE4-79A2-E5AB-EB430F5CA86C}"/>
              </a:ext>
            </a:extLst>
          </p:cNvPr>
          <p:cNvCxnSpPr>
            <a:stCxn id="28" idx="3"/>
          </p:cNvCxnSpPr>
          <p:nvPr/>
        </p:nvCxnSpPr>
        <p:spPr>
          <a:xfrm>
            <a:off x="9534524" y="1700789"/>
            <a:ext cx="268348" cy="10876"/>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5CCC2461-1C78-41D5-5FCA-90BB1F7426AC}"/>
              </a:ext>
            </a:extLst>
          </p:cNvPr>
          <p:cNvCxnSpPr>
            <a:stCxn id="43" idx="3"/>
          </p:cNvCxnSpPr>
          <p:nvPr/>
        </p:nvCxnSpPr>
        <p:spPr>
          <a:xfrm>
            <a:off x="9558335" y="2615944"/>
            <a:ext cx="244536" cy="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E4EF04E1-D027-7574-2EF8-AAC4DE7851FB}"/>
              </a:ext>
            </a:extLst>
          </p:cNvPr>
          <p:cNvSpPr/>
          <p:nvPr/>
        </p:nvSpPr>
        <p:spPr>
          <a:xfrm>
            <a:off x="10415583" y="1530166"/>
            <a:ext cx="166687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logits</a:t>
            </a:r>
          </a:p>
        </p:txBody>
      </p:sp>
      <p:sp>
        <p:nvSpPr>
          <p:cNvPr id="93" name="Rectangle 92">
            <a:extLst>
              <a:ext uri="{FF2B5EF4-FFF2-40B4-BE49-F238E27FC236}">
                <a16:creationId xmlns:a16="http://schemas.microsoft.com/office/drawing/2014/main" id="{194DDB8F-7670-58CD-326B-BF032AF473EB}"/>
              </a:ext>
            </a:extLst>
          </p:cNvPr>
          <p:cNvSpPr/>
          <p:nvPr/>
        </p:nvSpPr>
        <p:spPr>
          <a:xfrm>
            <a:off x="10415583" y="2422012"/>
            <a:ext cx="1666875" cy="352425"/>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96000"/>
              </a:lnSpc>
            </a:pPr>
            <a:r>
              <a:rPr lang="en-US" dirty="0" err="1">
                <a:solidFill>
                  <a:schemeClr val="tx1"/>
                </a:solidFill>
                <a:latin typeface="Microsoft Sans Serif"/>
                <a:cs typeface="Microsoft Sans Serif" panose="020B0604020202020204" pitchFamily="34" charset="0"/>
              </a:rPr>
              <a:t>hidden_states</a:t>
            </a:r>
            <a:endParaRPr lang="en-US" dirty="0">
              <a:solidFill>
                <a:schemeClr val="tx1"/>
              </a:solidFill>
              <a:latin typeface="Microsoft Sans Serif"/>
              <a:cs typeface="Microsoft Sans Serif" panose="020B0604020202020204" pitchFamily="34" charset="0"/>
            </a:endParaRPr>
          </a:p>
        </p:txBody>
      </p:sp>
      <p:cxnSp>
        <p:nvCxnSpPr>
          <p:cNvPr id="95" name="Straight Arrow Connector 94">
            <a:extLst>
              <a:ext uri="{FF2B5EF4-FFF2-40B4-BE49-F238E27FC236}">
                <a16:creationId xmlns:a16="http://schemas.microsoft.com/office/drawing/2014/main" id="{ADDF021E-F5C6-B198-D9AF-6E4DBF0FACB0}"/>
              </a:ext>
            </a:extLst>
          </p:cNvPr>
          <p:cNvCxnSpPr>
            <a:cxnSpLocks/>
            <a:endCxn id="92" idx="1"/>
          </p:cNvCxnSpPr>
          <p:nvPr/>
        </p:nvCxnSpPr>
        <p:spPr>
          <a:xfrm>
            <a:off x="10254760" y="1699347"/>
            <a:ext cx="160823" cy="7032"/>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863AA907-CCAF-F0DA-5B8D-C377EAD6379F}"/>
              </a:ext>
            </a:extLst>
          </p:cNvPr>
          <p:cNvCxnSpPr>
            <a:cxnSpLocks/>
            <a:endCxn id="93" idx="1"/>
          </p:cNvCxnSpPr>
          <p:nvPr/>
        </p:nvCxnSpPr>
        <p:spPr>
          <a:xfrm>
            <a:off x="10254760" y="2598225"/>
            <a:ext cx="160823" cy="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68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E32AC-EE51-270A-31D1-875B65F520D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B9DC91-C9C8-1982-2EEE-4FF81422382F}"/>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C6ADCAC6-E534-ADA9-907F-9D0D433DFD6A}"/>
              </a:ext>
            </a:extLst>
          </p:cNvPr>
          <p:cNvSpPr>
            <a:spLocks noGrp="1"/>
          </p:cNvSpPr>
          <p:nvPr>
            <p:ph type="title"/>
          </p:nvPr>
        </p:nvSpPr>
        <p:spPr>
          <a:xfrm>
            <a:off x="435256" y="300387"/>
            <a:ext cx="11160126" cy="647700"/>
          </a:xfrm>
        </p:spPr>
        <p:txBody>
          <a:bodyPr/>
          <a:lstStyle/>
          <a:p>
            <a:r>
              <a:rPr lang="en-US" dirty="0"/>
              <a:t>Qwen2.5 Omni Thinker </a:t>
            </a:r>
            <a:br>
              <a:rPr lang="en-US" dirty="0"/>
            </a:br>
            <a:r>
              <a:rPr lang="en-US" altLang="zh-CN" dirty="0"/>
              <a:t>Preprocess</a:t>
            </a:r>
            <a:endParaRPr lang="en-US" dirty="0"/>
          </a:p>
        </p:txBody>
      </p:sp>
      <p:sp>
        <p:nvSpPr>
          <p:cNvPr id="4" name="Content Placeholder 3">
            <a:extLst>
              <a:ext uri="{FF2B5EF4-FFF2-40B4-BE49-F238E27FC236}">
                <a16:creationId xmlns:a16="http://schemas.microsoft.com/office/drawing/2014/main" id="{77158DD8-E634-F5B7-8632-F67C948FA047}"/>
              </a:ext>
            </a:extLst>
          </p:cNvPr>
          <p:cNvSpPr>
            <a:spLocks noGrp="1"/>
          </p:cNvSpPr>
          <p:nvPr>
            <p:ph idx="1"/>
          </p:nvPr>
        </p:nvSpPr>
        <p:spPr>
          <a:xfrm>
            <a:off x="435256" y="1256505"/>
            <a:ext cx="11160126" cy="4344989"/>
          </a:xfrm>
        </p:spPr>
        <p:txBody>
          <a:bodyPr/>
          <a:lstStyle/>
          <a:p>
            <a:r>
              <a:rPr lang="en-US" dirty="0"/>
              <a:t>Audio</a:t>
            </a:r>
          </a:p>
          <a:p>
            <a:pPr lvl="1"/>
            <a:r>
              <a:rPr lang="en-US" dirty="0"/>
              <a:t>Audio wav is preprocessed in to (Batch, Frames, Mel Bins)</a:t>
            </a:r>
          </a:p>
          <a:p>
            <a:pPr lvl="1"/>
            <a:r>
              <a:rPr lang="en-US" dirty="0"/>
              <a:t>Raw audio data is collected in samples/second, for example, 16000 samples / sec</a:t>
            </a:r>
          </a:p>
          <a:p>
            <a:pPr lvl="1"/>
            <a:r>
              <a:rPr lang="en-US" dirty="0"/>
              <a:t>16000 * 5 sec -&gt; Sliding Window [</a:t>
            </a:r>
            <a:r>
              <a:rPr lang="en-US" dirty="0" err="1"/>
              <a:t>num_frames</a:t>
            </a:r>
            <a:r>
              <a:rPr lang="en-US" dirty="0"/>
              <a:t>, </a:t>
            </a:r>
            <a:r>
              <a:rPr lang="en-US" dirty="0" err="1"/>
              <a:t>samples_per_frames</a:t>
            </a:r>
            <a:r>
              <a:rPr lang="en-US" dirty="0"/>
              <a:t>] -&gt; FFT [</a:t>
            </a:r>
            <a:r>
              <a:rPr lang="en-US" dirty="0" err="1"/>
              <a:t>num_frames</a:t>
            </a:r>
            <a:r>
              <a:rPr lang="en-US" dirty="0"/>
              <a:t>, </a:t>
            </a:r>
            <a:r>
              <a:rPr lang="en-US" dirty="0" err="1"/>
              <a:t>frequency_bins</a:t>
            </a:r>
            <a:r>
              <a:rPr lang="en-US" dirty="0"/>
              <a:t>] -&gt; Mel Scale [</a:t>
            </a:r>
            <a:r>
              <a:rPr lang="en-US" dirty="0" err="1"/>
              <a:t>num_frames</a:t>
            </a:r>
            <a:r>
              <a:rPr lang="en-US" dirty="0"/>
              <a:t>, </a:t>
            </a:r>
            <a:r>
              <a:rPr lang="en-US" dirty="0" err="1"/>
              <a:t>mel_bins</a:t>
            </a:r>
            <a:r>
              <a:rPr lang="en-US" dirty="0"/>
              <a:t>]</a:t>
            </a:r>
          </a:p>
          <a:p>
            <a:pPr lvl="2"/>
            <a:r>
              <a:rPr lang="en-US" dirty="0"/>
              <a:t>* Window size 25ms, hop size 10 ms</a:t>
            </a:r>
          </a:p>
          <a:p>
            <a:r>
              <a:rPr lang="en-US" dirty="0"/>
              <a:t>Image</a:t>
            </a:r>
          </a:p>
          <a:p>
            <a:pPr lvl="1"/>
            <a:r>
              <a:rPr lang="en-US" dirty="0"/>
              <a:t>[H, W, 3] -&gt; Resize -&gt; Patch Size (14x14) [</a:t>
            </a:r>
            <a:r>
              <a:rPr lang="en-US" dirty="0" err="1"/>
              <a:t>num_patches</a:t>
            </a:r>
            <a:r>
              <a:rPr lang="en-US" dirty="0"/>
              <a:t>, </a:t>
            </a:r>
            <a:r>
              <a:rPr lang="en-US" dirty="0" err="1"/>
              <a:t>patch_dim</a:t>
            </a:r>
            <a:r>
              <a:rPr lang="en-US" dirty="0"/>
              <a:t>] -&gt; Token Merging (Merging nearby patches) [</a:t>
            </a:r>
            <a:r>
              <a:rPr lang="en-US" dirty="0" err="1"/>
              <a:t>merged_num_patches</a:t>
            </a:r>
            <a:r>
              <a:rPr lang="en-US" dirty="0"/>
              <a:t>, </a:t>
            </a:r>
            <a:r>
              <a:rPr lang="en-US" dirty="0" err="1"/>
              <a:t>patch_dim</a:t>
            </a:r>
            <a:r>
              <a:rPr lang="en-US" dirty="0"/>
              <a:t>]</a:t>
            </a:r>
          </a:p>
          <a:p>
            <a:r>
              <a:rPr lang="en-US" dirty="0"/>
              <a:t>Video</a:t>
            </a:r>
          </a:p>
          <a:p>
            <a:pPr lvl="1"/>
            <a:r>
              <a:rPr lang="en-US" dirty="0"/>
              <a:t>[Frames, H, W, 3] -&gt; Sampling -&gt; Resize -&gt; Patch Size (14x14) -&gt; [frames, </a:t>
            </a:r>
            <a:r>
              <a:rPr lang="en-US" dirty="0" err="1"/>
              <a:t>num_patches</a:t>
            </a:r>
            <a:r>
              <a:rPr lang="en-US" dirty="0"/>
              <a:t>, </a:t>
            </a:r>
            <a:r>
              <a:rPr lang="en-US" dirty="0" err="1"/>
              <a:t>patch_dim</a:t>
            </a:r>
            <a:r>
              <a:rPr lang="en-US" dirty="0"/>
              <a:t>] -&gt; Token Merging </a:t>
            </a:r>
          </a:p>
          <a:p>
            <a:pPr lvl="1"/>
            <a:r>
              <a:rPr lang="en-US" dirty="0"/>
              <a:t>Patching doesn’t do anything on Temporal dimension (Frames)</a:t>
            </a:r>
          </a:p>
          <a:p>
            <a:r>
              <a:rPr lang="en-US" dirty="0"/>
              <a:t>Text</a:t>
            </a:r>
          </a:p>
          <a:p>
            <a:pPr lvl="1"/>
            <a:r>
              <a:rPr lang="en-US" dirty="0"/>
              <a:t>Tokenizer to text tokens, 151643 regular tokens in total</a:t>
            </a:r>
          </a:p>
          <a:p>
            <a:endParaRPr lang="en-US" dirty="0"/>
          </a:p>
          <a:p>
            <a:endParaRPr lang="en-US" dirty="0"/>
          </a:p>
        </p:txBody>
      </p:sp>
    </p:spTree>
    <p:extLst>
      <p:ext uri="{BB962C8B-B14F-4D97-AF65-F5344CB8AC3E}">
        <p14:creationId xmlns:p14="http://schemas.microsoft.com/office/powerpoint/2010/main" val="544496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E01F-5C15-2116-4F11-3EB6F3E9F02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8BDBD24-0A1D-6721-0A7A-9D43B7BF2AC0}"/>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941E19EE-8F17-98E7-F1D5-2FAEB21544B7}"/>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a:t>Audio Encoder</a:t>
            </a:r>
          </a:p>
        </p:txBody>
      </p:sp>
      <p:sp>
        <p:nvSpPr>
          <p:cNvPr id="5" name="TextBox 4">
            <a:extLst>
              <a:ext uri="{FF2B5EF4-FFF2-40B4-BE49-F238E27FC236}">
                <a16:creationId xmlns:a16="http://schemas.microsoft.com/office/drawing/2014/main" id="{5890A8DE-8DA0-58B1-510A-F9FFE0410DA1}"/>
              </a:ext>
            </a:extLst>
          </p:cNvPr>
          <p:cNvSpPr txBox="1"/>
          <p:nvPr/>
        </p:nvSpPr>
        <p:spPr>
          <a:xfrm>
            <a:off x="3009433" y="1268256"/>
            <a:ext cx="2628900"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Input_features</a:t>
            </a:r>
            <a:r>
              <a:rPr lang="en-US" sz="1600" dirty="0">
                <a:solidFill>
                  <a:srgbClr val="000000"/>
                </a:solidFill>
                <a:latin typeface="Aptos" panose="020B0004020202020204" pitchFamily="34" charset="0"/>
                <a:cs typeface="Microsoft Sans Serif" panose="020B0604020202020204" pitchFamily="34" charset="0"/>
              </a:rPr>
              <a:t> [1, 300, 128]</a:t>
            </a:r>
          </a:p>
        </p:txBody>
      </p:sp>
      <p:sp>
        <p:nvSpPr>
          <p:cNvPr id="6" name="TextBox 5">
            <a:extLst>
              <a:ext uri="{FF2B5EF4-FFF2-40B4-BE49-F238E27FC236}">
                <a16:creationId xmlns:a16="http://schemas.microsoft.com/office/drawing/2014/main" id="{828C2227-4DFF-D296-D6C2-F308A41A6215}"/>
              </a:ext>
            </a:extLst>
          </p:cNvPr>
          <p:cNvSpPr txBox="1"/>
          <p:nvPr/>
        </p:nvSpPr>
        <p:spPr>
          <a:xfrm>
            <a:off x="531812" y="1860006"/>
            <a:ext cx="1706563" cy="472694"/>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Slice into Chunks</a:t>
            </a:r>
          </a:p>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n_window</a:t>
            </a:r>
            <a:r>
              <a:rPr lang="en-US" sz="1600" dirty="0">
                <a:solidFill>
                  <a:srgbClr val="000000"/>
                </a:solidFill>
                <a:latin typeface="Aptos" panose="020B0004020202020204" pitchFamily="34" charset="0"/>
                <a:cs typeface="Microsoft Sans Serif" panose="020B0604020202020204" pitchFamily="34" charset="0"/>
              </a:rPr>
              <a:t> = 100</a:t>
            </a:r>
          </a:p>
        </p:txBody>
      </p:sp>
      <p:sp>
        <p:nvSpPr>
          <p:cNvPr id="7" name="TextBox 6">
            <a:extLst>
              <a:ext uri="{FF2B5EF4-FFF2-40B4-BE49-F238E27FC236}">
                <a16:creationId xmlns:a16="http://schemas.microsoft.com/office/drawing/2014/main" id="{0B7B3864-3AC0-D308-5B7B-8CDF47A0E3AE}"/>
              </a:ext>
            </a:extLst>
          </p:cNvPr>
          <p:cNvSpPr txBox="1"/>
          <p:nvPr/>
        </p:nvSpPr>
        <p:spPr>
          <a:xfrm>
            <a:off x="6983415" y="1285873"/>
            <a:ext cx="4343400" cy="472694"/>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Assume no padding in original </a:t>
            </a:r>
            <a:r>
              <a:rPr lang="en-US" sz="1600" dirty="0" err="1">
                <a:solidFill>
                  <a:srgbClr val="000000"/>
                </a:solidFill>
                <a:latin typeface="Aptos" panose="020B0004020202020204" pitchFamily="34" charset="0"/>
                <a:cs typeface="Microsoft Sans Serif" panose="020B0604020202020204" pitchFamily="34" charset="0"/>
              </a:rPr>
              <a:t>input_features</a:t>
            </a:r>
            <a:r>
              <a:rPr lang="en-US" sz="1600" dirty="0">
                <a:solidFill>
                  <a:srgbClr val="000000"/>
                </a:solidFill>
                <a:latin typeface="Aptos" panose="020B0004020202020204" pitchFamily="34" charset="0"/>
                <a:cs typeface="Microsoft Sans Serif" panose="020B0604020202020204" pitchFamily="34" charset="0"/>
              </a:rPr>
              <a:t> (al frames valid)</a:t>
            </a:r>
          </a:p>
        </p:txBody>
      </p:sp>
      <p:sp>
        <p:nvSpPr>
          <p:cNvPr id="8" name="TextBox 7">
            <a:extLst>
              <a:ext uri="{FF2B5EF4-FFF2-40B4-BE49-F238E27FC236}">
                <a16:creationId xmlns:a16="http://schemas.microsoft.com/office/drawing/2014/main" id="{50F619FD-AADE-32E3-306F-5C73EDFCD506}"/>
              </a:ext>
            </a:extLst>
          </p:cNvPr>
          <p:cNvSpPr txBox="1"/>
          <p:nvPr/>
        </p:nvSpPr>
        <p:spPr>
          <a:xfrm>
            <a:off x="3009433" y="1842390"/>
            <a:ext cx="3068638" cy="472694"/>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Padded_features</a:t>
            </a:r>
            <a:r>
              <a:rPr lang="en-US" sz="1600" dirty="0">
                <a:solidFill>
                  <a:srgbClr val="000000"/>
                </a:solidFill>
                <a:latin typeface="Aptos" panose="020B0004020202020204" pitchFamily="34" charset="0"/>
                <a:cs typeface="Microsoft Sans Serif" panose="020B0604020202020204" pitchFamily="34" charset="0"/>
              </a:rPr>
              <a:t> [3, 128, 100]</a:t>
            </a:r>
          </a:p>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[[100, 128], [100, 128], [100, 128]]</a:t>
            </a:r>
          </a:p>
        </p:txBody>
      </p:sp>
      <p:sp>
        <p:nvSpPr>
          <p:cNvPr id="9" name="TextBox 8">
            <a:extLst>
              <a:ext uri="{FF2B5EF4-FFF2-40B4-BE49-F238E27FC236}">
                <a16:creationId xmlns:a16="http://schemas.microsoft.com/office/drawing/2014/main" id="{64869CF6-9B72-7FE8-FA5D-3011026160E3}"/>
              </a:ext>
            </a:extLst>
          </p:cNvPr>
          <p:cNvSpPr txBox="1"/>
          <p:nvPr/>
        </p:nvSpPr>
        <p:spPr>
          <a:xfrm>
            <a:off x="6983415" y="1978179"/>
            <a:ext cx="4611967"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If there is remainder, pad it and it is the last chunk</a:t>
            </a:r>
          </a:p>
        </p:txBody>
      </p:sp>
      <p:cxnSp>
        <p:nvCxnSpPr>
          <p:cNvPr id="11" name="Straight Arrow Connector 10">
            <a:extLst>
              <a:ext uri="{FF2B5EF4-FFF2-40B4-BE49-F238E27FC236}">
                <a16:creationId xmlns:a16="http://schemas.microsoft.com/office/drawing/2014/main" id="{C5067FC1-54EC-55CD-BEC3-3D7F37C4A793}"/>
              </a:ext>
            </a:extLst>
          </p:cNvPr>
          <p:cNvCxnSpPr>
            <a:cxnSpLocks/>
            <a:stCxn id="5" idx="2"/>
          </p:cNvCxnSpPr>
          <p:nvPr/>
        </p:nvCxnSpPr>
        <p:spPr>
          <a:xfrm>
            <a:off x="4323883" y="1504603"/>
            <a:ext cx="0" cy="337786"/>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B0087DB-C5A2-B3E8-0059-894A11DCE9FD}"/>
              </a:ext>
            </a:extLst>
          </p:cNvPr>
          <p:cNvSpPr txBox="1"/>
          <p:nvPr/>
        </p:nvSpPr>
        <p:spPr>
          <a:xfrm>
            <a:off x="531811" y="2771925"/>
            <a:ext cx="1706563"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Conv + GELU</a:t>
            </a:r>
          </a:p>
        </p:txBody>
      </p:sp>
      <p:sp>
        <p:nvSpPr>
          <p:cNvPr id="14" name="TextBox 13">
            <a:extLst>
              <a:ext uri="{FF2B5EF4-FFF2-40B4-BE49-F238E27FC236}">
                <a16:creationId xmlns:a16="http://schemas.microsoft.com/office/drawing/2014/main" id="{6C4E97BE-8D41-B911-B795-AECFA1AECC01}"/>
              </a:ext>
            </a:extLst>
          </p:cNvPr>
          <p:cNvSpPr txBox="1"/>
          <p:nvPr/>
        </p:nvSpPr>
        <p:spPr>
          <a:xfrm>
            <a:off x="3009433" y="2754308"/>
            <a:ext cx="3068638" cy="472694"/>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[3, 75, 512]</a:t>
            </a:r>
          </a:p>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512: hidden dimension</a:t>
            </a:r>
          </a:p>
        </p:txBody>
      </p:sp>
      <p:sp>
        <p:nvSpPr>
          <p:cNvPr id="15" name="TextBox 14">
            <a:extLst>
              <a:ext uri="{FF2B5EF4-FFF2-40B4-BE49-F238E27FC236}">
                <a16:creationId xmlns:a16="http://schemas.microsoft.com/office/drawing/2014/main" id="{98725EB4-110A-3071-6735-463DEEF823E9}"/>
              </a:ext>
            </a:extLst>
          </p:cNvPr>
          <p:cNvSpPr txBox="1"/>
          <p:nvPr/>
        </p:nvSpPr>
        <p:spPr>
          <a:xfrm>
            <a:off x="6849131" y="2719960"/>
            <a:ext cx="4611967" cy="945387"/>
          </a:xfrm>
          <a:prstGeom prst="rect">
            <a:avLst/>
          </a:prstGeom>
        </p:spPr>
        <p:txBody>
          <a:bodyPr wrap="square" lIns="0" tIns="0" rIns="0" bIns="0" rtlCol="0">
            <a:spAutoFit/>
          </a:bodyPr>
          <a:lstStyle/>
          <a:p>
            <a:pPr marL="285750" indent="-285750" algn="l">
              <a:lnSpc>
                <a:spcPct val="96000"/>
              </a:lnSpc>
              <a:buFont typeface="Arial" panose="020B0604020202020204" pitchFamily="34" charset="0"/>
              <a:buChar char="•"/>
            </a:pPr>
            <a:r>
              <a:rPr lang="en-US" sz="1600" dirty="0">
                <a:solidFill>
                  <a:srgbClr val="000000"/>
                </a:solidFill>
                <a:latin typeface="Aptos" panose="020B0004020202020204" pitchFamily="34" charset="0"/>
                <a:cs typeface="Microsoft Sans Serif" panose="020B0604020202020204" pitchFamily="34" charset="0"/>
              </a:rPr>
              <a:t>Approximate calculation of Conv down-sampling</a:t>
            </a:r>
          </a:p>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input_lengths</a:t>
            </a:r>
            <a:r>
              <a:rPr lang="en-US" sz="1600" dirty="0">
                <a:solidFill>
                  <a:srgbClr val="000000"/>
                </a:solidFill>
                <a:latin typeface="Aptos" panose="020B0004020202020204" pitchFamily="34" charset="0"/>
                <a:cs typeface="Microsoft Sans Serif" panose="020B0604020202020204" pitchFamily="34" charset="0"/>
              </a:rPr>
              <a:t> = (</a:t>
            </a:r>
            <a:r>
              <a:rPr lang="en-US" sz="1600" dirty="0" err="1">
                <a:solidFill>
                  <a:srgbClr val="000000"/>
                </a:solidFill>
                <a:latin typeface="Aptos" panose="020B0004020202020204" pitchFamily="34" charset="0"/>
                <a:cs typeface="Microsoft Sans Serif" panose="020B0604020202020204" pitchFamily="34" charset="0"/>
              </a:rPr>
              <a:t>input_lengths</a:t>
            </a:r>
            <a:r>
              <a:rPr lang="en-US" sz="1600" dirty="0">
                <a:solidFill>
                  <a:srgbClr val="000000"/>
                </a:solidFill>
                <a:latin typeface="Aptos" panose="020B0004020202020204" pitchFamily="34" charset="0"/>
                <a:cs typeface="Microsoft Sans Serif" panose="020B0604020202020204" pitchFamily="34" charset="0"/>
              </a:rPr>
              <a:t> - 1) // 2 + 1</a:t>
            </a:r>
          </a:p>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output_lengths</a:t>
            </a:r>
            <a:r>
              <a:rPr lang="en-US" sz="1600" dirty="0">
                <a:solidFill>
                  <a:srgbClr val="000000"/>
                </a:solidFill>
                <a:latin typeface="Aptos" panose="020B0004020202020204" pitchFamily="34" charset="0"/>
                <a:cs typeface="Microsoft Sans Serif" panose="020B0604020202020204" pitchFamily="34" charset="0"/>
              </a:rPr>
              <a:t> = (</a:t>
            </a:r>
            <a:r>
              <a:rPr lang="en-US" sz="1600" dirty="0" err="1">
                <a:solidFill>
                  <a:srgbClr val="000000"/>
                </a:solidFill>
                <a:latin typeface="Aptos" panose="020B0004020202020204" pitchFamily="34" charset="0"/>
                <a:cs typeface="Microsoft Sans Serif" panose="020B0604020202020204" pitchFamily="34" charset="0"/>
              </a:rPr>
              <a:t>input_lengths</a:t>
            </a:r>
            <a:r>
              <a:rPr lang="en-US" sz="1600" dirty="0">
                <a:solidFill>
                  <a:srgbClr val="000000"/>
                </a:solidFill>
                <a:latin typeface="Aptos" panose="020B0004020202020204" pitchFamily="34" charset="0"/>
                <a:cs typeface="Microsoft Sans Serif" panose="020B0604020202020204" pitchFamily="34" charset="0"/>
              </a:rPr>
              <a:t> - 2) // 2 + 1</a:t>
            </a:r>
          </a:p>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Here, </a:t>
            </a:r>
            <a:r>
              <a:rPr lang="en-US" sz="1600" dirty="0" err="1">
                <a:solidFill>
                  <a:srgbClr val="000000"/>
                </a:solidFill>
                <a:latin typeface="Aptos" panose="020B0004020202020204" pitchFamily="34" charset="0"/>
                <a:cs typeface="Microsoft Sans Serif" panose="020B0604020202020204" pitchFamily="34" charset="0"/>
              </a:rPr>
              <a:t>input_length</a:t>
            </a:r>
            <a:r>
              <a:rPr lang="en-US" sz="1600" dirty="0">
                <a:solidFill>
                  <a:srgbClr val="000000"/>
                </a:solidFill>
                <a:latin typeface="Aptos" panose="020B0004020202020204" pitchFamily="34" charset="0"/>
                <a:cs typeface="Microsoft Sans Serif" panose="020B0604020202020204" pitchFamily="34" charset="0"/>
              </a:rPr>
              <a:t> means number of frames</a:t>
            </a:r>
          </a:p>
        </p:txBody>
      </p:sp>
      <p:sp>
        <p:nvSpPr>
          <p:cNvPr id="16" name="TextBox 15">
            <a:extLst>
              <a:ext uri="{FF2B5EF4-FFF2-40B4-BE49-F238E27FC236}">
                <a16:creationId xmlns:a16="http://schemas.microsoft.com/office/drawing/2014/main" id="{C7E5CD97-00A4-0388-D3A2-881CC0FC423E}"/>
              </a:ext>
            </a:extLst>
          </p:cNvPr>
          <p:cNvSpPr txBox="1"/>
          <p:nvPr/>
        </p:nvSpPr>
        <p:spPr>
          <a:xfrm>
            <a:off x="531811" y="3547172"/>
            <a:ext cx="2047876"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a:t>
            </a:r>
            <a:r>
              <a:rPr lang="en-US" sz="1600" dirty="0" err="1">
                <a:solidFill>
                  <a:srgbClr val="000000"/>
                </a:solidFill>
                <a:latin typeface="Aptos" panose="020B0004020202020204" pitchFamily="34" charset="0"/>
                <a:cs typeface="Microsoft Sans Serif" panose="020B0604020202020204" pitchFamily="34" charset="0"/>
              </a:rPr>
              <a:t>position_embedding</a:t>
            </a:r>
            <a:endParaRPr lang="en-US" sz="1600" dirty="0">
              <a:solidFill>
                <a:srgbClr val="000000"/>
              </a:solidFill>
              <a:latin typeface="Aptos" panose="020B0004020202020204" pitchFamily="34" charset="0"/>
              <a:cs typeface="Microsoft Sans Serif" panose="020B0604020202020204" pitchFamily="34" charset="0"/>
            </a:endParaRPr>
          </a:p>
        </p:txBody>
      </p:sp>
      <p:sp>
        <p:nvSpPr>
          <p:cNvPr id="17" name="TextBox 16">
            <a:extLst>
              <a:ext uri="{FF2B5EF4-FFF2-40B4-BE49-F238E27FC236}">
                <a16:creationId xmlns:a16="http://schemas.microsoft.com/office/drawing/2014/main" id="{7F9E2BB0-166F-DBD8-EB01-5CE11AA87BBF}"/>
              </a:ext>
            </a:extLst>
          </p:cNvPr>
          <p:cNvSpPr txBox="1"/>
          <p:nvPr/>
        </p:nvSpPr>
        <p:spPr>
          <a:xfrm>
            <a:off x="3009433" y="3547171"/>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[3, 75, 512]</a:t>
            </a:r>
          </a:p>
        </p:txBody>
      </p:sp>
      <p:sp>
        <p:nvSpPr>
          <p:cNvPr id="18" name="TextBox 17">
            <a:extLst>
              <a:ext uri="{FF2B5EF4-FFF2-40B4-BE49-F238E27FC236}">
                <a16:creationId xmlns:a16="http://schemas.microsoft.com/office/drawing/2014/main" id="{97F16346-AD60-1E9A-19A8-A9D8229D8C5B}"/>
              </a:ext>
            </a:extLst>
          </p:cNvPr>
          <p:cNvSpPr txBox="1"/>
          <p:nvPr/>
        </p:nvSpPr>
        <p:spPr>
          <a:xfrm>
            <a:off x="531811" y="4237832"/>
            <a:ext cx="2335214"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Transformer Encoders</a:t>
            </a:r>
          </a:p>
        </p:txBody>
      </p:sp>
      <p:sp>
        <p:nvSpPr>
          <p:cNvPr id="19" name="TextBox 18">
            <a:extLst>
              <a:ext uri="{FF2B5EF4-FFF2-40B4-BE49-F238E27FC236}">
                <a16:creationId xmlns:a16="http://schemas.microsoft.com/office/drawing/2014/main" id="{7E4A5FDE-B4D7-7171-926D-25FA6CB9056C}"/>
              </a:ext>
            </a:extLst>
          </p:cNvPr>
          <p:cNvSpPr txBox="1"/>
          <p:nvPr/>
        </p:nvSpPr>
        <p:spPr>
          <a:xfrm>
            <a:off x="3027362" y="4237832"/>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[225, 512]</a:t>
            </a:r>
          </a:p>
        </p:txBody>
      </p:sp>
      <p:sp>
        <p:nvSpPr>
          <p:cNvPr id="20" name="TextBox 19">
            <a:extLst>
              <a:ext uri="{FF2B5EF4-FFF2-40B4-BE49-F238E27FC236}">
                <a16:creationId xmlns:a16="http://schemas.microsoft.com/office/drawing/2014/main" id="{22ECC85D-C334-AB55-CB91-3B02A461EDD4}"/>
              </a:ext>
            </a:extLst>
          </p:cNvPr>
          <p:cNvSpPr txBox="1"/>
          <p:nvPr/>
        </p:nvSpPr>
        <p:spPr>
          <a:xfrm>
            <a:off x="531810" y="4812754"/>
            <a:ext cx="1706563"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Slice into Chunks</a:t>
            </a:r>
          </a:p>
        </p:txBody>
      </p:sp>
      <p:sp>
        <p:nvSpPr>
          <p:cNvPr id="21" name="TextBox 20">
            <a:extLst>
              <a:ext uri="{FF2B5EF4-FFF2-40B4-BE49-F238E27FC236}">
                <a16:creationId xmlns:a16="http://schemas.microsoft.com/office/drawing/2014/main" id="{4F658B16-F66B-F32C-EA3D-C69716E756BE}"/>
              </a:ext>
            </a:extLst>
          </p:cNvPr>
          <p:cNvSpPr txBox="1"/>
          <p:nvPr/>
        </p:nvSpPr>
        <p:spPr>
          <a:xfrm>
            <a:off x="6858654" y="4237831"/>
            <a:ext cx="4611967"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Self-Attention hidden size 2048</a:t>
            </a:r>
          </a:p>
        </p:txBody>
      </p:sp>
      <p:sp>
        <p:nvSpPr>
          <p:cNvPr id="22" name="TextBox 21">
            <a:extLst>
              <a:ext uri="{FF2B5EF4-FFF2-40B4-BE49-F238E27FC236}">
                <a16:creationId xmlns:a16="http://schemas.microsoft.com/office/drawing/2014/main" id="{BA2DF5A8-8228-965E-4D08-50F6B8AA1EE6}"/>
              </a:ext>
            </a:extLst>
          </p:cNvPr>
          <p:cNvSpPr txBox="1"/>
          <p:nvPr/>
        </p:nvSpPr>
        <p:spPr>
          <a:xfrm>
            <a:off x="3009433" y="4812754"/>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[3, 75, 512]</a:t>
            </a:r>
          </a:p>
        </p:txBody>
      </p:sp>
      <p:sp>
        <p:nvSpPr>
          <p:cNvPr id="23" name="TextBox 22">
            <a:extLst>
              <a:ext uri="{FF2B5EF4-FFF2-40B4-BE49-F238E27FC236}">
                <a16:creationId xmlns:a16="http://schemas.microsoft.com/office/drawing/2014/main" id="{96DAC4E8-3001-E3D9-01C0-3964094DE51A}"/>
              </a:ext>
            </a:extLst>
          </p:cNvPr>
          <p:cNvSpPr txBox="1"/>
          <p:nvPr/>
        </p:nvSpPr>
        <p:spPr>
          <a:xfrm>
            <a:off x="531810" y="5461501"/>
            <a:ext cx="1706563"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Average Pooling</a:t>
            </a:r>
          </a:p>
        </p:txBody>
      </p:sp>
      <p:sp>
        <p:nvSpPr>
          <p:cNvPr id="24" name="TextBox 23">
            <a:extLst>
              <a:ext uri="{FF2B5EF4-FFF2-40B4-BE49-F238E27FC236}">
                <a16:creationId xmlns:a16="http://schemas.microsoft.com/office/drawing/2014/main" id="{A8CDB745-E1B3-5BD6-3FA4-52D740E9F21E}"/>
              </a:ext>
            </a:extLst>
          </p:cNvPr>
          <p:cNvSpPr txBox="1"/>
          <p:nvPr/>
        </p:nvSpPr>
        <p:spPr>
          <a:xfrm>
            <a:off x="3009433" y="5476420"/>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[3, 37, 512]</a:t>
            </a:r>
          </a:p>
        </p:txBody>
      </p:sp>
      <p:sp>
        <p:nvSpPr>
          <p:cNvPr id="25" name="TextBox 24">
            <a:extLst>
              <a:ext uri="{FF2B5EF4-FFF2-40B4-BE49-F238E27FC236}">
                <a16:creationId xmlns:a16="http://schemas.microsoft.com/office/drawing/2014/main" id="{6FAC956B-2FF5-FFB4-EFAF-FF20F4F36613}"/>
              </a:ext>
            </a:extLst>
          </p:cNvPr>
          <p:cNvSpPr txBox="1"/>
          <p:nvPr/>
        </p:nvSpPr>
        <p:spPr>
          <a:xfrm>
            <a:off x="531810" y="5941849"/>
            <a:ext cx="1706563"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projection</a:t>
            </a:r>
          </a:p>
        </p:txBody>
      </p:sp>
      <p:sp>
        <p:nvSpPr>
          <p:cNvPr id="26" name="TextBox 25">
            <a:extLst>
              <a:ext uri="{FF2B5EF4-FFF2-40B4-BE49-F238E27FC236}">
                <a16:creationId xmlns:a16="http://schemas.microsoft.com/office/drawing/2014/main" id="{EE063E59-7F9E-6F1A-D508-6C2CBCBED1E5}"/>
              </a:ext>
            </a:extLst>
          </p:cNvPr>
          <p:cNvSpPr txBox="1"/>
          <p:nvPr/>
        </p:nvSpPr>
        <p:spPr>
          <a:xfrm>
            <a:off x="3009433" y="5960163"/>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[3, 37, 2048]</a:t>
            </a:r>
          </a:p>
        </p:txBody>
      </p:sp>
      <p:cxnSp>
        <p:nvCxnSpPr>
          <p:cNvPr id="28" name="Straight Arrow Connector 27">
            <a:extLst>
              <a:ext uri="{FF2B5EF4-FFF2-40B4-BE49-F238E27FC236}">
                <a16:creationId xmlns:a16="http://schemas.microsoft.com/office/drawing/2014/main" id="{16B9A0D9-CE67-C5C0-EC19-8063DF662191}"/>
              </a:ext>
            </a:extLst>
          </p:cNvPr>
          <p:cNvCxnSpPr/>
          <p:nvPr/>
        </p:nvCxnSpPr>
        <p:spPr>
          <a:xfrm>
            <a:off x="4323883" y="2332700"/>
            <a:ext cx="0" cy="439225"/>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26B1BAA-27C8-BCCE-0CBD-55C31A93DCA4}"/>
              </a:ext>
            </a:extLst>
          </p:cNvPr>
          <p:cNvCxnSpPr/>
          <p:nvPr/>
        </p:nvCxnSpPr>
        <p:spPr>
          <a:xfrm>
            <a:off x="4323883" y="3227002"/>
            <a:ext cx="0" cy="320169"/>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3B795C4-34CE-73E8-F451-A0A87A6DEE32}"/>
              </a:ext>
            </a:extLst>
          </p:cNvPr>
          <p:cNvCxnSpPr/>
          <p:nvPr/>
        </p:nvCxnSpPr>
        <p:spPr>
          <a:xfrm>
            <a:off x="4323883" y="3783518"/>
            <a:ext cx="0" cy="454313"/>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2E2BD1E-3913-4545-B19B-DCCE176F5927}"/>
              </a:ext>
            </a:extLst>
          </p:cNvPr>
          <p:cNvCxnSpPr/>
          <p:nvPr/>
        </p:nvCxnSpPr>
        <p:spPr>
          <a:xfrm>
            <a:off x="4323883" y="4474178"/>
            <a:ext cx="0" cy="338576"/>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A2E96C7-0A86-131F-529F-D385186B662F}"/>
              </a:ext>
            </a:extLst>
          </p:cNvPr>
          <p:cNvCxnSpPr/>
          <p:nvPr/>
        </p:nvCxnSpPr>
        <p:spPr>
          <a:xfrm>
            <a:off x="4323883" y="5049101"/>
            <a:ext cx="0" cy="427319"/>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0B9548F-1544-6277-DC2F-FF7B5F0F0B9C}"/>
              </a:ext>
            </a:extLst>
          </p:cNvPr>
          <p:cNvCxnSpPr/>
          <p:nvPr/>
        </p:nvCxnSpPr>
        <p:spPr>
          <a:xfrm>
            <a:off x="4323883" y="5712767"/>
            <a:ext cx="0" cy="247396"/>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DC61669-329D-E96F-2CBB-DC7437B548B7}"/>
              </a:ext>
            </a:extLst>
          </p:cNvPr>
          <p:cNvSpPr txBox="1"/>
          <p:nvPr/>
        </p:nvSpPr>
        <p:spPr>
          <a:xfrm>
            <a:off x="6876583" y="5437220"/>
            <a:ext cx="4611967"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nn.AvgPool1d(2, stride=2)</a:t>
            </a:r>
          </a:p>
        </p:txBody>
      </p:sp>
    </p:spTree>
    <p:extLst>
      <p:ext uri="{BB962C8B-B14F-4D97-AF65-F5344CB8AC3E}">
        <p14:creationId xmlns:p14="http://schemas.microsoft.com/office/powerpoint/2010/main" val="2031922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7910C-7910-2D90-3912-71748EBA586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12C1A2-DBEF-0DE6-85F9-F7C7F6FA16CB}"/>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2744B98F-731F-9D1E-3B43-A6FFA75641CF}"/>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a:t>Audio Encoder</a:t>
            </a:r>
          </a:p>
        </p:txBody>
      </p:sp>
      <p:sp>
        <p:nvSpPr>
          <p:cNvPr id="5" name="TextBox 4">
            <a:extLst>
              <a:ext uri="{FF2B5EF4-FFF2-40B4-BE49-F238E27FC236}">
                <a16:creationId xmlns:a16="http://schemas.microsoft.com/office/drawing/2014/main" id="{095D061C-D35A-8CFC-796A-D17DC97A2E57}"/>
              </a:ext>
            </a:extLst>
          </p:cNvPr>
          <p:cNvSpPr txBox="1"/>
          <p:nvPr/>
        </p:nvSpPr>
        <p:spPr>
          <a:xfrm>
            <a:off x="3009433" y="1268256"/>
            <a:ext cx="2628900"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Input_features</a:t>
            </a:r>
            <a:r>
              <a:rPr lang="en-US" sz="1600" dirty="0">
                <a:solidFill>
                  <a:srgbClr val="000000"/>
                </a:solidFill>
                <a:latin typeface="Aptos" panose="020B0004020202020204" pitchFamily="34" charset="0"/>
                <a:cs typeface="Microsoft Sans Serif" panose="020B0604020202020204" pitchFamily="34" charset="0"/>
              </a:rPr>
              <a:t> [128, 1131]</a:t>
            </a:r>
          </a:p>
        </p:txBody>
      </p:sp>
      <p:sp>
        <p:nvSpPr>
          <p:cNvPr id="6" name="TextBox 5">
            <a:extLst>
              <a:ext uri="{FF2B5EF4-FFF2-40B4-BE49-F238E27FC236}">
                <a16:creationId xmlns:a16="http://schemas.microsoft.com/office/drawing/2014/main" id="{7EACEB15-A937-79A8-CB0E-177CE5602B44}"/>
              </a:ext>
            </a:extLst>
          </p:cNvPr>
          <p:cNvSpPr txBox="1"/>
          <p:nvPr/>
        </p:nvSpPr>
        <p:spPr>
          <a:xfrm>
            <a:off x="531812" y="1860006"/>
            <a:ext cx="1706563" cy="472694"/>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Slice into Chunks</a:t>
            </a:r>
          </a:p>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n_window</a:t>
            </a:r>
            <a:r>
              <a:rPr lang="en-US" sz="1600" dirty="0">
                <a:solidFill>
                  <a:srgbClr val="000000"/>
                </a:solidFill>
                <a:latin typeface="Aptos" panose="020B0004020202020204" pitchFamily="34" charset="0"/>
                <a:cs typeface="Microsoft Sans Serif" panose="020B0604020202020204" pitchFamily="34" charset="0"/>
              </a:rPr>
              <a:t> = 100</a:t>
            </a:r>
          </a:p>
        </p:txBody>
      </p:sp>
      <p:sp>
        <p:nvSpPr>
          <p:cNvPr id="7" name="TextBox 6">
            <a:extLst>
              <a:ext uri="{FF2B5EF4-FFF2-40B4-BE49-F238E27FC236}">
                <a16:creationId xmlns:a16="http://schemas.microsoft.com/office/drawing/2014/main" id="{27CCBB37-9A91-33DE-4B81-74B6DAF38F1A}"/>
              </a:ext>
            </a:extLst>
          </p:cNvPr>
          <p:cNvSpPr txBox="1"/>
          <p:nvPr/>
        </p:nvSpPr>
        <p:spPr>
          <a:xfrm>
            <a:off x="6983415" y="1285873"/>
            <a:ext cx="4343400" cy="472694"/>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Assume no padding in original </a:t>
            </a:r>
            <a:r>
              <a:rPr lang="en-US" sz="1600" dirty="0" err="1">
                <a:solidFill>
                  <a:srgbClr val="000000"/>
                </a:solidFill>
                <a:latin typeface="Aptos" panose="020B0004020202020204" pitchFamily="34" charset="0"/>
                <a:cs typeface="Microsoft Sans Serif" panose="020B0604020202020204" pitchFamily="34" charset="0"/>
              </a:rPr>
              <a:t>input_features</a:t>
            </a:r>
            <a:r>
              <a:rPr lang="en-US" sz="1600" dirty="0">
                <a:solidFill>
                  <a:srgbClr val="000000"/>
                </a:solidFill>
                <a:latin typeface="Aptos" panose="020B0004020202020204" pitchFamily="34" charset="0"/>
                <a:cs typeface="Microsoft Sans Serif" panose="020B0604020202020204" pitchFamily="34" charset="0"/>
              </a:rPr>
              <a:t> (al frames valid)</a:t>
            </a:r>
          </a:p>
        </p:txBody>
      </p:sp>
      <p:sp>
        <p:nvSpPr>
          <p:cNvPr id="8" name="TextBox 7">
            <a:extLst>
              <a:ext uri="{FF2B5EF4-FFF2-40B4-BE49-F238E27FC236}">
                <a16:creationId xmlns:a16="http://schemas.microsoft.com/office/drawing/2014/main" id="{88AAD304-BCF7-00D6-959F-1C67BB069D35}"/>
              </a:ext>
            </a:extLst>
          </p:cNvPr>
          <p:cNvSpPr txBox="1"/>
          <p:nvPr/>
        </p:nvSpPr>
        <p:spPr>
          <a:xfrm>
            <a:off x="3009433" y="1842390"/>
            <a:ext cx="3068638" cy="472694"/>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Padded_features</a:t>
            </a:r>
            <a:r>
              <a:rPr lang="en-US" sz="1600" dirty="0">
                <a:solidFill>
                  <a:srgbClr val="000000"/>
                </a:solidFill>
                <a:latin typeface="Aptos" panose="020B0004020202020204" pitchFamily="34" charset="0"/>
                <a:cs typeface="Microsoft Sans Serif" panose="020B0604020202020204" pitchFamily="34" charset="0"/>
              </a:rPr>
              <a:t> [6, 128, 200]</a:t>
            </a:r>
          </a:p>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[[100, 128], [100, 128], [100, 128]]</a:t>
            </a:r>
          </a:p>
        </p:txBody>
      </p:sp>
      <p:sp>
        <p:nvSpPr>
          <p:cNvPr id="9" name="TextBox 8">
            <a:extLst>
              <a:ext uri="{FF2B5EF4-FFF2-40B4-BE49-F238E27FC236}">
                <a16:creationId xmlns:a16="http://schemas.microsoft.com/office/drawing/2014/main" id="{46191A47-B862-7302-7B76-640D8F635277}"/>
              </a:ext>
            </a:extLst>
          </p:cNvPr>
          <p:cNvSpPr txBox="1"/>
          <p:nvPr/>
        </p:nvSpPr>
        <p:spPr>
          <a:xfrm>
            <a:off x="6983415" y="1978179"/>
            <a:ext cx="4611967"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If there is remainder, pad it and it is the last chunk</a:t>
            </a:r>
          </a:p>
        </p:txBody>
      </p:sp>
      <p:cxnSp>
        <p:nvCxnSpPr>
          <p:cNvPr id="11" name="Straight Arrow Connector 10">
            <a:extLst>
              <a:ext uri="{FF2B5EF4-FFF2-40B4-BE49-F238E27FC236}">
                <a16:creationId xmlns:a16="http://schemas.microsoft.com/office/drawing/2014/main" id="{B960B99D-88ED-3796-3656-F1D190CFD52D}"/>
              </a:ext>
            </a:extLst>
          </p:cNvPr>
          <p:cNvCxnSpPr>
            <a:cxnSpLocks/>
            <a:stCxn id="5" idx="2"/>
          </p:cNvCxnSpPr>
          <p:nvPr/>
        </p:nvCxnSpPr>
        <p:spPr>
          <a:xfrm>
            <a:off x="4323883" y="1504603"/>
            <a:ext cx="0" cy="337786"/>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4CC0B4A-E55C-D9AA-6632-C6C6BD3D4257}"/>
              </a:ext>
            </a:extLst>
          </p:cNvPr>
          <p:cNvSpPr txBox="1"/>
          <p:nvPr/>
        </p:nvSpPr>
        <p:spPr>
          <a:xfrm>
            <a:off x="531811" y="2771925"/>
            <a:ext cx="1706563"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Conv + GELU</a:t>
            </a:r>
          </a:p>
        </p:txBody>
      </p:sp>
      <p:sp>
        <p:nvSpPr>
          <p:cNvPr id="14" name="TextBox 13">
            <a:extLst>
              <a:ext uri="{FF2B5EF4-FFF2-40B4-BE49-F238E27FC236}">
                <a16:creationId xmlns:a16="http://schemas.microsoft.com/office/drawing/2014/main" id="{13ECBF4F-CA3C-F899-7E54-2416EABB97A8}"/>
              </a:ext>
            </a:extLst>
          </p:cNvPr>
          <p:cNvSpPr txBox="1"/>
          <p:nvPr/>
        </p:nvSpPr>
        <p:spPr>
          <a:xfrm>
            <a:off x="2957247" y="2647159"/>
            <a:ext cx="3612747" cy="709040"/>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[6,1280, 200]</a:t>
            </a:r>
          </a:p>
          <a:p>
            <a:pPr>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[6,1280, 100]</a:t>
            </a:r>
          </a:p>
          <a:p>
            <a:pPr>
              <a:lnSpc>
                <a:spcPct val="96000"/>
              </a:lnSpc>
            </a:pPr>
            <a:r>
              <a:rPr lang="en-US" sz="1600" dirty="0">
                <a:solidFill>
                  <a:srgbClr val="000000"/>
                </a:solidFill>
                <a:latin typeface="Aptos" panose="020B0004020202020204" pitchFamily="34" charset="0"/>
                <a:cs typeface="Microsoft Sans Serif" panose="020B0604020202020204" pitchFamily="34" charset="0"/>
              </a:rPr>
              <a:t>Transpose: </a:t>
            </a: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[6,100,1280]</a:t>
            </a:r>
          </a:p>
        </p:txBody>
      </p:sp>
      <p:sp>
        <p:nvSpPr>
          <p:cNvPr id="15" name="TextBox 14">
            <a:extLst>
              <a:ext uri="{FF2B5EF4-FFF2-40B4-BE49-F238E27FC236}">
                <a16:creationId xmlns:a16="http://schemas.microsoft.com/office/drawing/2014/main" id="{F9C96B69-4E5B-4849-13A0-03C2C5BFF3B1}"/>
              </a:ext>
            </a:extLst>
          </p:cNvPr>
          <p:cNvSpPr txBox="1"/>
          <p:nvPr/>
        </p:nvSpPr>
        <p:spPr>
          <a:xfrm>
            <a:off x="6849131" y="2719960"/>
            <a:ext cx="4611967" cy="945387"/>
          </a:xfrm>
          <a:prstGeom prst="rect">
            <a:avLst/>
          </a:prstGeom>
        </p:spPr>
        <p:txBody>
          <a:bodyPr wrap="square" lIns="0" tIns="0" rIns="0" bIns="0" rtlCol="0">
            <a:spAutoFit/>
          </a:bodyPr>
          <a:lstStyle/>
          <a:p>
            <a:pPr marL="285750" indent="-285750" algn="l">
              <a:lnSpc>
                <a:spcPct val="96000"/>
              </a:lnSpc>
              <a:buFont typeface="Arial" panose="020B0604020202020204" pitchFamily="34" charset="0"/>
              <a:buChar char="•"/>
            </a:pPr>
            <a:r>
              <a:rPr lang="en-US" sz="1600" dirty="0">
                <a:solidFill>
                  <a:srgbClr val="000000"/>
                </a:solidFill>
                <a:latin typeface="Aptos" panose="020B0004020202020204" pitchFamily="34" charset="0"/>
                <a:cs typeface="Microsoft Sans Serif" panose="020B0604020202020204" pitchFamily="34" charset="0"/>
              </a:rPr>
              <a:t>Approximate calculation of Conv down-sampling</a:t>
            </a:r>
          </a:p>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input_lengths</a:t>
            </a:r>
            <a:r>
              <a:rPr lang="en-US" sz="1600" dirty="0">
                <a:solidFill>
                  <a:srgbClr val="000000"/>
                </a:solidFill>
                <a:latin typeface="Aptos" panose="020B0004020202020204" pitchFamily="34" charset="0"/>
                <a:cs typeface="Microsoft Sans Serif" panose="020B0604020202020204" pitchFamily="34" charset="0"/>
              </a:rPr>
              <a:t> = (</a:t>
            </a:r>
            <a:r>
              <a:rPr lang="en-US" sz="1600" dirty="0" err="1">
                <a:solidFill>
                  <a:srgbClr val="000000"/>
                </a:solidFill>
                <a:latin typeface="Aptos" panose="020B0004020202020204" pitchFamily="34" charset="0"/>
                <a:cs typeface="Microsoft Sans Serif" panose="020B0604020202020204" pitchFamily="34" charset="0"/>
              </a:rPr>
              <a:t>input_lengths</a:t>
            </a:r>
            <a:r>
              <a:rPr lang="en-US" sz="1600" dirty="0">
                <a:solidFill>
                  <a:srgbClr val="000000"/>
                </a:solidFill>
                <a:latin typeface="Aptos" panose="020B0004020202020204" pitchFamily="34" charset="0"/>
                <a:cs typeface="Microsoft Sans Serif" panose="020B0604020202020204" pitchFamily="34" charset="0"/>
              </a:rPr>
              <a:t> - 1) // 2 + 1</a:t>
            </a:r>
          </a:p>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output_lengths</a:t>
            </a:r>
            <a:r>
              <a:rPr lang="en-US" sz="1600" dirty="0">
                <a:solidFill>
                  <a:srgbClr val="000000"/>
                </a:solidFill>
                <a:latin typeface="Aptos" panose="020B0004020202020204" pitchFamily="34" charset="0"/>
                <a:cs typeface="Microsoft Sans Serif" panose="020B0604020202020204" pitchFamily="34" charset="0"/>
              </a:rPr>
              <a:t> = (</a:t>
            </a:r>
            <a:r>
              <a:rPr lang="en-US" sz="1600" dirty="0" err="1">
                <a:solidFill>
                  <a:srgbClr val="000000"/>
                </a:solidFill>
                <a:latin typeface="Aptos" panose="020B0004020202020204" pitchFamily="34" charset="0"/>
                <a:cs typeface="Microsoft Sans Serif" panose="020B0604020202020204" pitchFamily="34" charset="0"/>
              </a:rPr>
              <a:t>input_lengths</a:t>
            </a:r>
            <a:r>
              <a:rPr lang="en-US" sz="1600" dirty="0">
                <a:solidFill>
                  <a:srgbClr val="000000"/>
                </a:solidFill>
                <a:latin typeface="Aptos" panose="020B0004020202020204" pitchFamily="34" charset="0"/>
                <a:cs typeface="Microsoft Sans Serif" panose="020B0604020202020204" pitchFamily="34" charset="0"/>
              </a:rPr>
              <a:t> - 2) // 2 + 1</a:t>
            </a:r>
          </a:p>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Here, </a:t>
            </a:r>
            <a:r>
              <a:rPr lang="en-US" sz="1600" dirty="0" err="1">
                <a:solidFill>
                  <a:srgbClr val="000000"/>
                </a:solidFill>
                <a:latin typeface="Aptos" panose="020B0004020202020204" pitchFamily="34" charset="0"/>
                <a:cs typeface="Microsoft Sans Serif" panose="020B0604020202020204" pitchFamily="34" charset="0"/>
              </a:rPr>
              <a:t>input_length</a:t>
            </a:r>
            <a:r>
              <a:rPr lang="en-US" sz="1600" dirty="0">
                <a:solidFill>
                  <a:srgbClr val="000000"/>
                </a:solidFill>
                <a:latin typeface="Aptos" panose="020B0004020202020204" pitchFamily="34" charset="0"/>
                <a:cs typeface="Microsoft Sans Serif" panose="020B0604020202020204" pitchFamily="34" charset="0"/>
              </a:rPr>
              <a:t> means number of frames</a:t>
            </a:r>
          </a:p>
        </p:txBody>
      </p:sp>
      <p:sp>
        <p:nvSpPr>
          <p:cNvPr id="16" name="TextBox 15">
            <a:extLst>
              <a:ext uri="{FF2B5EF4-FFF2-40B4-BE49-F238E27FC236}">
                <a16:creationId xmlns:a16="http://schemas.microsoft.com/office/drawing/2014/main" id="{DB2029BE-F291-D614-91BC-E55972E36BE3}"/>
              </a:ext>
            </a:extLst>
          </p:cNvPr>
          <p:cNvSpPr txBox="1"/>
          <p:nvPr/>
        </p:nvSpPr>
        <p:spPr>
          <a:xfrm>
            <a:off x="531811" y="3547172"/>
            <a:ext cx="2047876"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a:t>
            </a:r>
            <a:r>
              <a:rPr lang="en-US" sz="1600" dirty="0" err="1">
                <a:solidFill>
                  <a:srgbClr val="000000"/>
                </a:solidFill>
                <a:latin typeface="Aptos" panose="020B0004020202020204" pitchFamily="34" charset="0"/>
                <a:cs typeface="Microsoft Sans Serif" panose="020B0604020202020204" pitchFamily="34" charset="0"/>
              </a:rPr>
              <a:t>position_embedding</a:t>
            </a:r>
            <a:endParaRPr lang="en-US" sz="1600" dirty="0">
              <a:solidFill>
                <a:srgbClr val="000000"/>
              </a:solidFill>
              <a:latin typeface="Aptos" panose="020B0004020202020204" pitchFamily="34" charset="0"/>
              <a:cs typeface="Microsoft Sans Serif" panose="020B0604020202020204" pitchFamily="34" charset="0"/>
            </a:endParaRPr>
          </a:p>
        </p:txBody>
      </p:sp>
      <p:sp>
        <p:nvSpPr>
          <p:cNvPr id="17" name="TextBox 16">
            <a:extLst>
              <a:ext uri="{FF2B5EF4-FFF2-40B4-BE49-F238E27FC236}">
                <a16:creationId xmlns:a16="http://schemas.microsoft.com/office/drawing/2014/main" id="{BB659FCE-5BE5-325B-31C9-2CFC6028FD64}"/>
              </a:ext>
            </a:extLst>
          </p:cNvPr>
          <p:cNvSpPr txBox="1"/>
          <p:nvPr/>
        </p:nvSpPr>
        <p:spPr>
          <a:xfrm>
            <a:off x="3009433" y="3547171"/>
            <a:ext cx="3068638" cy="236347"/>
          </a:xfrm>
          <a:prstGeom prst="rect">
            <a:avLst/>
          </a:prstGeom>
          <a:ln>
            <a:solidFill>
              <a:schemeClr val="tx1"/>
            </a:solidFill>
          </a:ln>
        </p:spPr>
        <p:txBody>
          <a:bodyPr wrap="square" lIns="0" tIns="0" rIns="0" bIns="0" rtlCol="0">
            <a:spAutoFit/>
          </a:bodyPr>
          <a:lstStyle/>
          <a:p>
            <a:pPr>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[6,100, 1280]</a:t>
            </a:r>
          </a:p>
        </p:txBody>
      </p:sp>
      <p:sp>
        <p:nvSpPr>
          <p:cNvPr id="18" name="TextBox 17">
            <a:extLst>
              <a:ext uri="{FF2B5EF4-FFF2-40B4-BE49-F238E27FC236}">
                <a16:creationId xmlns:a16="http://schemas.microsoft.com/office/drawing/2014/main" id="{9841DF46-9C43-ACA3-CD8F-E31C0FB703A5}"/>
              </a:ext>
            </a:extLst>
          </p:cNvPr>
          <p:cNvSpPr txBox="1"/>
          <p:nvPr/>
        </p:nvSpPr>
        <p:spPr>
          <a:xfrm>
            <a:off x="503891" y="4381954"/>
            <a:ext cx="2335214"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Transformer Encoders</a:t>
            </a:r>
          </a:p>
        </p:txBody>
      </p:sp>
      <p:sp>
        <p:nvSpPr>
          <p:cNvPr id="19" name="TextBox 18">
            <a:extLst>
              <a:ext uri="{FF2B5EF4-FFF2-40B4-BE49-F238E27FC236}">
                <a16:creationId xmlns:a16="http://schemas.microsoft.com/office/drawing/2014/main" id="{89AE1ADC-315D-BA8F-C358-BC179BF23BE4}"/>
              </a:ext>
            </a:extLst>
          </p:cNvPr>
          <p:cNvSpPr txBox="1"/>
          <p:nvPr/>
        </p:nvSpPr>
        <p:spPr>
          <a:xfrm>
            <a:off x="3027362" y="4372897"/>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[566, 1280]</a:t>
            </a:r>
          </a:p>
        </p:txBody>
      </p:sp>
      <p:sp>
        <p:nvSpPr>
          <p:cNvPr id="20" name="TextBox 19">
            <a:extLst>
              <a:ext uri="{FF2B5EF4-FFF2-40B4-BE49-F238E27FC236}">
                <a16:creationId xmlns:a16="http://schemas.microsoft.com/office/drawing/2014/main" id="{D1AA46A1-71F9-696D-F686-C4A6E72873A6}"/>
              </a:ext>
            </a:extLst>
          </p:cNvPr>
          <p:cNvSpPr txBox="1"/>
          <p:nvPr/>
        </p:nvSpPr>
        <p:spPr>
          <a:xfrm>
            <a:off x="531810" y="4812754"/>
            <a:ext cx="1706563"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Slice into Chunks</a:t>
            </a:r>
          </a:p>
        </p:txBody>
      </p:sp>
      <p:sp>
        <p:nvSpPr>
          <p:cNvPr id="21" name="TextBox 20">
            <a:extLst>
              <a:ext uri="{FF2B5EF4-FFF2-40B4-BE49-F238E27FC236}">
                <a16:creationId xmlns:a16="http://schemas.microsoft.com/office/drawing/2014/main" id="{92FB7205-FAAC-99B3-DCE3-8D850E20F788}"/>
              </a:ext>
            </a:extLst>
          </p:cNvPr>
          <p:cNvSpPr txBox="1"/>
          <p:nvPr/>
        </p:nvSpPr>
        <p:spPr>
          <a:xfrm>
            <a:off x="6983414" y="4430848"/>
            <a:ext cx="4611967"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Self-Attention hidden size 2048</a:t>
            </a:r>
          </a:p>
        </p:txBody>
      </p:sp>
      <p:sp>
        <p:nvSpPr>
          <p:cNvPr id="22" name="TextBox 21">
            <a:extLst>
              <a:ext uri="{FF2B5EF4-FFF2-40B4-BE49-F238E27FC236}">
                <a16:creationId xmlns:a16="http://schemas.microsoft.com/office/drawing/2014/main" id="{155FA6F2-7D34-7FC0-F252-69454EE0ACBB}"/>
              </a:ext>
            </a:extLst>
          </p:cNvPr>
          <p:cNvSpPr txBox="1"/>
          <p:nvPr/>
        </p:nvSpPr>
        <p:spPr>
          <a:xfrm>
            <a:off x="3009433" y="4812754"/>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[6, 100, 1280]</a:t>
            </a:r>
          </a:p>
        </p:txBody>
      </p:sp>
      <p:sp>
        <p:nvSpPr>
          <p:cNvPr id="23" name="TextBox 22">
            <a:extLst>
              <a:ext uri="{FF2B5EF4-FFF2-40B4-BE49-F238E27FC236}">
                <a16:creationId xmlns:a16="http://schemas.microsoft.com/office/drawing/2014/main" id="{BDF52BA4-FFAF-1B91-AC51-F31552E87EAB}"/>
              </a:ext>
            </a:extLst>
          </p:cNvPr>
          <p:cNvSpPr txBox="1"/>
          <p:nvPr/>
        </p:nvSpPr>
        <p:spPr>
          <a:xfrm>
            <a:off x="531810" y="5461501"/>
            <a:ext cx="1706563"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Average Pooling</a:t>
            </a:r>
          </a:p>
        </p:txBody>
      </p:sp>
      <p:sp>
        <p:nvSpPr>
          <p:cNvPr id="24" name="TextBox 23">
            <a:extLst>
              <a:ext uri="{FF2B5EF4-FFF2-40B4-BE49-F238E27FC236}">
                <a16:creationId xmlns:a16="http://schemas.microsoft.com/office/drawing/2014/main" id="{6B1C9E4C-693D-4EC4-6106-2532E8167913}"/>
              </a:ext>
            </a:extLst>
          </p:cNvPr>
          <p:cNvSpPr txBox="1"/>
          <p:nvPr/>
        </p:nvSpPr>
        <p:spPr>
          <a:xfrm>
            <a:off x="3009433" y="5476420"/>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[6, 50, 1280]</a:t>
            </a:r>
          </a:p>
        </p:txBody>
      </p:sp>
      <p:sp>
        <p:nvSpPr>
          <p:cNvPr id="25" name="TextBox 24">
            <a:extLst>
              <a:ext uri="{FF2B5EF4-FFF2-40B4-BE49-F238E27FC236}">
                <a16:creationId xmlns:a16="http://schemas.microsoft.com/office/drawing/2014/main" id="{1A2588A3-610D-00BC-4269-8027FE6CFE80}"/>
              </a:ext>
            </a:extLst>
          </p:cNvPr>
          <p:cNvSpPr txBox="1"/>
          <p:nvPr/>
        </p:nvSpPr>
        <p:spPr>
          <a:xfrm>
            <a:off x="531810" y="5941849"/>
            <a:ext cx="1706563"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projection</a:t>
            </a:r>
          </a:p>
        </p:txBody>
      </p:sp>
      <p:sp>
        <p:nvSpPr>
          <p:cNvPr id="26" name="TextBox 25">
            <a:extLst>
              <a:ext uri="{FF2B5EF4-FFF2-40B4-BE49-F238E27FC236}">
                <a16:creationId xmlns:a16="http://schemas.microsoft.com/office/drawing/2014/main" id="{1F99A7B3-7B07-7FAD-F929-CD671BE10780}"/>
              </a:ext>
            </a:extLst>
          </p:cNvPr>
          <p:cNvSpPr txBox="1"/>
          <p:nvPr/>
        </p:nvSpPr>
        <p:spPr>
          <a:xfrm>
            <a:off x="3009433" y="5960163"/>
            <a:ext cx="3068638" cy="236347"/>
          </a:xfrm>
          <a:prstGeom prst="rect">
            <a:avLst/>
          </a:prstGeom>
          <a:ln>
            <a:solidFill>
              <a:schemeClr val="tx1"/>
            </a:solidFill>
          </a:ln>
        </p:spPr>
        <p:txBody>
          <a:bodyPr wrap="square" lIns="0" tIns="0" rIns="0" bIns="0" rtlCol="0">
            <a:spAutoFit/>
          </a:bodyPr>
          <a:lstStyle/>
          <a:p>
            <a:pPr algn="l">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[283, 2048]</a:t>
            </a:r>
          </a:p>
        </p:txBody>
      </p:sp>
      <p:cxnSp>
        <p:nvCxnSpPr>
          <p:cNvPr id="28" name="Straight Arrow Connector 27">
            <a:extLst>
              <a:ext uri="{FF2B5EF4-FFF2-40B4-BE49-F238E27FC236}">
                <a16:creationId xmlns:a16="http://schemas.microsoft.com/office/drawing/2014/main" id="{10BEB198-F2DB-FDB2-8D36-2C7EC1EE54DD}"/>
              </a:ext>
            </a:extLst>
          </p:cNvPr>
          <p:cNvCxnSpPr>
            <a:cxnSpLocks/>
          </p:cNvCxnSpPr>
          <p:nvPr/>
        </p:nvCxnSpPr>
        <p:spPr>
          <a:xfrm>
            <a:off x="4323883" y="2332700"/>
            <a:ext cx="0" cy="314459"/>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26ECB39-2FE6-8E71-D255-47DADD2034CB}"/>
              </a:ext>
            </a:extLst>
          </p:cNvPr>
          <p:cNvCxnSpPr>
            <a:cxnSpLocks/>
          </p:cNvCxnSpPr>
          <p:nvPr/>
        </p:nvCxnSpPr>
        <p:spPr>
          <a:xfrm>
            <a:off x="4323883" y="3356199"/>
            <a:ext cx="0" cy="190972"/>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061DFE0-9A2A-20CD-5A45-42236D691C70}"/>
              </a:ext>
            </a:extLst>
          </p:cNvPr>
          <p:cNvCxnSpPr>
            <a:cxnSpLocks/>
          </p:cNvCxnSpPr>
          <p:nvPr/>
        </p:nvCxnSpPr>
        <p:spPr>
          <a:xfrm>
            <a:off x="4323883" y="3783518"/>
            <a:ext cx="0" cy="186775"/>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BDEE81E-7DB8-EDB3-DBF8-527E43C876BD}"/>
              </a:ext>
            </a:extLst>
          </p:cNvPr>
          <p:cNvCxnSpPr>
            <a:cxnSpLocks/>
          </p:cNvCxnSpPr>
          <p:nvPr/>
        </p:nvCxnSpPr>
        <p:spPr>
          <a:xfrm>
            <a:off x="4323883" y="4609244"/>
            <a:ext cx="0" cy="203510"/>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BA61BAC-B2A7-A32C-E452-93B96CF3CC43}"/>
              </a:ext>
            </a:extLst>
          </p:cNvPr>
          <p:cNvCxnSpPr/>
          <p:nvPr/>
        </p:nvCxnSpPr>
        <p:spPr>
          <a:xfrm>
            <a:off x="4323883" y="5049101"/>
            <a:ext cx="0" cy="427319"/>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D3B4F8A-0CF6-2602-53D4-4C29DB8D1AB5}"/>
              </a:ext>
            </a:extLst>
          </p:cNvPr>
          <p:cNvCxnSpPr/>
          <p:nvPr/>
        </p:nvCxnSpPr>
        <p:spPr>
          <a:xfrm>
            <a:off x="4323883" y="5712767"/>
            <a:ext cx="0" cy="247396"/>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565968F-04DD-6215-0CD6-E42F051266F1}"/>
              </a:ext>
            </a:extLst>
          </p:cNvPr>
          <p:cNvSpPr txBox="1"/>
          <p:nvPr/>
        </p:nvSpPr>
        <p:spPr>
          <a:xfrm>
            <a:off x="6876583" y="5437220"/>
            <a:ext cx="4611967"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nn.AvgPool1d(2, stride=2), last chunk remainder 33</a:t>
            </a:r>
          </a:p>
        </p:txBody>
      </p:sp>
      <p:sp>
        <p:nvSpPr>
          <p:cNvPr id="12" name="TextBox 11">
            <a:extLst>
              <a:ext uri="{FF2B5EF4-FFF2-40B4-BE49-F238E27FC236}">
                <a16:creationId xmlns:a16="http://schemas.microsoft.com/office/drawing/2014/main" id="{369859ED-8A80-285C-1AFF-D9B4E8A5B33F}"/>
              </a:ext>
            </a:extLst>
          </p:cNvPr>
          <p:cNvSpPr txBox="1"/>
          <p:nvPr/>
        </p:nvSpPr>
        <p:spPr>
          <a:xfrm>
            <a:off x="263774" y="3959572"/>
            <a:ext cx="2551767" cy="236347"/>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Remove padding + flatten</a:t>
            </a:r>
          </a:p>
        </p:txBody>
      </p:sp>
      <p:sp>
        <p:nvSpPr>
          <p:cNvPr id="31" name="TextBox 30">
            <a:extLst>
              <a:ext uri="{FF2B5EF4-FFF2-40B4-BE49-F238E27FC236}">
                <a16:creationId xmlns:a16="http://schemas.microsoft.com/office/drawing/2014/main" id="{E4C763ED-43DC-CF23-9410-6F2426685A4A}"/>
              </a:ext>
            </a:extLst>
          </p:cNvPr>
          <p:cNvSpPr txBox="1"/>
          <p:nvPr/>
        </p:nvSpPr>
        <p:spPr>
          <a:xfrm>
            <a:off x="3009433" y="3952075"/>
            <a:ext cx="3068638" cy="236347"/>
          </a:xfrm>
          <a:prstGeom prst="rect">
            <a:avLst/>
          </a:prstGeom>
          <a:ln>
            <a:solidFill>
              <a:schemeClr val="tx1"/>
            </a:solidFill>
          </a:ln>
        </p:spPr>
        <p:txBody>
          <a:bodyPr wrap="square" lIns="0" tIns="0" rIns="0" bIns="0" rtlCol="0">
            <a:spAutoFit/>
          </a:bodyPr>
          <a:lstStyle/>
          <a:p>
            <a:pPr>
              <a:lnSpc>
                <a:spcPct val="96000"/>
              </a:lnSpc>
            </a:pPr>
            <a:r>
              <a:rPr lang="en-US" sz="1600" dirty="0" err="1">
                <a:solidFill>
                  <a:srgbClr val="000000"/>
                </a:solidFill>
                <a:latin typeface="Aptos" panose="020B0004020202020204" pitchFamily="34" charset="0"/>
                <a:cs typeface="Microsoft Sans Serif" panose="020B0604020202020204" pitchFamily="34" charset="0"/>
              </a:rPr>
              <a:t>padded_embed</a:t>
            </a:r>
            <a:r>
              <a:rPr lang="en-US" sz="1600" dirty="0">
                <a:solidFill>
                  <a:srgbClr val="000000"/>
                </a:solidFill>
                <a:latin typeface="Aptos" panose="020B0004020202020204" pitchFamily="34" charset="0"/>
                <a:cs typeface="Microsoft Sans Serif" panose="020B0604020202020204" pitchFamily="34" charset="0"/>
              </a:rPr>
              <a:t> [566, 1280]</a:t>
            </a:r>
          </a:p>
        </p:txBody>
      </p:sp>
      <p:cxnSp>
        <p:nvCxnSpPr>
          <p:cNvPr id="33" name="Straight Arrow Connector 32">
            <a:extLst>
              <a:ext uri="{FF2B5EF4-FFF2-40B4-BE49-F238E27FC236}">
                <a16:creationId xmlns:a16="http://schemas.microsoft.com/office/drawing/2014/main" id="{633B4327-4F46-032A-5156-5FAFB9B83C13}"/>
              </a:ext>
            </a:extLst>
          </p:cNvPr>
          <p:cNvCxnSpPr>
            <a:cxnSpLocks/>
          </p:cNvCxnSpPr>
          <p:nvPr/>
        </p:nvCxnSpPr>
        <p:spPr>
          <a:xfrm>
            <a:off x="4244741" y="4188422"/>
            <a:ext cx="0" cy="174298"/>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9DB65109-F436-D92A-3ED5-A19DBA9A73C8}"/>
              </a:ext>
            </a:extLst>
          </p:cNvPr>
          <p:cNvSpPr txBox="1"/>
          <p:nvPr/>
        </p:nvSpPr>
        <p:spPr>
          <a:xfrm>
            <a:off x="6849130" y="3978017"/>
            <a:ext cx="4611967"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5 * 100 + 66, [566, 1280]</a:t>
            </a:r>
          </a:p>
        </p:txBody>
      </p:sp>
      <p:sp>
        <p:nvSpPr>
          <p:cNvPr id="41" name="TextBox 40">
            <a:extLst>
              <a:ext uri="{FF2B5EF4-FFF2-40B4-BE49-F238E27FC236}">
                <a16:creationId xmlns:a16="http://schemas.microsoft.com/office/drawing/2014/main" id="{8344DD98-F2F2-88BF-42FD-8CBD830B6B2B}"/>
              </a:ext>
            </a:extLst>
          </p:cNvPr>
          <p:cNvSpPr txBox="1"/>
          <p:nvPr/>
        </p:nvSpPr>
        <p:spPr>
          <a:xfrm>
            <a:off x="6876582" y="4850676"/>
            <a:ext cx="4611967"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 Last chunk remainder 66</a:t>
            </a:r>
          </a:p>
        </p:txBody>
      </p:sp>
    </p:spTree>
    <p:extLst>
      <p:ext uri="{BB962C8B-B14F-4D97-AF65-F5344CB8AC3E}">
        <p14:creationId xmlns:p14="http://schemas.microsoft.com/office/powerpoint/2010/main" val="3305388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47FF-D458-C6D9-CE09-DBD9DC2DEE9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6CB44A-562D-A5FB-F005-3F06AFDC7C82}"/>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4FA3F342-0BAB-B3DE-1F38-773139312E1A}"/>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F32526C2-8EB6-DDC4-F118-1289BAF68D62}"/>
              </a:ext>
            </a:extLst>
          </p:cNvPr>
          <p:cNvSpPr>
            <a:spLocks noGrp="1"/>
          </p:cNvSpPr>
          <p:nvPr>
            <p:ph idx="1"/>
          </p:nvPr>
        </p:nvSpPr>
        <p:spPr>
          <a:xfrm>
            <a:off x="435256" y="1085754"/>
            <a:ext cx="11160126" cy="4344989"/>
          </a:xfrm>
        </p:spPr>
        <p:txBody>
          <a:bodyPr/>
          <a:lstStyle/>
          <a:p>
            <a:r>
              <a:rPr lang="en-US" dirty="0" err="1"/>
              <a:t>TMRoPE</a:t>
            </a:r>
            <a:r>
              <a:rPr lang="en-US" dirty="0"/>
              <a:t>(Time-aligned Multimodal </a:t>
            </a:r>
            <a:r>
              <a:rPr lang="en-US" dirty="0" err="1"/>
              <a:t>RoPE</a:t>
            </a:r>
            <a:r>
              <a:rPr lang="en-US" dirty="0"/>
              <a:t>) encodes </a:t>
            </a:r>
            <a:r>
              <a:rPr lang="en-US" dirty="0" err="1"/>
              <a:t>MRoPE</a:t>
            </a:r>
            <a:r>
              <a:rPr lang="en-US" dirty="0"/>
              <a:t> (Multimodal </a:t>
            </a:r>
            <a:r>
              <a:rPr lang="en-US" dirty="0" err="1"/>
              <a:t>RoPE</a:t>
            </a:r>
            <a:r>
              <a:rPr lang="en-US" dirty="0"/>
              <a:t>), specifically dealing video with audio case in interleaved way.</a:t>
            </a:r>
          </a:p>
          <a:p>
            <a:r>
              <a:rPr lang="en-US" dirty="0"/>
              <a:t>Text, Audio and Image follows similar algorithm as </a:t>
            </a:r>
            <a:r>
              <a:rPr lang="en-US" dirty="0" err="1"/>
              <a:t>MRoPE</a:t>
            </a:r>
            <a:endParaRPr lang="en-US" dirty="0"/>
          </a:p>
          <a:p>
            <a:r>
              <a:rPr lang="en-US" dirty="0"/>
              <a:t>Sample </a:t>
            </a:r>
            <a:r>
              <a:rPr lang="en-US" dirty="0" err="1"/>
              <a:t>input_ids</a:t>
            </a:r>
            <a:endParaRPr lang="en-US" dirty="0"/>
          </a:p>
          <a:p>
            <a:pPr lvl="1"/>
            <a:r>
              <a:rPr lang="en-US" dirty="0"/>
              <a:t>&lt;|</a:t>
            </a:r>
            <a:r>
              <a:rPr lang="en-US" dirty="0" err="1"/>
              <a:t>im_start</a:t>
            </a:r>
            <a:r>
              <a:rPr lang="en-US" dirty="0"/>
              <a:t>|&gt;system</a:t>
            </a:r>
          </a:p>
          <a:p>
            <a:pPr lvl="1"/>
            <a:r>
              <a:rPr lang="en-US" dirty="0"/>
              <a:t>You are Qwen, a virtual human developed by the Qwen Team, Alibaba Group, capable of perceiving auditory and visual inputs, as well as generating text and speech.&lt;|</a:t>
            </a:r>
            <a:r>
              <a:rPr lang="en-US" dirty="0" err="1"/>
              <a:t>im_end</a:t>
            </a:r>
            <a:r>
              <a:rPr lang="en-US" dirty="0"/>
              <a:t>|&gt;</a:t>
            </a:r>
          </a:p>
          <a:p>
            <a:pPr lvl="1"/>
            <a:r>
              <a:rPr lang="en-US" dirty="0"/>
              <a:t>&lt;|</a:t>
            </a:r>
            <a:r>
              <a:rPr lang="en-US" dirty="0" err="1"/>
              <a:t>im_start</a:t>
            </a:r>
            <a:r>
              <a:rPr lang="en-US" dirty="0"/>
              <a:t>|&gt;user\n</a:t>
            </a:r>
          </a:p>
          <a:p>
            <a:pPr lvl="1"/>
            <a:r>
              <a:rPr lang="en-US" dirty="0"/>
              <a:t>&lt;|</a:t>
            </a:r>
            <a:r>
              <a:rPr lang="en-US" dirty="0" err="1"/>
              <a:t>vision_bos</a:t>
            </a:r>
            <a:r>
              <a:rPr lang="en-US" dirty="0"/>
              <a:t>|&gt;&lt;|</a:t>
            </a:r>
            <a:r>
              <a:rPr lang="en-US" b="1" dirty="0"/>
              <a:t>IMAGE</a:t>
            </a:r>
            <a:r>
              <a:rPr lang="en-US" dirty="0"/>
              <a:t>|&gt;...&lt;|</a:t>
            </a:r>
            <a:r>
              <a:rPr lang="en-US" dirty="0" err="1"/>
              <a:t>vision_eos</a:t>
            </a:r>
            <a:r>
              <a:rPr lang="en-US" dirty="0"/>
              <a:t>|&gt;What feature can be seen on the back of the bus?&lt;|</a:t>
            </a:r>
            <a:r>
              <a:rPr lang="en-US" dirty="0" err="1"/>
              <a:t>im_end</a:t>
            </a:r>
            <a:r>
              <a:rPr lang="en-US" dirty="0"/>
              <a:t>|&gt;&lt;|</a:t>
            </a:r>
            <a:r>
              <a:rPr lang="en-US" dirty="0" err="1"/>
              <a:t>audio_bos</a:t>
            </a:r>
            <a:r>
              <a:rPr lang="en-US" dirty="0"/>
              <a:t>|&gt;&lt;|</a:t>
            </a:r>
            <a:r>
              <a:rPr lang="en-US" b="1" dirty="0"/>
              <a:t>AUDIO</a:t>
            </a:r>
            <a:r>
              <a:rPr lang="en-US" dirty="0"/>
              <a:t>|&gt;...&lt;|</a:t>
            </a:r>
            <a:r>
              <a:rPr lang="en-US" dirty="0" err="1"/>
              <a:t>audio_eos</a:t>
            </a:r>
            <a:r>
              <a:rPr lang="en-US" dirty="0"/>
              <a:t>|&gt;</a:t>
            </a:r>
          </a:p>
          <a:p>
            <a:pPr lvl="1"/>
            <a:r>
              <a:rPr lang="en-US" dirty="0"/>
              <a:t>&lt;|</a:t>
            </a:r>
            <a:r>
              <a:rPr lang="en-US" dirty="0" err="1"/>
              <a:t>im_start</a:t>
            </a:r>
            <a:r>
              <a:rPr lang="en-US" dirty="0"/>
              <a:t>|&gt;assistant</a:t>
            </a:r>
          </a:p>
        </p:txBody>
      </p:sp>
    </p:spTree>
    <p:extLst>
      <p:ext uri="{BB962C8B-B14F-4D97-AF65-F5344CB8AC3E}">
        <p14:creationId xmlns:p14="http://schemas.microsoft.com/office/powerpoint/2010/main" val="204164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C2B32-1273-6DA7-EC31-90ACAE9C56F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351B60-3367-592A-93E7-33C797CC71F7}"/>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5638F7AB-44FE-E5E8-6C5E-6E016A966636}"/>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AE233555-2704-1970-8E8F-3F529C644C9C}"/>
              </a:ext>
            </a:extLst>
          </p:cNvPr>
          <p:cNvSpPr>
            <a:spLocks noGrp="1"/>
          </p:cNvSpPr>
          <p:nvPr>
            <p:ph idx="1"/>
          </p:nvPr>
        </p:nvSpPr>
        <p:spPr>
          <a:xfrm>
            <a:off x="435256" y="1256505"/>
            <a:ext cx="11160126" cy="3682983"/>
          </a:xfrm>
        </p:spPr>
        <p:txBody>
          <a:bodyPr/>
          <a:lstStyle/>
          <a:p>
            <a:r>
              <a:rPr lang="en-US" dirty="0"/>
              <a:t>First, we can revise on what </a:t>
            </a:r>
            <a:r>
              <a:rPr lang="en-US" dirty="0" err="1"/>
              <a:t>MRoPE</a:t>
            </a:r>
            <a:r>
              <a:rPr lang="en-US" dirty="0"/>
              <a:t>* does</a:t>
            </a:r>
          </a:p>
          <a:p>
            <a:endParaRPr lang="en-US" dirty="0"/>
          </a:p>
          <a:p>
            <a:pPr marL="0" indent="0">
              <a:buNone/>
            </a:pPr>
            <a:endParaRPr lang="en-US" dirty="0"/>
          </a:p>
          <a:p>
            <a:endParaRPr lang="en-US" dirty="0"/>
          </a:p>
          <a:p>
            <a:r>
              <a:rPr lang="en-US" dirty="0"/>
              <a:t>Text follows normal </a:t>
            </a:r>
            <a:r>
              <a:rPr lang="en-US" dirty="0" err="1"/>
              <a:t>MRoPE</a:t>
            </a:r>
            <a:r>
              <a:rPr lang="en-US" dirty="0"/>
              <a:t>: For text inputs, these components utilize identical position IDs, making M-</a:t>
            </a:r>
            <a:r>
              <a:rPr lang="en-US" dirty="0" err="1"/>
              <a:t>RoPE</a:t>
            </a:r>
            <a:r>
              <a:rPr lang="en-US" dirty="0"/>
              <a:t> functionally equivalent to 1D-RoPE</a:t>
            </a:r>
          </a:p>
          <a:p>
            <a:pPr lvl="1"/>
            <a:r>
              <a:rPr lang="en-US" dirty="0"/>
              <a:t>Sample Text Position IDs (starting position 101)</a:t>
            </a:r>
          </a:p>
          <a:p>
            <a:pPr lvl="2"/>
            <a:r>
              <a:rPr lang="en-US" dirty="0"/>
              <a:t>text temporal </a:t>
            </a:r>
            <a:r>
              <a:rPr lang="en-US" dirty="0" err="1"/>
              <a:t>position_ids</a:t>
            </a:r>
            <a:r>
              <a:rPr lang="en-US" dirty="0"/>
              <a:t>: [101, 102, 103, 104, 105]</a:t>
            </a:r>
          </a:p>
          <a:p>
            <a:pPr lvl="2"/>
            <a:r>
              <a:rPr lang="en-US" dirty="0"/>
              <a:t>text height </a:t>
            </a:r>
            <a:r>
              <a:rPr lang="en-US" dirty="0" err="1"/>
              <a:t>position_ids</a:t>
            </a:r>
            <a:r>
              <a:rPr lang="en-US" dirty="0"/>
              <a:t>: [101, 102, 103, 104, 105]</a:t>
            </a:r>
          </a:p>
          <a:p>
            <a:pPr lvl="2"/>
            <a:r>
              <a:rPr lang="en-US" dirty="0"/>
              <a:t>text width </a:t>
            </a:r>
            <a:r>
              <a:rPr lang="en-US" dirty="0" err="1"/>
              <a:t>position_ids</a:t>
            </a:r>
            <a:r>
              <a:rPr lang="en-US" dirty="0"/>
              <a:t>: [101, 102, 103, 104, 105]</a:t>
            </a:r>
          </a:p>
          <a:p>
            <a:pPr marL="0" indent="0">
              <a:buNone/>
            </a:pPr>
            <a:endParaRPr lang="en-US" dirty="0"/>
          </a:p>
        </p:txBody>
      </p:sp>
      <p:grpSp>
        <p:nvGrpSpPr>
          <p:cNvPr id="36" name="Group 35">
            <a:extLst>
              <a:ext uri="{FF2B5EF4-FFF2-40B4-BE49-F238E27FC236}">
                <a16:creationId xmlns:a16="http://schemas.microsoft.com/office/drawing/2014/main" id="{DE97C8BE-6007-1C03-ABD9-97732FFACA1B}"/>
              </a:ext>
            </a:extLst>
          </p:cNvPr>
          <p:cNvGrpSpPr/>
          <p:nvPr/>
        </p:nvGrpSpPr>
        <p:grpSpPr>
          <a:xfrm>
            <a:off x="710623" y="1853247"/>
            <a:ext cx="7720560" cy="863251"/>
            <a:chOff x="1240975" y="1658238"/>
            <a:chExt cx="7720560" cy="863251"/>
          </a:xfrm>
        </p:grpSpPr>
        <p:sp>
          <p:nvSpPr>
            <p:cNvPr id="5" name="Rectangle: Rounded Corners 4">
              <a:extLst>
                <a:ext uri="{FF2B5EF4-FFF2-40B4-BE49-F238E27FC236}">
                  <a16:creationId xmlns:a16="http://schemas.microsoft.com/office/drawing/2014/main" id="{D58B56CD-11C1-2532-DDE6-9D626B866503}"/>
                </a:ext>
              </a:extLst>
            </p:cNvPr>
            <p:cNvSpPr/>
            <p:nvPr/>
          </p:nvSpPr>
          <p:spPr>
            <a:xfrm>
              <a:off x="1240975" y="1661793"/>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6" name="Rectangle: Rounded Corners 5">
              <a:extLst>
                <a:ext uri="{FF2B5EF4-FFF2-40B4-BE49-F238E27FC236}">
                  <a16:creationId xmlns:a16="http://schemas.microsoft.com/office/drawing/2014/main" id="{AC099003-1585-DFD8-11FC-EE9AF0462827}"/>
                </a:ext>
              </a:extLst>
            </p:cNvPr>
            <p:cNvSpPr/>
            <p:nvPr/>
          </p:nvSpPr>
          <p:spPr>
            <a:xfrm>
              <a:off x="1545775" y="1658238"/>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7" name="Rectangle: Rounded Corners 6">
              <a:extLst>
                <a:ext uri="{FF2B5EF4-FFF2-40B4-BE49-F238E27FC236}">
                  <a16:creationId xmlns:a16="http://schemas.microsoft.com/office/drawing/2014/main" id="{F9BC6CA2-9239-8CF9-7310-99095083E4CB}"/>
                </a:ext>
              </a:extLst>
            </p:cNvPr>
            <p:cNvSpPr/>
            <p:nvPr/>
          </p:nvSpPr>
          <p:spPr>
            <a:xfrm>
              <a:off x="3753291" y="1658238"/>
              <a:ext cx="283464" cy="25603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8" name="Rectangle: Rounded Corners 7">
              <a:extLst>
                <a:ext uri="{FF2B5EF4-FFF2-40B4-BE49-F238E27FC236}">
                  <a16:creationId xmlns:a16="http://schemas.microsoft.com/office/drawing/2014/main" id="{F78520E8-BC3C-5C06-6067-6B0F60DC367E}"/>
                </a:ext>
              </a:extLst>
            </p:cNvPr>
            <p:cNvSpPr/>
            <p:nvPr/>
          </p:nvSpPr>
          <p:spPr>
            <a:xfrm>
              <a:off x="6277771" y="1658238"/>
              <a:ext cx="283464" cy="2560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9" name="Rectangle: Rounded Corners 8">
              <a:extLst>
                <a:ext uri="{FF2B5EF4-FFF2-40B4-BE49-F238E27FC236}">
                  <a16:creationId xmlns:a16="http://schemas.microsoft.com/office/drawing/2014/main" id="{C91B6859-01AB-EDD4-84B7-800CA71880FF}"/>
                </a:ext>
              </a:extLst>
            </p:cNvPr>
            <p:cNvSpPr/>
            <p:nvPr/>
          </p:nvSpPr>
          <p:spPr>
            <a:xfrm>
              <a:off x="6620671" y="1661793"/>
              <a:ext cx="283464" cy="2560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0" name="Rectangle: Rounded Corners 9">
              <a:extLst>
                <a:ext uri="{FF2B5EF4-FFF2-40B4-BE49-F238E27FC236}">
                  <a16:creationId xmlns:a16="http://schemas.microsoft.com/office/drawing/2014/main" id="{465E07D7-BB9F-1EF6-EAD3-3052AA63430E}"/>
                </a:ext>
              </a:extLst>
            </p:cNvPr>
            <p:cNvSpPr/>
            <p:nvPr/>
          </p:nvSpPr>
          <p:spPr>
            <a:xfrm>
              <a:off x="6963571" y="1661793"/>
              <a:ext cx="283464" cy="2560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1" name="Rectangle: Rounded Corners 10">
              <a:extLst>
                <a:ext uri="{FF2B5EF4-FFF2-40B4-BE49-F238E27FC236}">
                  <a16:creationId xmlns:a16="http://schemas.microsoft.com/office/drawing/2014/main" id="{67F9BBBB-1C2D-3340-4B26-A4871938D043}"/>
                </a:ext>
              </a:extLst>
            </p:cNvPr>
            <p:cNvSpPr/>
            <p:nvPr/>
          </p:nvSpPr>
          <p:spPr>
            <a:xfrm>
              <a:off x="7306471" y="1658238"/>
              <a:ext cx="283464" cy="2560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3" name="Rectangle: Rounded Corners 12">
              <a:extLst>
                <a:ext uri="{FF2B5EF4-FFF2-40B4-BE49-F238E27FC236}">
                  <a16:creationId xmlns:a16="http://schemas.microsoft.com/office/drawing/2014/main" id="{9F25ADB1-0290-D039-6E97-864370A63315}"/>
                </a:ext>
              </a:extLst>
            </p:cNvPr>
            <p:cNvSpPr/>
            <p:nvPr/>
          </p:nvSpPr>
          <p:spPr>
            <a:xfrm>
              <a:off x="7649371" y="1658238"/>
              <a:ext cx="283464" cy="2560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4" name="Rectangle: Rounded Corners 13">
              <a:extLst>
                <a:ext uri="{FF2B5EF4-FFF2-40B4-BE49-F238E27FC236}">
                  <a16:creationId xmlns:a16="http://schemas.microsoft.com/office/drawing/2014/main" id="{C75F9A2D-E27C-30E9-59A7-77CFB968A02D}"/>
                </a:ext>
              </a:extLst>
            </p:cNvPr>
            <p:cNvSpPr/>
            <p:nvPr/>
          </p:nvSpPr>
          <p:spPr>
            <a:xfrm>
              <a:off x="7992271" y="1661793"/>
              <a:ext cx="283464" cy="2560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5" name="Rectangle: Rounded Corners 14">
              <a:extLst>
                <a:ext uri="{FF2B5EF4-FFF2-40B4-BE49-F238E27FC236}">
                  <a16:creationId xmlns:a16="http://schemas.microsoft.com/office/drawing/2014/main" id="{32DCAE54-98D3-E05E-BA01-0EE3D01CC289}"/>
                </a:ext>
              </a:extLst>
            </p:cNvPr>
            <p:cNvSpPr/>
            <p:nvPr/>
          </p:nvSpPr>
          <p:spPr>
            <a:xfrm>
              <a:off x="8335171" y="1661793"/>
              <a:ext cx="283464" cy="2560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6" name="Rectangle: Rounded Corners 15">
              <a:extLst>
                <a:ext uri="{FF2B5EF4-FFF2-40B4-BE49-F238E27FC236}">
                  <a16:creationId xmlns:a16="http://schemas.microsoft.com/office/drawing/2014/main" id="{AFCC2D4F-2CA4-72A5-3A18-5E0FCEFEF43F}"/>
                </a:ext>
              </a:extLst>
            </p:cNvPr>
            <p:cNvSpPr/>
            <p:nvPr/>
          </p:nvSpPr>
          <p:spPr>
            <a:xfrm>
              <a:off x="8678071" y="1658238"/>
              <a:ext cx="283464" cy="256032"/>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7" name="Rectangle: Rounded Corners 16">
              <a:extLst>
                <a:ext uri="{FF2B5EF4-FFF2-40B4-BE49-F238E27FC236}">
                  <a16:creationId xmlns:a16="http://schemas.microsoft.com/office/drawing/2014/main" id="{4BB946C5-4001-D7AD-3416-3B3635F21D4B}"/>
                </a:ext>
              </a:extLst>
            </p:cNvPr>
            <p:cNvSpPr/>
            <p:nvPr/>
          </p:nvSpPr>
          <p:spPr>
            <a:xfrm>
              <a:off x="4072569" y="1658238"/>
              <a:ext cx="283464" cy="25603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8" name="Rectangle: Rounded Corners 17">
              <a:extLst>
                <a:ext uri="{FF2B5EF4-FFF2-40B4-BE49-F238E27FC236}">
                  <a16:creationId xmlns:a16="http://schemas.microsoft.com/office/drawing/2014/main" id="{C1CCF799-8C9E-4687-4AB2-67271DDDCC01}"/>
                </a:ext>
              </a:extLst>
            </p:cNvPr>
            <p:cNvSpPr/>
            <p:nvPr/>
          </p:nvSpPr>
          <p:spPr>
            <a:xfrm>
              <a:off x="4389956" y="1658238"/>
              <a:ext cx="283464" cy="25603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9" name="Rectangle: Rounded Corners 18">
              <a:extLst>
                <a:ext uri="{FF2B5EF4-FFF2-40B4-BE49-F238E27FC236}">
                  <a16:creationId xmlns:a16="http://schemas.microsoft.com/office/drawing/2014/main" id="{BC344F35-5093-C0EA-9831-C34CAFDE1DAB}"/>
                </a:ext>
              </a:extLst>
            </p:cNvPr>
            <p:cNvSpPr/>
            <p:nvPr/>
          </p:nvSpPr>
          <p:spPr>
            <a:xfrm>
              <a:off x="4701614" y="1658238"/>
              <a:ext cx="283464" cy="25603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0" name="Rectangle: Rounded Corners 19">
              <a:extLst>
                <a:ext uri="{FF2B5EF4-FFF2-40B4-BE49-F238E27FC236}">
                  <a16:creationId xmlns:a16="http://schemas.microsoft.com/office/drawing/2014/main" id="{1ED7D1F1-CCA3-2E93-796A-8B48835BD08A}"/>
                </a:ext>
              </a:extLst>
            </p:cNvPr>
            <p:cNvSpPr/>
            <p:nvPr/>
          </p:nvSpPr>
          <p:spPr>
            <a:xfrm>
              <a:off x="5013272" y="1658238"/>
              <a:ext cx="283464" cy="25603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1" name="Rectangle: Rounded Corners 20">
              <a:extLst>
                <a:ext uri="{FF2B5EF4-FFF2-40B4-BE49-F238E27FC236}">
                  <a16:creationId xmlns:a16="http://schemas.microsoft.com/office/drawing/2014/main" id="{984AA753-5E8E-2D6B-5E77-2A1581E565FC}"/>
                </a:ext>
              </a:extLst>
            </p:cNvPr>
            <p:cNvSpPr/>
            <p:nvPr/>
          </p:nvSpPr>
          <p:spPr>
            <a:xfrm>
              <a:off x="5332550" y="1658238"/>
              <a:ext cx="283464" cy="25603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2" name="Rectangle: Rounded Corners 21">
              <a:extLst>
                <a:ext uri="{FF2B5EF4-FFF2-40B4-BE49-F238E27FC236}">
                  <a16:creationId xmlns:a16="http://schemas.microsoft.com/office/drawing/2014/main" id="{3ED59331-A44E-C80F-DE7C-8BAF7FE610E9}"/>
                </a:ext>
              </a:extLst>
            </p:cNvPr>
            <p:cNvSpPr/>
            <p:nvPr/>
          </p:nvSpPr>
          <p:spPr>
            <a:xfrm>
              <a:off x="5649937" y="1658238"/>
              <a:ext cx="283464" cy="25603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3" name="Rectangle: Rounded Corners 22">
              <a:extLst>
                <a:ext uri="{FF2B5EF4-FFF2-40B4-BE49-F238E27FC236}">
                  <a16:creationId xmlns:a16="http://schemas.microsoft.com/office/drawing/2014/main" id="{F31635D2-3C51-DE40-DAF1-B3AD4A5C2CED}"/>
                </a:ext>
              </a:extLst>
            </p:cNvPr>
            <p:cNvSpPr/>
            <p:nvPr/>
          </p:nvSpPr>
          <p:spPr>
            <a:xfrm>
              <a:off x="5961595" y="1658238"/>
              <a:ext cx="283464" cy="256032"/>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4" name="Right Brace 23">
              <a:extLst>
                <a:ext uri="{FF2B5EF4-FFF2-40B4-BE49-F238E27FC236}">
                  <a16:creationId xmlns:a16="http://schemas.microsoft.com/office/drawing/2014/main" id="{9D0F6279-6DDF-BE28-C34B-8AE3440B19A3}"/>
                </a:ext>
              </a:extLst>
            </p:cNvPr>
            <p:cNvSpPr/>
            <p:nvPr/>
          </p:nvSpPr>
          <p:spPr>
            <a:xfrm rot="5400000">
              <a:off x="4938312" y="860690"/>
              <a:ext cx="158577" cy="2520341"/>
            </a:xfrm>
            <a:prstGeom prst="rightBrace">
              <a:avLst/>
            </a:prstGeom>
            <a:ln w="12700" cap="rnd">
              <a:solidFill>
                <a:schemeClr val="tx2"/>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7C814DB8-F7E5-6DED-4F68-61A64D3F4E31}"/>
                </a:ext>
              </a:extLst>
            </p:cNvPr>
            <p:cNvSpPr txBox="1"/>
            <p:nvPr/>
          </p:nvSpPr>
          <p:spPr>
            <a:xfrm>
              <a:off x="4389956" y="2279188"/>
              <a:ext cx="1367804"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Image Tokens</a:t>
              </a:r>
            </a:p>
          </p:txBody>
        </p:sp>
        <p:sp>
          <p:nvSpPr>
            <p:cNvPr id="26" name="Right Brace 25">
              <a:extLst>
                <a:ext uri="{FF2B5EF4-FFF2-40B4-BE49-F238E27FC236}">
                  <a16:creationId xmlns:a16="http://schemas.microsoft.com/office/drawing/2014/main" id="{58137356-9723-4A05-32DD-DA4AFCA2AA5E}"/>
                </a:ext>
              </a:extLst>
            </p:cNvPr>
            <p:cNvSpPr/>
            <p:nvPr/>
          </p:nvSpPr>
          <p:spPr>
            <a:xfrm rot="5400000">
              <a:off x="7510646" y="864245"/>
              <a:ext cx="158577" cy="2520341"/>
            </a:xfrm>
            <a:prstGeom prst="rightBrace">
              <a:avLst/>
            </a:prstGeom>
            <a:ln w="12700" cap="rnd">
              <a:solidFill>
                <a:schemeClr val="tx2"/>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BE12FB04-79EB-A5FE-440A-FF4BC6B732C2}"/>
                </a:ext>
              </a:extLst>
            </p:cNvPr>
            <p:cNvSpPr txBox="1"/>
            <p:nvPr/>
          </p:nvSpPr>
          <p:spPr>
            <a:xfrm>
              <a:off x="7105303" y="2278474"/>
              <a:ext cx="1367804"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Video Tokens</a:t>
              </a:r>
            </a:p>
          </p:txBody>
        </p:sp>
        <p:sp>
          <p:nvSpPr>
            <p:cNvPr id="28" name="Right Brace 27">
              <a:extLst>
                <a:ext uri="{FF2B5EF4-FFF2-40B4-BE49-F238E27FC236}">
                  <a16:creationId xmlns:a16="http://schemas.microsoft.com/office/drawing/2014/main" id="{C13E9806-0B9E-56E2-DCB0-C4F867A8553E}"/>
                </a:ext>
              </a:extLst>
            </p:cNvPr>
            <p:cNvSpPr/>
            <p:nvPr/>
          </p:nvSpPr>
          <p:spPr>
            <a:xfrm rot="5400000">
              <a:off x="2405788" y="910867"/>
              <a:ext cx="158579" cy="2440719"/>
            </a:xfrm>
            <a:prstGeom prst="rightBrace">
              <a:avLst/>
            </a:prstGeom>
            <a:ln w="12700" cap="rnd">
              <a:solidFill>
                <a:schemeClr val="tx2"/>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4959BB2B-DFD6-E738-8618-3874EBBD0F94}"/>
                </a:ext>
              </a:extLst>
            </p:cNvPr>
            <p:cNvSpPr/>
            <p:nvPr/>
          </p:nvSpPr>
          <p:spPr>
            <a:xfrm>
              <a:off x="1858167" y="1661793"/>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0" name="Rectangle: Rounded Corners 29">
              <a:extLst>
                <a:ext uri="{FF2B5EF4-FFF2-40B4-BE49-F238E27FC236}">
                  <a16:creationId xmlns:a16="http://schemas.microsoft.com/office/drawing/2014/main" id="{B047B0D3-502D-A1CD-D874-5CBDA987C1EB}"/>
                </a:ext>
              </a:extLst>
            </p:cNvPr>
            <p:cNvSpPr/>
            <p:nvPr/>
          </p:nvSpPr>
          <p:spPr>
            <a:xfrm>
              <a:off x="2162967" y="1658238"/>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1" name="Rectangle: Rounded Corners 30">
              <a:extLst>
                <a:ext uri="{FF2B5EF4-FFF2-40B4-BE49-F238E27FC236}">
                  <a16:creationId xmlns:a16="http://schemas.microsoft.com/office/drawing/2014/main" id="{AB2FD66C-4934-C7C7-9153-67EAF35436AC}"/>
                </a:ext>
              </a:extLst>
            </p:cNvPr>
            <p:cNvSpPr/>
            <p:nvPr/>
          </p:nvSpPr>
          <p:spPr>
            <a:xfrm>
              <a:off x="2476236" y="1661793"/>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2" name="Rectangle: Rounded Corners 31">
              <a:extLst>
                <a:ext uri="{FF2B5EF4-FFF2-40B4-BE49-F238E27FC236}">
                  <a16:creationId xmlns:a16="http://schemas.microsoft.com/office/drawing/2014/main" id="{024AB4C8-E1CD-C8E6-A09E-A00AB6816FE3}"/>
                </a:ext>
              </a:extLst>
            </p:cNvPr>
            <p:cNvSpPr/>
            <p:nvPr/>
          </p:nvSpPr>
          <p:spPr>
            <a:xfrm>
              <a:off x="2781036" y="1658238"/>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3" name="Rectangle: Rounded Corners 32">
              <a:extLst>
                <a:ext uri="{FF2B5EF4-FFF2-40B4-BE49-F238E27FC236}">
                  <a16:creationId xmlns:a16="http://schemas.microsoft.com/office/drawing/2014/main" id="{FF622402-5E43-CB99-F862-098ED4D09330}"/>
                </a:ext>
              </a:extLst>
            </p:cNvPr>
            <p:cNvSpPr/>
            <p:nvPr/>
          </p:nvSpPr>
          <p:spPr>
            <a:xfrm>
              <a:off x="3093428" y="1661793"/>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4" name="Rectangle: Rounded Corners 33">
              <a:extLst>
                <a:ext uri="{FF2B5EF4-FFF2-40B4-BE49-F238E27FC236}">
                  <a16:creationId xmlns:a16="http://schemas.microsoft.com/office/drawing/2014/main" id="{049C8C85-8D15-932A-BF90-F30A734B6D22}"/>
                </a:ext>
              </a:extLst>
            </p:cNvPr>
            <p:cNvSpPr/>
            <p:nvPr/>
          </p:nvSpPr>
          <p:spPr>
            <a:xfrm>
              <a:off x="3398228" y="1658238"/>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5" name="TextBox 34">
              <a:extLst>
                <a:ext uri="{FF2B5EF4-FFF2-40B4-BE49-F238E27FC236}">
                  <a16:creationId xmlns:a16="http://schemas.microsoft.com/office/drawing/2014/main" id="{B4358148-42CB-FDB3-DFE6-FF107D8F45F1}"/>
                </a:ext>
              </a:extLst>
            </p:cNvPr>
            <p:cNvSpPr txBox="1"/>
            <p:nvPr/>
          </p:nvSpPr>
          <p:spPr>
            <a:xfrm>
              <a:off x="2041166" y="2285142"/>
              <a:ext cx="1367804"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Text Tokens</a:t>
              </a:r>
            </a:p>
          </p:txBody>
        </p:sp>
      </p:grpSp>
      <p:sp>
        <p:nvSpPr>
          <p:cNvPr id="37" name="Rectangle: Rounded Corners 36">
            <a:extLst>
              <a:ext uri="{FF2B5EF4-FFF2-40B4-BE49-F238E27FC236}">
                <a16:creationId xmlns:a16="http://schemas.microsoft.com/office/drawing/2014/main" id="{0C3432A6-723A-6254-E7AA-29B63A36C787}"/>
              </a:ext>
            </a:extLst>
          </p:cNvPr>
          <p:cNvSpPr/>
          <p:nvPr/>
        </p:nvSpPr>
        <p:spPr>
          <a:xfrm>
            <a:off x="1186083" y="5132974"/>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38" name="Rectangle: Rounded Corners 37">
            <a:extLst>
              <a:ext uri="{FF2B5EF4-FFF2-40B4-BE49-F238E27FC236}">
                <a16:creationId xmlns:a16="http://schemas.microsoft.com/office/drawing/2014/main" id="{A4E9BB4E-A98D-960D-DBC2-0225C5985189}"/>
              </a:ext>
            </a:extLst>
          </p:cNvPr>
          <p:cNvSpPr/>
          <p:nvPr/>
        </p:nvSpPr>
        <p:spPr>
          <a:xfrm>
            <a:off x="1490883" y="5129419"/>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0" name="Rectangle: Rounded Corners 39">
            <a:extLst>
              <a:ext uri="{FF2B5EF4-FFF2-40B4-BE49-F238E27FC236}">
                <a16:creationId xmlns:a16="http://schemas.microsoft.com/office/drawing/2014/main" id="{FC891291-6FBC-996C-DB20-33D8757A5E43}"/>
              </a:ext>
            </a:extLst>
          </p:cNvPr>
          <p:cNvSpPr/>
          <p:nvPr/>
        </p:nvSpPr>
        <p:spPr>
          <a:xfrm>
            <a:off x="1803275" y="5132974"/>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1" name="Rectangle: Rounded Corners 40">
            <a:extLst>
              <a:ext uri="{FF2B5EF4-FFF2-40B4-BE49-F238E27FC236}">
                <a16:creationId xmlns:a16="http://schemas.microsoft.com/office/drawing/2014/main" id="{8F6FBAF6-1105-29C9-9F28-F40D5F4F45EF}"/>
              </a:ext>
            </a:extLst>
          </p:cNvPr>
          <p:cNvSpPr/>
          <p:nvPr/>
        </p:nvSpPr>
        <p:spPr>
          <a:xfrm>
            <a:off x="2108075" y="5129419"/>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2" name="Rectangle: Rounded Corners 41">
            <a:extLst>
              <a:ext uri="{FF2B5EF4-FFF2-40B4-BE49-F238E27FC236}">
                <a16:creationId xmlns:a16="http://schemas.microsoft.com/office/drawing/2014/main" id="{DBB41E3B-1565-5D17-7051-7C6033F510FC}"/>
              </a:ext>
            </a:extLst>
          </p:cNvPr>
          <p:cNvSpPr/>
          <p:nvPr/>
        </p:nvSpPr>
        <p:spPr>
          <a:xfrm>
            <a:off x="2421344" y="5132974"/>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3" name="Rectangle: Rounded Corners 42">
            <a:extLst>
              <a:ext uri="{FF2B5EF4-FFF2-40B4-BE49-F238E27FC236}">
                <a16:creationId xmlns:a16="http://schemas.microsoft.com/office/drawing/2014/main" id="{9C275BEA-0FCC-D5B5-1E0F-7C56A713864F}"/>
              </a:ext>
            </a:extLst>
          </p:cNvPr>
          <p:cNvSpPr/>
          <p:nvPr/>
        </p:nvSpPr>
        <p:spPr>
          <a:xfrm>
            <a:off x="2726144" y="5129419"/>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4" name="Rectangle: Rounded Corners 43">
            <a:extLst>
              <a:ext uri="{FF2B5EF4-FFF2-40B4-BE49-F238E27FC236}">
                <a16:creationId xmlns:a16="http://schemas.microsoft.com/office/drawing/2014/main" id="{686BDDBB-D4B9-F5A6-D996-AE70DC3FD6BB}"/>
              </a:ext>
            </a:extLst>
          </p:cNvPr>
          <p:cNvSpPr/>
          <p:nvPr/>
        </p:nvSpPr>
        <p:spPr>
          <a:xfrm>
            <a:off x="3038536" y="5132974"/>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5" name="Rectangle: Rounded Corners 44">
            <a:extLst>
              <a:ext uri="{FF2B5EF4-FFF2-40B4-BE49-F238E27FC236}">
                <a16:creationId xmlns:a16="http://schemas.microsoft.com/office/drawing/2014/main" id="{5A3F9801-13B8-2B3D-10BA-2D999A670C26}"/>
              </a:ext>
            </a:extLst>
          </p:cNvPr>
          <p:cNvSpPr/>
          <p:nvPr/>
        </p:nvSpPr>
        <p:spPr>
          <a:xfrm>
            <a:off x="3343336" y="5129419"/>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6" name="Rectangle: Rounded Corners 45">
            <a:extLst>
              <a:ext uri="{FF2B5EF4-FFF2-40B4-BE49-F238E27FC236}">
                <a16:creationId xmlns:a16="http://schemas.microsoft.com/office/drawing/2014/main" id="{B28CA4E5-9F99-4D8C-47BA-9EA012293627}"/>
              </a:ext>
            </a:extLst>
          </p:cNvPr>
          <p:cNvSpPr/>
          <p:nvPr/>
        </p:nvSpPr>
        <p:spPr>
          <a:xfrm>
            <a:off x="1186083" y="5450921"/>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7" name="Rectangle: Rounded Corners 46">
            <a:extLst>
              <a:ext uri="{FF2B5EF4-FFF2-40B4-BE49-F238E27FC236}">
                <a16:creationId xmlns:a16="http://schemas.microsoft.com/office/drawing/2014/main" id="{56722896-458D-41EC-174C-46E5E8E214F2}"/>
              </a:ext>
            </a:extLst>
          </p:cNvPr>
          <p:cNvSpPr/>
          <p:nvPr/>
        </p:nvSpPr>
        <p:spPr>
          <a:xfrm>
            <a:off x="1490883" y="5447366"/>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8" name="Rectangle: Rounded Corners 47">
            <a:extLst>
              <a:ext uri="{FF2B5EF4-FFF2-40B4-BE49-F238E27FC236}">
                <a16:creationId xmlns:a16="http://schemas.microsoft.com/office/drawing/2014/main" id="{FB4A5902-D2D4-B2A2-D427-7B7287C56AB2}"/>
              </a:ext>
            </a:extLst>
          </p:cNvPr>
          <p:cNvSpPr/>
          <p:nvPr/>
        </p:nvSpPr>
        <p:spPr>
          <a:xfrm>
            <a:off x="1803275" y="5450921"/>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49" name="Rectangle: Rounded Corners 48">
            <a:extLst>
              <a:ext uri="{FF2B5EF4-FFF2-40B4-BE49-F238E27FC236}">
                <a16:creationId xmlns:a16="http://schemas.microsoft.com/office/drawing/2014/main" id="{A5B8FB01-D953-C371-47C9-405967F6789A}"/>
              </a:ext>
            </a:extLst>
          </p:cNvPr>
          <p:cNvSpPr/>
          <p:nvPr/>
        </p:nvSpPr>
        <p:spPr>
          <a:xfrm>
            <a:off x="2108075" y="5447366"/>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0" name="Rectangle: Rounded Corners 49">
            <a:extLst>
              <a:ext uri="{FF2B5EF4-FFF2-40B4-BE49-F238E27FC236}">
                <a16:creationId xmlns:a16="http://schemas.microsoft.com/office/drawing/2014/main" id="{E4C26A8C-181E-1C30-63FA-6B60A7BE6398}"/>
              </a:ext>
            </a:extLst>
          </p:cNvPr>
          <p:cNvSpPr/>
          <p:nvPr/>
        </p:nvSpPr>
        <p:spPr>
          <a:xfrm>
            <a:off x="2421344" y="5450921"/>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1" name="Rectangle: Rounded Corners 50">
            <a:extLst>
              <a:ext uri="{FF2B5EF4-FFF2-40B4-BE49-F238E27FC236}">
                <a16:creationId xmlns:a16="http://schemas.microsoft.com/office/drawing/2014/main" id="{C506F0F3-EA3C-8E96-F6D9-2392C98D8193}"/>
              </a:ext>
            </a:extLst>
          </p:cNvPr>
          <p:cNvSpPr/>
          <p:nvPr/>
        </p:nvSpPr>
        <p:spPr>
          <a:xfrm>
            <a:off x="2726144" y="5447366"/>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2" name="Rectangle: Rounded Corners 51">
            <a:extLst>
              <a:ext uri="{FF2B5EF4-FFF2-40B4-BE49-F238E27FC236}">
                <a16:creationId xmlns:a16="http://schemas.microsoft.com/office/drawing/2014/main" id="{852BBF76-0BA8-44F3-B02D-39657375344A}"/>
              </a:ext>
            </a:extLst>
          </p:cNvPr>
          <p:cNvSpPr/>
          <p:nvPr/>
        </p:nvSpPr>
        <p:spPr>
          <a:xfrm>
            <a:off x="3038536" y="5450921"/>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3" name="Rectangle: Rounded Corners 52">
            <a:extLst>
              <a:ext uri="{FF2B5EF4-FFF2-40B4-BE49-F238E27FC236}">
                <a16:creationId xmlns:a16="http://schemas.microsoft.com/office/drawing/2014/main" id="{636FDBC8-0C59-63FA-B5FB-5846CA6F69C2}"/>
              </a:ext>
            </a:extLst>
          </p:cNvPr>
          <p:cNvSpPr/>
          <p:nvPr/>
        </p:nvSpPr>
        <p:spPr>
          <a:xfrm>
            <a:off x="3343336" y="5447366"/>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4" name="Rectangle: Rounded Corners 53">
            <a:extLst>
              <a:ext uri="{FF2B5EF4-FFF2-40B4-BE49-F238E27FC236}">
                <a16:creationId xmlns:a16="http://schemas.microsoft.com/office/drawing/2014/main" id="{E7394619-E0C6-948E-5581-E001C1C8C2AC}"/>
              </a:ext>
            </a:extLst>
          </p:cNvPr>
          <p:cNvSpPr/>
          <p:nvPr/>
        </p:nvSpPr>
        <p:spPr>
          <a:xfrm>
            <a:off x="1206014" y="5850801"/>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5" name="Rectangle: Rounded Corners 54">
            <a:extLst>
              <a:ext uri="{FF2B5EF4-FFF2-40B4-BE49-F238E27FC236}">
                <a16:creationId xmlns:a16="http://schemas.microsoft.com/office/drawing/2014/main" id="{32A7489D-787A-0AFF-3579-B6AA98C1D930}"/>
              </a:ext>
            </a:extLst>
          </p:cNvPr>
          <p:cNvSpPr/>
          <p:nvPr/>
        </p:nvSpPr>
        <p:spPr>
          <a:xfrm>
            <a:off x="1510814" y="5847246"/>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6" name="Rectangle: Rounded Corners 55">
            <a:extLst>
              <a:ext uri="{FF2B5EF4-FFF2-40B4-BE49-F238E27FC236}">
                <a16:creationId xmlns:a16="http://schemas.microsoft.com/office/drawing/2014/main" id="{4E67B039-24CD-51AF-C52F-4EA41E4F1043}"/>
              </a:ext>
            </a:extLst>
          </p:cNvPr>
          <p:cNvSpPr/>
          <p:nvPr/>
        </p:nvSpPr>
        <p:spPr>
          <a:xfrm>
            <a:off x="1823206" y="5850801"/>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7" name="Rectangle: Rounded Corners 56">
            <a:extLst>
              <a:ext uri="{FF2B5EF4-FFF2-40B4-BE49-F238E27FC236}">
                <a16:creationId xmlns:a16="http://schemas.microsoft.com/office/drawing/2014/main" id="{E617176C-9B58-ADD1-5555-EF954123A8B9}"/>
              </a:ext>
            </a:extLst>
          </p:cNvPr>
          <p:cNvSpPr/>
          <p:nvPr/>
        </p:nvSpPr>
        <p:spPr>
          <a:xfrm>
            <a:off x="2128006" y="5847246"/>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8" name="Rectangle: Rounded Corners 57">
            <a:extLst>
              <a:ext uri="{FF2B5EF4-FFF2-40B4-BE49-F238E27FC236}">
                <a16:creationId xmlns:a16="http://schemas.microsoft.com/office/drawing/2014/main" id="{FE504767-354A-6556-5BB6-CECB8FC0EF54}"/>
              </a:ext>
            </a:extLst>
          </p:cNvPr>
          <p:cNvSpPr/>
          <p:nvPr/>
        </p:nvSpPr>
        <p:spPr>
          <a:xfrm>
            <a:off x="2441275" y="5850801"/>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59" name="Rectangle: Rounded Corners 58">
            <a:extLst>
              <a:ext uri="{FF2B5EF4-FFF2-40B4-BE49-F238E27FC236}">
                <a16:creationId xmlns:a16="http://schemas.microsoft.com/office/drawing/2014/main" id="{ED385C6F-9817-A221-7284-8D10FC9FB16F}"/>
              </a:ext>
            </a:extLst>
          </p:cNvPr>
          <p:cNvSpPr/>
          <p:nvPr/>
        </p:nvSpPr>
        <p:spPr>
          <a:xfrm>
            <a:off x="2746075" y="5847246"/>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60" name="Rectangle: Rounded Corners 59">
            <a:extLst>
              <a:ext uri="{FF2B5EF4-FFF2-40B4-BE49-F238E27FC236}">
                <a16:creationId xmlns:a16="http://schemas.microsoft.com/office/drawing/2014/main" id="{EB40C1A1-108F-312F-B57E-B796A4973E8F}"/>
              </a:ext>
            </a:extLst>
          </p:cNvPr>
          <p:cNvSpPr/>
          <p:nvPr/>
        </p:nvSpPr>
        <p:spPr>
          <a:xfrm>
            <a:off x="3058467" y="5850801"/>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61" name="Rectangle: Rounded Corners 60">
            <a:extLst>
              <a:ext uri="{FF2B5EF4-FFF2-40B4-BE49-F238E27FC236}">
                <a16:creationId xmlns:a16="http://schemas.microsoft.com/office/drawing/2014/main" id="{97D003CA-0C4C-0BBD-A318-5C333DB90D06}"/>
              </a:ext>
            </a:extLst>
          </p:cNvPr>
          <p:cNvSpPr/>
          <p:nvPr/>
        </p:nvSpPr>
        <p:spPr>
          <a:xfrm>
            <a:off x="3363267" y="5847246"/>
            <a:ext cx="283464" cy="25603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62" name="TextBox 61">
            <a:extLst>
              <a:ext uri="{FF2B5EF4-FFF2-40B4-BE49-F238E27FC236}">
                <a16:creationId xmlns:a16="http://schemas.microsoft.com/office/drawing/2014/main" id="{0EDE1ABF-52B3-1E3A-ED34-DC94D8D8E3AF}"/>
              </a:ext>
            </a:extLst>
          </p:cNvPr>
          <p:cNvSpPr txBox="1"/>
          <p:nvPr/>
        </p:nvSpPr>
        <p:spPr>
          <a:xfrm>
            <a:off x="804672" y="5139261"/>
            <a:ext cx="283464"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T</a:t>
            </a:r>
          </a:p>
        </p:txBody>
      </p:sp>
      <p:sp>
        <p:nvSpPr>
          <p:cNvPr id="63" name="TextBox 62">
            <a:extLst>
              <a:ext uri="{FF2B5EF4-FFF2-40B4-BE49-F238E27FC236}">
                <a16:creationId xmlns:a16="http://schemas.microsoft.com/office/drawing/2014/main" id="{998DBDAF-C5EB-F606-3142-A5FA2F0AD01C}"/>
              </a:ext>
            </a:extLst>
          </p:cNvPr>
          <p:cNvSpPr txBox="1"/>
          <p:nvPr/>
        </p:nvSpPr>
        <p:spPr>
          <a:xfrm>
            <a:off x="804672" y="5493253"/>
            <a:ext cx="283464"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H</a:t>
            </a:r>
          </a:p>
        </p:txBody>
      </p:sp>
      <p:sp>
        <p:nvSpPr>
          <p:cNvPr id="64" name="TextBox 63">
            <a:extLst>
              <a:ext uri="{FF2B5EF4-FFF2-40B4-BE49-F238E27FC236}">
                <a16:creationId xmlns:a16="http://schemas.microsoft.com/office/drawing/2014/main" id="{9C4261AE-8F9E-7DBE-F1F1-C9780CD0E766}"/>
              </a:ext>
            </a:extLst>
          </p:cNvPr>
          <p:cNvSpPr txBox="1"/>
          <p:nvPr/>
        </p:nvSpPr>
        <p:spPr>
          <a:xfrm>
            <a:off x="804672" y="5847246"/>
            <a:ext cx="283464"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W</a:t>
            </a:r>
          </a:p>
        </p:txBody>
      </p:sp>
      <p:sp>
        <p:nvSpPr>
          <p:cNvPr id="65" name="Right Brace 64">
            <a:extLst>
              <a:ext uri="{FF2B5EF4-FFF2-40B4-BE49-F238E27FC236}">
                <a16:creationId xmlns:a16="http://schemas.microsoft.com/office/drawing/2014/main" id="{F01FFD38-5A39-4142-313A-F97E436A1D53}"/>
              </a:ext>
            </a:extLst>
          </p:cNvPr>
          <p:cNvSpPr/>
          <p:nvPr/>
        </p:nvSpPr>
        <p:spPr>
          <a:xfrm rot="5400000">
            <a:off x="2295616" y="4996085"/>
            <a:ext cx="158579" cy="2440719"/>
          </a:xfrm>
          <a:prstGeom prst="rightBrace">
            <a:avLst/>
          </a:prstGeom>
          <a:ln w="12700" cap="rnd">
            <a:solidFill>
              <a:schemeClr val="tx2"/>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TextBox 65">
            <a:extLst>
              <a:ext uri="{FF2B5EF4-FFF2-40B4-BE49-F238E27FC236}">
                <a16:creationId xmlns:a16="http://schemas.microsoft.com/office/drawing/2014/main" id="{0BEC8E4D-5D60-5277-C583-458BED41C1F3}"/>
              </a:ext>
            </a:extLst>
          </p:cNvPr>
          <p:cNvSpPr txBox="1"/>
          <p:nvPr/>
        </p:nvSpPr>
        <p:spPr>
          <a:xfrm>
            <a:off x="1930994" y="6370360"/>
            <a:ext cx="1367804"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Text Tokens</a:t>
            </a:r>
          </a:p>
        </p:txBody>
      </p:sp>
      <p:sp>
        <p:nvSpPr>
          <p:cNvPr id="67" name="TextBox 66">
            <a:extLst>
              <a:ext uri="{FF2B5EF4-FFF2-40B4-BE49-F238E27FC236}">
                <a16:creationId xmlns:a16="http://schemas.microsoft.com/office/drawing/2014/main" id="{A5CCBE30-C379-F584-1A9C-7D77FA016A18}"/>
              </a:ext>
            </a:extLst>
          </p:cNvPr>
          <p:cNvSpPr txBox="1"/>
          <p:nvPr/>
        </p:nvSpPr>
        <p:spPr>
          <a:xfrm>
            <a:off x="4817816" y="5941150"/>
            <a:ext cx="6943270" cy="354584"/>
          </a:xfrm>
          <a:prstGeom prst="rect">
            <a:avLst/>
          </a:prstGeom>
        </p:spPr>
        <p:txBody>
          <a:bodyPr wrap="square" lIns="0" tIns="0" rIns="0" bIns="0" rtlCol="0">
            <a:spAutoFit/>
          </a:bodyPr>
          <a:lstStyle/>
          <a:p>
            <a:pPr>
              <a:lnSpc>
                <a:spcPct val="96000"/>
              </a:lnSpc>
            </a:pPr>
            <a:r>
              <a:rPr lang="en-US" sz="1200" dirty="0">
                <a:solidFill>
                  <a:srgbClr val="000000"/>
                </a:solidFill>
                <a:latin typeface="Aptos" panose="020B0004020202020204" pitchFamily="34" charset="0"/>
                <a:cs typeface="Microsoft Sans Serif" panose="020B0604020202020204" pitchFamily="34" charset="0"/>
              </a:rPr>
              <a:t>*M-</a:t>
            </a:r>
            <a:r>
              <a:rPr lang="en-US" sz="1200" dirty="0" err="1">
                <a:solidFill>
                  <a:srgbClr val="000000"/>
                </a:solidFill>
                <a:latin typeface="Aptos" panose="020B0004020202020204" pitchFamily="34" charset="0"/>
                <a:cs typeface="Microsoft Sans Serif" panose="020B0604020202020204" pitchFamily="34" charset="0"/>
              </a:rPr>
              <a:t>RoPE</a:t>
            </a:r>
            <a:r>
              <a:rPr lang="en-US" sz="1200" dirty="0">
                <a:solidFill>
                  <a:srgbClr val="000000"/>
                </a:solidFill>
                <a:latin typeface="Aptos" panose="020B0004020202020204" pitchFamily="34" charset="0"/>
                <a:cs typeface="Microsoft Sans Serif" panose="020B0604020202020204" pitchFamily="34" charset="0"/>
              </a:rPr>
              <a:t> is introduced in Qwen2-VL: Enhancing Vision-Language Model’s Perception of the World at Any Resolution, https://arxiv.org/pdf/2409.12191</a:t>
            </a:r>
          </a:p>
        </p:txBody>
      </p:sp>
      <p:sp>
        <p:nvSpPr>
          <p:cNvPr id="106" name="Rectangle: Rounded Corners 105">
            <a:extLst>
              <a:ext uri="{FF2B5EF4-FFF2-40B4-BE49-F238E27FC236}">
                <a16:creationId xmlns:a16="http://schemas.microsoft.com/office/drawing/2014/main" id="{15C64804-1E42-152A-D3A4-4F819CF4373A}"/>
              </a:ext>
            </a:extLst>
          </p:cNvPr>
          <p:cNvSpPr/>
          <p:nvPr/>
        </p:nvSpPr>
        <p:spPr>
          <a:xfrm>
            <a:off x="8834297" y="1854055"/>
            <a:ext cx="283464" cy="25603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07" name="Rectangle: Rounded Corners 106">
            <a:extLst>
              <a:ext uri="{FF2B5EF4-FFF2-40B4-BE49-F238E27FC236}">
                <a16:creationId xmlns:a16="http://schemas.microsoft.com/office/drawing/2014/main" id="{33EE7CA5-7DC3-D9B0-BF90-BE1938B990FD}"/>
              </a:ext>
            </a:extLst>
          </p:cNvPr>
          <p:cNvSpPr/>
          <p:nvPr/>
        </p:nvSpPr>
        <p:spPr>
          <a:xfrm>
            <a:off x="9177197" y="1854055"/>
            <a:ext cx="283464" cy="25603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08" name="Rectangle: Rounded Corners 107">
            <a:extLst>
              <a:ext uri="{FF2B5EF4-FFF2-40B4-BE49-F238E27FC236}">
                <a16:creationId xmlns:a16="http://schemas.microsoft.com/office/drawing/2014/main" id="{9CD63CC1-227C-68BA-5A63-4B0FF1A6F4A5}"/>
              </a:ext>
            </a:extLst>
          </p:cNvPr>
          <p:cNvSpPr/>
          <p:nvPr/>
        </p:nvSpPr>
        <p:spPr>
          <a:xfrm>
            <a:off x="9520097" y="1850500"/>
            <a:ext cx="283464" cy="25603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09" name="Rectangle: Rounded Corners 108">
            <a:extLst>
              <a:ext uri="{FF2B5EF4-FFF2-40B4-BE49-F238E27FC236}">
                <a16:creationId xmlns:a16="http://schemas.microsoft.com/office/drawing/2014/main" id="{F506EC8A-EE73-552D-5FBF-CC01FD8333AD}"/>
              </a:ext>
            </a:extLst>
          </p:cNvPr>
          <p:cNvSpPr/>
          <p:nvPr/>
        </p:nvSpPr>
        <p:spPr>
          <a:xfrm>
            <a:off x="9862997" y="1850500"/>
            <a:ext cx="283464" cy="25603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10" name="Rectangle: Rounded Corners 109">
            <a:extLst>
              <a:ext uri="{FF2B5EF4-FFF2-40B4-BE49-F238E27FC236}">
                <a16:creationId xmlns:a16="http://schemas.microsoft.com/office/drawing/2014/main" id="{43D0D832-F79B-9CEA-3713-DAEDD2496F91}"/>
              </a:ext>
            </a:extLst>
          </p:cNvPr>
          <p:cNvSpPr/>
          <p:nvPr/>
        </p:nvSpPr>
        <p:spPr>
          <a:xfrm>
            <a:off x="10205897" y="1854055"/>
            <a:ext cx="283464" cy="25603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11" name="Rectangle: Rounded Corners 110">
            <a:extLst>
              <a:ext uri="{FF2B5EF4-FFF2-40B4-BE49-F238E27FC236}">
                <a16:creationId xmlns:a16="http://schemas.microsoft.com/office/drawing/2014/main" id="{BA8589CE-5847-DD56-515A-5438C684D28B}"/>
              </a:ext>
            </a:extLst>
          </p:cNvPr>
          <p:cNvSpPr/>
          <p:nvPr/>
        </p:nvSpPr>
        <p:spPr>
          <a:xfrm>
            <a:off x="10548797" y="1854055"/>
            <a:ext cx="283464" cy="25603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12" name="Rectangle: Rounded Corners 111">
            <a:extLst>
              <a:ext uri="{FF2B5EF4-FFF2-40B4-BE49-F238E27FC236}">
                <a16:creationId xmlns:a16="http://schemas.microsoft.com/office/drawing/2014/main" id="{2AA1B447-C515-8569-8867-086472092742}"/>
              </a:ext>
            </a:extLst>
          </p:cNvPr>
          <p:cNvSpPr/>
          <p:nvPr/>
        </p:nvSpPr>
        <p:spPr>
          <a:xfrm>
            <a:off x="10891697" y="1850500"/>
            <a:ext cx="283464" cy="25603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32" name="Rectangle: Rounded Corners 131">
            <a:extLst>
              <a:ext uri="{FF2B5EF4-FFF2-40B4-BE49-F238E27FC236}">
                <a16:creationId xmlns:a16="http://schemas.microsoft.com/office/drawing/2014/main" id="{941590BF-F16F-18DD-3BBA-14A3F8D216CD}"/>
              </a:ext>
            </a:extLst>
          </p:cNvPr>
          <p:cNvSpPr/>
          <p:nvPr/>
        </p:nvSpPr>
        <p:spPr>
          <a:xfrm>
            <a:off x="8518121" y="1850500"/>
            <a:ext cx="283464" cy="256032"/>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33" name="Right Brace 132">
            <a:extLst>
              <a:ext uri="{FF2B5EF4-FFF2-40B4-BE49-F238E27FC236}">
                <a16:creationId xmlns:a16="http://schemas.microsoft.com/office/drawing/2014/main" id="{40053788-D5EA-9A83-871E-45144DAB54DD}"/>
              </a:ext>
            </a:extLst>
          </p:cNvPr>
          <p:cNvSpPr/>
          <p:nvPr/>
        </p:nvSpPr>
        <p:spPr>
          <a:xfrm rot="5400000">
            <a:off x="9750996" y="1056507"/>
            <a:ext cx="158577" cy="2520341"/>
          </a:xfrm>
          <a:prstGeom prst="rightBrace">
            <a:avLst/>
          </a:prstGeom>
          <a:noFill/>
          <a:ln w="12700" cap="rnd">
            <a:solidFill>
              <a:schemeClr val="tx2"/>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TextBox 133">
            <a:extLst>
              <a:ext uri="{FF2B5EF4-FFF2-40B4-BE49-F238E27FC236}">
                <a16:creationId xmlns:a16="http://schemas.microsoft.com/office/drawing/2014/main" id="{25C4E35B-3E64-3E68-EAF3-4053D11BC514}"/>
              </a:ext>
            </a:extLst>
          </p:cNvPr>
          <p:cNvSpPr txBox="1"/>
          <p:nvPr/>
        </p:nvSpPr>
        <p:spPr>
          <a:xfrm>
            <a:off x="9345653" y="2470736"/>
            <a:ext cx="1367804" cy="236347"/>
          </a:xfrm>
          <a:prstGeom prst="rect">
            <a:avLst/>
          </a:prstGeom>
          <a:no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Audio Tokens</a:t>
            </a:r>
          </a:p>
        </p:txBody>
      </p:sp>
    </p:spTree>
    <p:extLst>
      <p:ext uri="{BB962C8B-B14F-4D97-AF65-F5344CB8AC3E}">
        <p14:creationId xmlns:p14="http://schemas.microsoft.com/office/powerpoint/2010/main" val="3418801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C3964-A069-8868-2E6E-031EEE9A76C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145A97-AF33-18BC-5A6F-88781DA9B410}"/>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7DE82242-05C8-1F00-AF5F-D0FBC0C65D45}"/>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6256DB25-CF05-313A-FD44-0E03A7F80849}"/>
              </a:ext>
            </a:extLst>
          </p:cNvPr>
          <p:cNvSpPr>
            <a:spLocks noGrp="1"/>
          </p:cNvSpPr>
          <p:nvPr>
            <p:ph idx="1"/>
          </p:nvPr>
        </p:nvSpPr>
        <p:spPr>
          <a:xfrm>
            <a:off x="435256" y="1256505"/>
            <a:ext cx="11160126" cy="1828135"/>
          </a:xfrm>
        </p:spPr>
        <p:txBody>
          <a:bodyPr/>
          <a:lstStyle/>
          <a:p>
            <a:pPr marL="0" indent="0">
              <a:buNone/>
            </a:pPr>
            <a:r>
              <a:rPr lang="en-US" altLang="zh-CN" dirty="0"/>
              <a:t>Image: Taking 25x37 patches as an example (Patch Size 14)</a:t>
            </a:r>
          </a:p>
          <a:p>
            <a:pPr marL="0" indent="0">
              <a:buNone/>
            </a:pPr>
            <a:r>
              <a:rPr lang="en-US" dirty="0"/>
              <a:t>Total Image tokens = 25x37 = 925</a:t>
            </a:r>
          </a:p>
          <a:p>
            <a:pPr marL="0" indent="0">
              <a:buNone/>
            </a:pPr>
            <a:r>
              <a:rPr lang="en-US" dirty="0" err="1"/>
              <a:t>MRoPE</a:t>
            </a:r>
            <a:r>
              <a:rPr lang="en-US" dirty="0"/>
              <a:t> produces position IDs in 3 dimensions: Temporal, Hight and Width</a:t>
            </a:r>
          </a:p>
          <a:p>
            <a:pPr marL="0" indent="0">
              <a:buNone/>
            </a:pPr>
            <a:r>
              <a:rPr lang="en-US" dirty="0"/>
              <a:t>For Image, frames = 1, </a:t>
            </a:r>
            <a:r>
              <a:rPr lang="en-US" dirty="0" err="1"/>
              <a:t>MRoPE</a:t>
            </a:r>
            <a:r>
              <a:rPr lang="en-US" dirty="0"/>
              <a:t> falls back to 2-D </a:t>
            </a:r>
            <a:r>
              <a:rPr lang="en-US" dirty="0" err="1"/>
              <a:t>RoPE</a:t>
            </a:r>
            <a:endParaRPr lang="en-US" dirty="0"/>
          </a:p>
        </p:txBody>
      </p:sp>
      <p:sp>
        <p:nvSpPr>
          <p:cNvPr id="98" name="Rectangle: Rounded Corners 97">
            <a:extLst>
              <a:ext uri="{FF2B5EF4-FFF2-40B4-BE49-F238E27FC236}">
                <a16:creationId xmlns:a16="http://schemas.microsoft.com/office/drawing/2014/main" id="{43E4C969-1527-FD37-F761-023D02C42314}"/>
              </a:ext>
            </a:extLst>
          </p:cNvPr>
          <p:cNvSpPr/>
          <p:nvPr/>
        </p:nvSpPr>
        <p:spPr>
          <a:xfrm>
            <a:off x="599848" y="3367470"/>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0,0,1</a:t>
            </a:r>
          </a:p>
        </p:txBody>
      </p:sp>
      <p:sp>
        <p:nvSpPr>
          <p:cNvPr id="99" name="Rectangle: Rounded Corners 98">
            <a:extLst>
              <a:ext uri="{FF2B5EF4-FFF2-40B4-BE49-F238E27FC236}">
                <a16:creationId xmlns:a16="http://schemas.microsoft.com/office/drawing/2014/main" id="{B7EE06E3-754E-E024-7372-6E2006679608}"/>
              </a:ext>
            </a:extLst>
          </p:cNvPr>
          <p:cNvSpPr/>
          <p:nvPr/>
        </p:nvSpPr>
        <p:spPr>
          <a:xfrm>
            <a:off x="1447192" y="3376008"/>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0,0,2</a:t>
            </a:r>
          </a:p>
        </p:txBody>
      </p:sp>
      <p:sp>
        <p:nvSpPr>
          <p:cNvPr id="100" name="Rectangle: Rounded Corners 99">
            <a:extLst>
              <a:ext uri="{FF2B5EF4-FFF2-40B4-BE49-F238E27FC236}">
                <a16:creationId xmlns:a16="http://schemas.microsoft.com/office/drawing/2014/main" id="{0C23ECD1-1FA3-778C-86BC-93B79FB7871B}"/>
              </a:ext>
            </a:extLst>
          </p:cNvPr>
          <p:cNvSpPr/>
          <p:nvPr/>
        </p:nvSpPr>
        <p:spPr>
          <a:xfrm>
            <a:off x="2294536" y="3385785"/>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0,0,3</a:t>
            </a:r>
          </a:p>
        </p:txBody>
      </p:sp>
      <p:sp>
        <p:nvSpPr>
          <p:cNvPr id="101" name="Rectangle: Rounded Corners 100">
            <a:extLst>
              <a:ext uri="{FF2B5EF4-FFF2-40B4-BE49-F238E27FC236}">
                <a16:creationId xmlns:a16="http://schemas.microsoft.com/office/drawing/2014/main" id="{956A4AAE-1A11-A995-8AD1-7D47D283EAF5}"/>
              </a:ext>
            </a:extLst>
          </p:cNvPr>
          <p:cNvSpPr/>
          <p:nvPr/>
        </p:nvSpPr>
        <p:spPr>
          <a:xfrm>
            <a:off x="3161388" y="3393057"/>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0,0,4</a:t>
            </a:r>
          </a:p>
        </p:txBody>
      </p:sp>
      <p:sp>
        <p:nvSpPr>
          <p:cNvPr id="106" name="Rectangle: Rounded Corners 105">
            <a:extLst>
              <a:ext uri="{FF2B5EF4-FFF2-40B4-BE49-F238E27FC236}">
                <a16:creationId xmlns:a16="http://schemas.microsoft.com/office/drawing/2014/main" id="{CFB9DE82-64F9-AA73-E871-4E4EB42CD7B9}"/>
              </a:ext>
            </a:extLst>
          </p:cNvPr>
          <p:cNvSpPr/>
          <p:nvPr/>
        </p:nvSpPr>
        <p:spPr>
          <a:xfrm>
            <a:off x="4757928" y="3402092"/>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0,0,22</a:t>
            </a:r>
          </a:p>
        </p:txBody>
      </p:sp>
      <p:sp>
        <p:nvSpPr>
          <p:cNvPr id="107" name="TextBox 106">
            <a:extLst>
              <a:ext uri="{FF2B5EF4-FFF2-40B4-BE49-F238E27FC236}">
                <a16:creationId xmlns:a16="http://schemas.microsoft.com/office/drawing/2014/main" id="{8CCE9851-0494-8A5D-F15C-0DB51FE6896F}"/>
              </a:ext>
            </a:extLst>
          </p:cNvPr>
          <p:cNvSpPr txBox="1"/>
          <p:nvPr/>
        </p:nvSpPr>
        <p:spPr>
          <a:xfrm>
            <a:off x="4297986" y="3502163"/>
            <a:ext cx="393192"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08" name="Rectangle: Rounded Corners 107">
            <a:extLst>
              <a:ext uri="{FF2B5EF4-FFF2-40B4-BE49-F238E27FC236}">
                <a16:creationId xmlns:a16="http://schemas.microsoft.com/office/drawing/2014/main" id="{0FE6CCA3-9D02-465A-ACE2-82CAF073EBDB}"/>
              </a:ext>
            </a:extLst>
          </p:cNvPr>
          <p:cNvSpPr/>
          <p:nvPr/>
        </p:nvSpPr>
        <p:spPr>
          <a:xfrm>
            <a:off x="5747916" y="3402092"/>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0,0,23</a:t>
            </a:r>
          </a:p>
        </p:txBody>
      </p:sp>
      <p:sp>
        <p:nvSpPr>
          <p:cNvPr id="109" name="Rectangle: Rounded Corners 108">
            <a:extLst>
              <a:ext uri="{FF2B5EF4-FFF2-40B4-BE49-F238E27FC236}">
                <a16:creationId xmlns:a16="http://schemas.microsoft.com/office/drawing/2014/main" id="{A7E7D600-50D1-25B5-7020-B12199012749}"/>
              </a:ext>
            </a:extLst>
          </p:cNvPr>
          <p:cNvSpPr/>
          <p:nvPr/>
        </p:nvSpPr>
        <p:spPr>
          <a:xfrm>
            <a:off x="6737904" y="3381959"/>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0,0,24</a:t>
            </a:r>
          </a:p>
        </p:txBody>
      </p:sp>
      <p:sp>
        <p:nvSpPr>
          <p:cNvPr id="111" name="Rectangle: Rounded Corners 110">
            <a:extLst>
              <a:ext uri="{FF2B5EF4-FFF2-40B4-BE49-F238E27FC236}">
                <a16:creationId xmlns:a16="http://schemas.microsoft.com/office/drawing/2014/main" id="{BFAA6D63-F4B9-0467-7BD4-BBAABB1C3EC6}"/>
              </a:ext>
            </a:extLst>
          </p:cNvPr>
          <p:cNvSpPr/>
          <p:nvPr/>
        </p:nvSpPr>
        <p:spPr>
          <a:xfrm>
            <a:off x="591020" y="3819615"/>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0,1,1</a:t>
            </a:r>
          </a:p>
        </p:txBody>
      </p:sp>
      <p:sp>
        <p:nvSpPr>
          <p:cNvPr id="112" name="Rectangle: Rounded Corners 111">
            <a:extLst>
              <a:ext uri="{FF2B5EF4-FFF2-40B4-BE49-F238E27FC236}">
                <a16:creationId xmlns:a16="http://schemas.microsoft.com/office/drawing/2014/main" id="{806BCA36-14A8-7D8B-975C-01422C306DB2}"/>
              </a:ext>
            </a:extLst>
          </p:cNvPr>
          <p:cNvSpPr/>
          <p:nvPr/>
        </p:nvSpPr>
        <p:spPr>
          <a:xfrm>
            <a:off x="1438364" y="3828153"/>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0,1,2</a:t>
            </a:r>
          </a:p>
        </p:txBody>
      </p:sp>
      <p:sp>
        <p:nvSpPr>
          <p:cNvPr id="113" name="Rectangle: Rounded Corners 112">
            <a:extLst>
              <a:ext uri="{FF2B5EF4-FFF2-40B4-BE49-F238E27FC236}">
                <a16:creationId xmlns:a16="http://schemas.microsoft.com/office/drawing/2014/main" id="{4B8603F1-605B-16A4-FA5D-4D97552D6426}"/>
              </a:ext>
            </a:extLst>
          </p:cNvPr>
          <p:cNvSpPr/>
          <p:nvPr/>
        </p:nvSpPr>
        <p:spPr>
          <a:xfrm>
            <a:off x="2285708" y="3837930"/>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0,1,3</a:t>
            </a:r>
          </a:p>
        </p:txBody>
      </p:sp>
      <p:sp>
        <p:nvSpPr>
          <p:cNvPr id="114" name="Rectangle: Rounded Corners 113">
            <a:extLst>
              <a:ext uri="{FF2B5EF4-FFF2-40B4-BE49-F238E27FC236}">
                <a16:creationId xmlns:a16="http://schemas.microsoft.com/office/drawing/2014/main" id="{708AB594-B500-70C3-EF0C-22F8E382AF63}"/>
              </a:ext>
            </a:extLst>
          </p:cNvPr>
          <p:cNvSpPr/>
          <p:nvPr/>
        </p:nvSpPr>
        <p:spPr>
          <a:xfrm>
            <a:off x="3152560" y="3845202"/>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0,1,4</a:t>
            </a:r>
          </a:p>
        </p:txBody>
      </p:sp>
      <p:sp>
        <p:nvSpPr>
          <p:cNvPr id="115" name="Rectangle: Rounded Corners 114">
            <a:extLst>
              <a:ext uri="{FF2B5EF4-FFF2-40B4-BE49-F238E27FC236}">
                <a16:creationId xmlns:a16="http://schemas.microsoft.com/office/drawing/2014/main" id="{45A8305E-993A-9BCD-CD3F-945186F7D44D}"/>
              </a:ext>
            </a:extLst>
          </p:cNvPr>
          <p:cNvSpPr/>
          <p:nvPr/>
        </p:nvSpPr>
        <p:spPr>
          <a:xfrm>
            <a:off x="4749100" y="3854237"/>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0,1,22</a:t>
            </a:r>
          </a:p>
        </p:txBody>
      </p:sp>
      <p:sp>
        <p:nvSpPr>
          <p:cNvPr id="116" name="TextBox 115">
            <a:extLst>
              <a:ext uri="{FF2B5EF4-FFF2-40B4-BE49-F238E27FC236}">
                <a16:creationId xmlns:a16="http://schemas.microsoft.com/office/drawing/2014/main" id="{37CD36BF-26BB-CD36-7298-4A5B05B6AAF6}"/>
              </a:ext>
            </a:extLst>
          </p:cNvPr>
          <p:cNvSpPr txBox="1"/>
          <p:nvPr/>
        </p:nvSpPr>
        <p:spPr>
          <a:xfrm>
            <a:off x="4289158" y="3954308"/>
            <a:ext cx="393192"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17" name="Rectangle: Rounded Corners 116">
            <a:extLst>
              <a:ext uri="{FF2B5EF4-FFF2-40B4-BE49-F238E27FC236}">
                <a16:creationId xmlns:a16="http://schemas.microsoft.com/office/drawing/2014/main" id="{4566339F-5317-F008-B239-ACC6BF5C72FD}"/>
              </a:ext>
            </a:extLst>
          </p:cNvPr>
          <p:cNvSpPr/>
          <p:nvPr/>
        </p:nvSpPr>
        <p:spPr>
          <a:xfrm>
            <a:off x="5739088" y="3854237"/>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0,1,23</a:t>
            </a:r>
          </a:p>
        </p:txBody>
      </p:sp>
      <p:sp>
        <p:nvSpPr>
          <p:cNvPr id="118" name="Rectangle: Rounded Corners 117">
            <a:extLst>
              <a:ext uri="{FF2B5EF4-FFF2-40B4-BE49-F238E27FC236}">
                <a16:creationId xmlns:a16="http://schemas.microsoft.com/office/drawing/2014/main" id="{7344DA97-C1E6-0CDF-7EA4-33A5D7FB12B4}"/>
              </a:ext>
            </a:extLst>
          </p:cNvPr>
          <p:cNvSpPr/>
          <p:nvPr/>
        </p:nvSpPr>
        <p:spPr>
          <a:xfrm>
            <a:off x="6729076" y="3834104"/>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0,1,24</a:t>
            </a:r>
          </a:p>
        </p:txBody>
      </p:sp>
      <p:sp>
        <p:nvSpPr>
          <p:cNvPr id="120" name="Rectangle: Rounded Corners 119">
            <a:extLst>
              <a:ext uri="{FF2B5EF4-FFF2-40B4-BE49-F238E27FC236}">
                <a16:creationId xmlns:a16="http://schemas.microsoft.com/office/drawing/2014/main" id="{29EE31B1-4B8A-C6CF-8F20-2AD39A247AE5}"/>
              </a:ext>
            </a:extLst>
          </p:cNvPr>
          <p:cNvSpPr/>
          <p:nvPr/>
        </p:nvSpPr>
        <p:spPr>
          <a:xfrm>
            <a:off x="591020" y="4289322"/>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0,2,1</a:t>
            </a:r>
          </a:p>
        </p:txBody>
      </p:sp>
      <p:sp>
        <p:nvSpPr>
          <p:cNvPr id="121" name="Rectangle: Rounded Corners 120">
            <a:extLst>
              <a:ext uri="{FF2B5EF4-FFF2-40B4-BE49-F238E27FC236}">
                <a16:creationId xmlns:a16="http://schemas.microsoft.com/office/drawing/2014/main" id="{4C06B8F7-C657-C27B-7259-DD14C5ACA362}"/>
              </a:ext>
            </a:extLst>
          </p:cNvPr>
          <p:cNvSpPr/>
          <p:nvPr/>
        </p:nvSpPr>
        <p:spPr>
          <a:xfrm>
            <a:off x="1438364" y="4297860"/>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0,2,2</a:t>
            </a:r>
          </a:p>
        </p:txBody>
      </p:sp>
      <p:sp>
        <p:nvSpPr>
          <p:cNvPr id="122" name="Rectangle: Rounded Corners 121">
            <a:extLst>
              <a:ext uri="{FF2B5EF4-FFF2-40B4-BE49-F238E27FC236}">
                <a16:creationId xmlns:a16="http://schemas.microsoft.com/office/drawing/2014/main" id="{8449ED68-4EF6-002B-1CA4-95501CF48E6F}"/>
              </a:ext>
            </a:extLst>
          </p:cNvPr>
          <p:cNvSpPr/>
          <p:nvPr/>
        </p:nvSpPr>
        <p:spPr>
          <a:xfrm>
            <a:off x="2285708" y="4307637"/>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0,2,3</a:t>
            </a:r>
          </a:p>
        </p:txBody>
      </p:sp>
      <p:sp>
        <p:nvSpPr>
          <p:cNvPr id="123" name="Rectangle: Rounded Corners 122">
            <a:extLst>
              <a:ext uri="{FF2B5EF4-FFF2-40B4-BE49-F238E27FC236}">
                <a16:creationId xmlns:a16="http://schemas.microsoft.com/office/drawing/2014/main" id="{2AE8402D-E4D6-94FD-942A-DFB325E67244}"/>
              </a:ext>
            </a:extLst>
          </p:cNvPr>
          <p:cNvSpPr/>
          <p:nvPr/>
        </p:nvSpPr>
        <p:spPr>
          <a:xfrm>
            <a:off x="3152560" y="4314909"/>
            <a:ext cx="771752"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0,2,4</a:t>
            </a:r>
          </a:p>
        </p:txBody>
      </p:sp>
      <p:sp>
        <p:nvSpPr>
          <p:cNvPr id="124" name="Rectangle: Rounded Corners 123">
            <a:extLst>
              <a:ext uri="{FF2B5EF4-FFF2-40B4-BE49-F238E27FC236}">
                <a16:creationId xmlns:a16="http://schemas.microsoft.com/office/drawing/2014/main" id="{59F58418-7942-48A4-271A-248B9464A39D}"/>
              </a:ext>
            </a:extLst>
          </p:cNvPr>
          <p:cNvSpPr/>
          <p:nvPr/>
        </p:nvSpPr>
        <p:spPr>
          <a:xfrm>
            <a:off x="4749100" y="4323944"/>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0,2,22</a:t>
            </a:r>
          </a:p>
        </p:txBody>
      </p:sp>
      <p:sp>
        <p:nvSpPr>
          <p:cNvPr id="125" name="TextBox 124">
            <a:extLst>
              <a:ext uri="{FF2B5EF4-FFF2-40B4-BE49-F238E27FC236}">
                <a16:creationId xmlns:a16="http://schemas.microsoft.com/office/drawing/2014/main" id="{0DA166E5-602F-BF8B-FA58-65AC306C4283}"/>
              </a:ext>
            </a:extLst>
          </p:cNvPr>
          <p:cNvSpPr txBox="1"/>
          <p:nvPr/>
        </p:nvSpPr>
        <p:spPr>
          <a:xfrm>
            <a:off x="4289158" y="4424015"/>
            <a:ext cx="393192"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26" name="Rectangle: Rounded Corners 125">
            <a:extLst>
              <a:ext uri="{FF2B5EF4-FFF2-40B4-BE49-F238E27FC236}">
                <a16:creationId xmlns:a16="http://schemas.microsoft.com/office/drawing/2014/main" id="{0DF2130D-20BA-562C-E02E-F4A25F071B79}"/>
              </a:ext>
            </a:extLst>
          </p:cNvPr>
          <p:cNvSpPr/>
          <p:nvPr/>
        </p:nvSpPr>
        <p:spPr>
          <a:xfrm>
            <a:off x="5739088" y="4323944"/>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0,2,23</a:t>
            </a:r>
          </a:p>
        </p:txBody>
      </p:sp>
      <p:sp>
        <p:nvSpPr>
          <p:cNvPr id="127" name="Rectangle: Rounded Corners 126">
            <a:extLst>
              <a:ext uri="{FF2B5EF4-FFF2-40B4-BE49-F238E27FC236}">
                <a16:creationId xmlns:a16="http://schemas.microsoft.com/office/drawing/2014/main" id="{8F599EDE-B85B-6D84-668E-92AB29654E9F}"/>
              </a:ext>
            </a:extLst>
          </p:cNvPr>
          <p:cNvSpPr/>
          <p:nvPr/>
        </p:nvSpPr>
        <p:spPr>
          <a:xfrm>
            <a:off x="6729076" y="4303811"/>
            <a:ext cx="923238"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0,2,24</a:t>
            </a:r>
          </a:p>
        </p:txBody>
      </p:sp>
      <p:sp>
        <p:nvSpPr>
          <p:cNvPr id="138" name="TextBox 137">
            <a:extLst>
              <a:ext uri="{FF2B5EF4-FFF2-40B4-BE49-F238E27FC236}">
                <a16:creationId xmlns:a16="http://schemas.microsoft.com/office/drawing/2014/main" id="{03657AA4-673A-01E3-CC75-93DFC4BB7048}"/>
              </a:ext>
            </a:extLst>
          </p:cNvPr>
          <p:cNvSpPr txBox="1"/>
          <p:nvPr/>
        </p:nvSpPr>
        <p:spPr>
          <a:xfrm>
            <a:off x="3444862" y="4775308"/>
            <a:ext cx="393192"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39" name="Rectangle: Rounded Corners 138">
            <a:extLst>
              <a:ext uri="{FF2B5EF4-FFF2-40B4-BE49-F238E27FC236}">
                <a16:creationId xmlns:a16="http://schemas.microsoft.com/office/drawing/2014/main" id="{716B41BB-5188-99EA-349E-C9DE99157E30}"/>
              </a:ext>
            </a:extLst>
          </p:cNvPr>
          <p:cNvSpPr/>
          <p:nvPr/>
        </p:nvSpPr>
        <p:spPr>
          <a:xfrm>
            <a:off x="324860" y="5029029"/>
            <a:ext cx="923238" cy="37104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0,36,1</a:t>
            </a:r>
          </a:p>
        </p:txBody>
      </p:sp>
      <p:sp>
        <p:nvSpPr>
          <p:cNvPr id="140" name="Rectangle: Rounded Corners 139">
            <a:extLst>
              <a:ext uri="{FF2B5EF4-FFF2-40B4-BE49-F238E27FC236}">
                <a16:creationId xmlns:a16="http://schemas.microsoft.com/office/drawing/2014/main" id="{90DDFE32-B6A6-564C-0F41-91936701BAD4}"/>
              </a:ext>
            </a:extLst>
          </p:cNvPr>
          <p:cNvSpPr/>
          <p:nvPr/>
        </p:nvSpPr>
        <p:spPr>
          <a:xfrm>
            <a:off x="1283219" y="5027749"/>
            <a:ext cx="907375" cy="37104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0,36,2</a:t>
            </a:r>
          </a:p>
        </p:txBody>
      </p:sp>
      <p:sp>
        <p:nvSpPr>
          <p:cNvPr id="141" name="Rectangle: Rounded Corners 140">
            <a:extLst>
              <a:ext uri="{FF2B5EF4-FFF2-40B4-BE49-F238E27FC236}">
                <a16:creationId xmlns:a16="http://schemas.microsoft.com/office/drawing/2014/main" id="{642193D7-651C-5676-A25B-D1B904B2C344}"/>
              </a:ext>
            </a:extLst>
          </p:cNvPr>
          <p:cNvSpPr/>
          <p:nvPr/>
        </p:nvSpPr>
        <p:spPr>
          <a:xfrm>
            <a:off x="2257344" y="5028492"/>
            <a:ext cx="895216" cy="36176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0,36,3</a:t>
            </a:r>
          </a:p>
        </p:txBody>
      </p:sp>
      <p:sp>
        <p:nvSpPr>
          <p:cNvPr id="142" name="Rectangle: Rounded Corners 141">
            <a:extLst>
              <a:ext uri="{FF2B5EF4-FFF2-40B4-BE49-F238E27FC236}">
                <a16:creationId xmlns:a16="http://schemas.microsoft.com/office/drawing/2014/main" id="{C56B29B5-4E42-A076-7939-3D12A98EA6CE}"/>
              </a:ext>
            </a:extLst>
          </p:cNvPr>
          <p:cNvSpPr/>
          <p:nvPr/>
        </p:nvSpPr>
        <p:spPr>
          <a:xfrm>
            <a:off x="3219310" y="5026254"/>
            <a:ext cx="895216"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0,36,4</a:t>
            </a:r>
          </a:p>
        </p:txBody>
      </p:sp>
      <p:sp>
        <p:nvSpPr>
          <p:cNvPr id="143" name="Rectangle: Rounded Corners 142">
            <a:extLst>
              <a:ext uri="{FF2B5EF4-FFF2-40B4-BE49-F238E27FC236}">
                <a16:creationId xmlns:a16="http://schemas.microsoft.com/office/drawing/2014/main" id="{39DC8FCA-8B95-88BE-C563-269DA1110A38}"/>
              </a:ext>
            </a:extLst>
          </p:cNvPr>
          <p:cNvSpPr/>
          <p:nvPr/>
        </p:nvSpPr>
        <p:spPr>
          <a:xfrm>
            <a:off x="4643834" y="5007905"/>
            <a:ext cx="998816" cy="404689"/>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0,36,22</a:t>
            </a:r>
          </a:p>
        </p:txBody>
      </p:sp>
      <p:sp>
        <p:nvSpPr>
          <p:cNvPr id="144" name="TextBox 143">
            <a:extLst>
              <a:ext uri="{FF2B5EF4-FFF2-40B4-BE49-F238E27FC236}">
                <a16:creationId xmlns:a16="http://schemas.microsoft.com/office/drawing/2014/main" id="{66E7C83C-CCE6-4FF8-2398-837CB43D3951}"/>
              </a:ext>
            </a:extLst>
          </p:cNvPr>
          <p:cNvSpPr txBox="1"/>
          <p:nvPr/>
        </p:nvSpPr>
        <p:spPr>
          <a:xfrm>
            <a:off x="4297986" y="5153904"/>
            <a:ext cx="393192" cy="23634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45" name="Rectangle: Rounded Corners 144">
            <a:extLst>
              <a:ext uri="{FF2B5EF4-FFF2-40B4-BE49-F238E27FC236}">
                <a16:creationId xmlns:a16="http://schemas.microsoft.com/office/drawing/2014/main" id="{3969498F-93F2-99A5-C0C5-3F12783F6C3D}"/>
              </a:ext>
            </a:extLst>
          </p:cNvPr>
          <p:cNvSpPr/>
          <p:nvPr/>
        </p:nvSpPr>
        <p:spPr>
          <a:xfrm>
            <a:off x="5689994" y="5007905"/>
            <a:ext cx="998816" cy="39088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0,36,23</a:t>
            </a:r>
          </a:p>
        </p:txBody>
      </p:sp>
      <p:sp>
        <p:nvSpPr>
          <p:cNvPr id="146" name="Rectangle: Rounded Corners 145">
            <a:extLst>
              <a:ext uri="{FF2B5EF4-FFF2-40B4-BE49-F238E27FC236}">
                <a16:creationId xmlns:a16="http://schemas.microsoft.com/office/drawing/2014/main" id="{8EAD4F70-B792-8FA6-AABF-73E0C544E51E}"/>
              </a:ext>
            </a:extLst>
          </p:cNvPr>
          <p:cNvSpPr/>
          <p:nvPr/>
        </p:nvSpPr>
        <p:spPr>
          <a:xfrm>
            <a:off x="6737904" y="5033700"/>
            <a:ext cx="1089360" cy="380304"/>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0,36,24</a:t>
            </a:r>
          </a:p>
        </p:txBody>
      </p:sp>
    </p:spTree>
    <p:extLst>
      <p:ext uri="{BB962C8B-B14F-4D97-AF65-F5344CB8AC3E}">
        <p14:creationId xmlns:p14="http://schemas.microsoft.com/office/powerpoint/2010/main" val="4266993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012E4-29DE-41C7-0F3E-D8E12DDA2BA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FA25559-6667-108D-13F2-D25DB7577D5D}"/>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4E2B54DC-4C2E-FC59-C113-225BC274A561}"/>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5AAA4DC1-351C-AA49-E379-F7971F7D2FB7}"/>
              </a:ext>
            </a:extLst>
          </p:cNvPr>
          <p:cNvSpPr>
            <a:spLocks noGrp="1"/>
          </p:cNvSpPr>
          <p:nvPr>
            <p:ph idx="1"/>
          </p:nvPr>
        </p:nvSpPr>
        <p:spPr>
          <a:xfrm>
            <a:off x="435256" y="1256505"/>
            <a:ext cx="11160126" cy="1828135"/>
          </a:xfrm>
        </p:spPr>
        <p:txBody>
          <a:bodyPr/>
          <a:lstStyle/>
          <a:p>
            <a:pPr marL="0" indent="0">
              <a:buNone/>
            </a:pPr>
            <a:r>
              <a:rPr lang="en-US" altLang="zh-CN" dirty="0"/>
              <a:t>Video case is basically Image + Temporal dimension, which is frames number</a:t>
            </a:r>
            <a:endParaRPr lang="en-US" dirty="0"/>
          </a:p>
        </p:txBody>
      </p:sp>
      <p:sp>
        <p:nvSpPr>
          <p:cNvPr id="98" name="Rectangle: Rounded Corners 97">
            <a:extLst>
              <a:ext uri="{FF2B5EF4-FFF2-40B4-BE49-F238E27FC236}">
                <a16:creationId xmlns:a16="http://schemas.microsoft.com/office/drawing/2014/main" id="{90FD4978-7DB7-AD78-3A0E-51B8DFC72237}"/>
              </a:ext>
            </a:extLst>
          </p:cNvPr>
          <p:cNvSpPr/>
          <p:nvPr/>
        </p:nvSpPr>
        <p:spPr>
          <a:xfrm>
            <a:off x="596618" y="1829615"/>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0,0,1</a:t>
            </a:r>
          </a:p>
        </p:txBody>
      </p:sp>
      <p:sp>
        <p:nvSpPr>
          <p:cNvPr id="99" name="Rectangle: Rounded Corners 98">
            <a:extLst>
              <a:ext uri="{FF2B5EF4-FFF2-40B4-BE49-F238E27FC236}">
                <a16:creationId xmlns:a16="http://schemas.microsoft.com/office/drawing/2014/main" id="{D596FAA2-37C1-1F85-A3A1-E6CC1294B738}"/>
              </a:ext>
            </a:extLst>
          </p:cNvPr>
          <p:cNvSpPr/>
          <p:nvPr/>
        </p:nvSpPr>
        <p:spPr>
          <a:xfrm>
            <a:off x="1443962" y="1838153"/>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0,0,2</a:t>
            </a:r>
          </a:p>
        </p:txBody>
      </p:sp>
      <p:sp>
        <p:nvSpPr>
          <p:cNvPr id="100" name="Rectangle: Rounded Corners 99">
            <a:extLst>
              <a:ext uri="{FF2B5EF4-FFF2-40B4-BE49-F238E27FC236}">
                <a16:creationId xmlns:a16="http://schemas.microsoft.com/office/drawing/2014/main" id="{F02264DF-60CD-D9C1-8C42-694B9EBB960B}"/>
              </a:ext>
            </a:extLst>
          </p:cNvPr>
          <p:cNvSpPr/>
          <p:nvPr/>
        </p:nvSpPr>
        <p:spPr>
          <a:xfrm>
            <a:off x="2291306" y="1847930"/>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0,0,3</a:t>
            </a:r>
          </a:p>
        </p:txBody>
      </p:sp>
      <p:sp>
        <p:nvSpPr>
          <p:cNvPr id="101" name="Rectangle: Rounded Corners 100">
            <a:extLst>
              <a:ext uri="{FF2B5EF4-FFF2-40B4-BE49-F238E27FC236}">
                <a16:creationId xmlns:a16="http://schemas.microsoft.com/office/drawing/2014/main" id="{5F4910D5-B298-77A6-B272-C968B9151E52}"/>
              </a:ext>
            </a:extLst>
          </p:cNvPr>
          <p:cNvSpPr/>
          <p:nvPr/>
        </p:nvSpPr>
        <p:spPr>
          <a:xfrm>
            <a:off x="3158158" y="1855202"/>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0,0,4</a:t>
            </a:r>
          </a:p>
        </p:txBody>
      </p:sp>
      <p:sp>
        <p:nvSpPr>
          <p:cNvPr id="106" name="Rectangle: Rounded Corners 105">
            <a:extLst>
              <a:ext uri="{FF2B5EF4-FFF2-40B4-BE49-F238E27FC236}">
                <a16:creationId xmlns:a16="http://schemas.microsoft.com/office/drawing/2014/main" id="{38D76BE1-1C22-9EF4-62AF-26AC5B7FE443}"/>
              </a:ext>
            </a:extLst>
          </p:cNvPr>
          <p:cNvSpPr/>
          <p:nvPr/>
        </p:nvSpPr>
        <p:spPr>
          <a:xfrm>
            <a:off x="4754698" y="1864237"/>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0,0,22</a:t>
            </a:r>
          </a:p>
        </p:txBody>
      </p:sp>
      <p:sp>
        <p:nvSpPr>
          <p:cNvPr id="107" name="TextBox 106">
            <a:extLst>
              <a:ext uri="{FF2B5EF4-FFF2-40B4-BE49-F238E27FC236}">
                <a16:creationId xmlns:a16="http://schemas.microsoft.com/office/drawing/2014/main" id="{8C764399-3388-3EE9-5EA4-599AED25E257}"/>
              </a:ext>
            </a:extLst>
          </p:cNvPr>
          <p:cNvSpPr txBox="1"/>
          <p:nvPr/>
        </p:nvSpPr>
        <p:spPr>
          <a:xfrm>
            <a:off x="4294756" y="1964308"/>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08" name="Rectangle: Rounded Corners 107">
            <a:extLst>
              <a:ext uri="{FF2B5EF4-FFF2-40B4-BE49-F238E27FC236}">
                <a16:creationId xmlns:a16="http://schemas.microsoft.com/office/drawing/2014/main" id="{94D8165B-313D-4179-82E5-A56FD713E776}"/>
              </a:ext>
            </a:extLst>
          </p:cNvPr>
          <p:cNvSpPr/>
          <p:nvPr/>
        </p:nvSpPr>
        <p:spPr>
          <a:xfrm>
            <a:off x="5744686" y="1864237"/>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0,0,23</a:t>
            </a:r>
          </a:p>
        </p:txBody>
      </p:sp>
      <p:sp>
        <p:nvSpPr>
          <p:cNvPr id="109" name="Rectangle: Rounded Corners 108">
            <a:extLst>
              <a:ext uri="{FF2B5EF4-FFF2-40B4-BE49-F238E27FC236}">
                <a16:creationId xmlns:a16="http://schemas.microsoft.com/office/drawing/2014/main" id="{25D94B8E-EE20-6913-2568-B5AA7ED19712}"/>
              </a:ext>
            </a:extLst>
          </p:cNvPr>
          <p:cNvSpPr/>
          <p:nvPr/>
        </p:nvSpPr>
        <p:spPr>
          <a:xfrm>
            <a:off x="6734674" y="1844104"/>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0,0,24</a:t>
            </a:r>
          </a:p>
        </p:txBody>
      </p:sp>
      <p:sp>
        <p:nvSpPr>
          <p:cNvPr id="111" name="Rectangle: Rounded Corners 110">
            <a:extLst>
              <a:ext uri="{FF2B5EF4-FFF2-40B4-BE49-F238E27FC236}">
                <a16:creationId xmlns:a16="http://schemas.microsoft.com/office/drawing/2014/main" id="{512B4C2D-2B85-063A-B53D-5238257D0517}"/>
              </a:ext>
            </a:extLst>
          </p:cNvPr>
          <p:cNvSpPr/>
          <p:nvPr/>
        </p:nvSpPr>
        <p:spPr>
          <a:xfrm>
            <a:off x="587790" y="2281760"/>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0,1,1</a:t>
            </a:r>
          </a:p>
        </p:txBody>
      </p:sp>
      <p:sp>
        <p:nvSpPr>
          <p:cNvPr id="112" name="Rectangle: Rounded Corners 111">
            <a:extLst>
              <a:ext uri="{FF2B5EF4-FFF2-40B4-BE49-F238E27FC236}">
                <a16:creationId xmlns:a16="http://schemas.microsoft.com/office/drawing/2014/main" id="{46C1FD71-E0D8-37C7-5293-37D4E84CD394}"/>
              </a:ext>
            </a:extLst>
          </p:cNvPr>
          <p:cNvSpPr/>
          <p:nvPr/>
        </p:nvSpPr>
        <p:spPr>
          <a:xfrm>
            <a:off x="1435134" y="2290298"/>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0,1,2</a:t>
            </a:r>
          </a:p>
        </p:txBody>
      </p:sp>
      <p:sp>
        <p:nvSpPr>
          <p:cNvPr id="113" name="Rectangle: Rounded Corners 112">
            <a:extLst>
              <a:ext uri="{FF2B5EF4-FFF2-40B4-BE49-F238E27FC236}">
                <a16:creationId xmlns:a16="http://schemas.microsoft.com/office/drawing/2014/main" id="{826D3DF1-2756-9409-CA79-C510613C64ED}"/>
              </a:ext>
            </a:extLst>
          </p:cNvPr>
          <p:cNvSpPr/>
          <p:nvPr/>
        </p:nvSpPr>
        <p:spPr>
          <a:xfrm>
            <a:off x="2282478" y="2300075"/>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0,1,3</a:t>
            </a:r>
          </a:p>
        </p:txBody>
      </p:sp>
      <p:sp>
        <p:nvSpPr>
          <p:cNvPr id="114" name="Rectangle: Rounded Corners 113">
            <a:extLst>
              <a:ext uri="{FF2B5EF4-FFF2-40B4-BE49-F238E27FC236}">
                <a16:creationId xmlns:a16="http://schemas.microsoft.com/office/drawing/2014/main" id="{6EA7A3FE-60D8-562F-C75D-D82EEE7BB895}"/>
              </a:ext>
            </a:extLst>
          </p:cNvPr>
          <p:cNvSpPr/>
          <p:nvPr/>
        </p:nvSpPr>
        <p:spPr>
          <a:xfrm>
            <a:off x="3149330" y="2307347"/>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0,1,4</a:t>
            </a:r>
          </a:p>
        </p:txBody>
      </p:sp>
      <p:sp>
        <p:nvSpPr>
          <p:cNvPr id="115" name="Rectangle: Rounded Corners 114">
            <a:extLst>
              <a:ext uri="{FF2B5EF4-FFF2-40B4-BE49-F238E27FC236}">
                <a16:creationId xmlns:a16="http://schemas.microsoft.com/office/drawing/2014/main" id="{EEC50EFA-3985-999D-9E4D-3E5017C54A0F}"/>
              </a:ext>
            </a:extLst>
          </p:cNvPr>
          <p:cNvSpPr/>
          <p:nvPr/>
        </p:nvSpPr>
        <p:spPr>
          <a:xfrm>
            <a:off x="4745870" y="2316382"/>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0,1,22</a:t>
            </a:r>
          </a:p>
        </p:txBody>
      </p:sp>
      <p:sp>
        <p:nvSpPr>
          <p:cNvPr id="116" name="TextBox 115">
            <a:extLst>
              <a:ext uri="{FF2B5EF4-FFF2-40B4-BE49-F238E27FC236}">
                <a16:creationId xmlns:a16="http://schemas.microsoft.com/office/drawing/2014/main" id="{6CB862A8-A3E8-2192-2A6A-E0983C44F05B}"/>
              </a:ext>
            </a:extLst>
          </p:cNvPr>
          <p:cNvSpPr txBox="1"/>
          <p:nvPr/>
        </p:nvSpPr>
        <p:spPr>
          <a:xfrm>
            <a:off x="4285928" y="2416453"/>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17" name="Rectangle: Rounded Corners 116">
            <a:extLst>
              <a:ext uri="{FF2B5EF4-FFF2-40B4-BE49-F238E27FC236}">
                <a16:creationId xmlns:a16="http://schemas.microsoft.com/office/drawing/2014/main" id="{2EB675B4-F168-8EC2-6DE4-9938D5B39392}"/>
              </a:ext>
            </a:extLst>
          </p:cNvPr>
          <p:cNvSpPr/>
          <p:nvPr/>
        </p:nvSpPr>
        <p:spPr>
          <a:xfrm>
            <a:off x="5735858" y="2316382"/>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0,1,23</a:t>
            </a:r>
          </a:p>
        </p:txBody>
      </p:sp>
      <p:sp>
        <p:nvSpPr>
          <p:cNvPr id="118" name="Rectangle: Rounded Corners 117">
            <a:extLst>
              <a:ext uri="{FF2B5EF4-FFF2-40B4-BE49-F238E27FC236}">
                <a16:creationId xmlns:a16="http://schemas.microsoft.com/office/drawing/2014/main" id="{5C7DAB43-06FF-3719-DAE7-4B83F88B4334}"/>
              </a:ext>
            </a:extLst>
          </p:cNvPr>
          <p:cNvSpPr/>
          <p:nvPr/>
        </p:nvSpPr>
        <p:spPr>
          <a:xfrm>
            <a:off x="6725846" y="2296249"/>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0,1,24</a:t>
            </a:r>
          </a:p>
        </p:txBody>
      </p:sp>
      <p:sp>
        <p:nvSpPr>
          <p:cNvPr id="120" name="Rectangle: Rounded Corners 119">
            <a:extLst>
              <a:ext uri="{FF2B5EF4-FFF2-40B4-BE49-F238E27FC236}">
                <a16:creationId xmlns:a16="http://schemas.microsoft.com/office/drawing/2014/main" id="{D23DCF2D-9DED-522D-CFE4-EC90D710934E}"/>
              </a:ext>
            </a:extLst>
          </p:cNvPr>
          <p:cNvSpPr/>
          <p:nvPr/>
        </p:nvSpPr>
        <p:spPr>
          <a:xfrm>
            <a:off x="587790" y="2751467"/>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0,2,1</a:t>
            </a:r>
          </a:p>
        </p:txBody>
      </p:sp>
      <p:sp>
        <p:nvSpPr>
          <p:cNvPr id="121" name="Rectangle: Rounded Corners 120">
            <a:extLst>
              <a:ext uri="{FF2B5EF4-FFF2-40B4-BE49-F238E27FC236}">
                <a16:creationId xmlns:a16="http://schemas.microsoft.com/office/drawing/2014/main" id="{0BF23215-37B1-2CD7-8C8B-767820511ECA}"/>
              </a:ext>
            </a:extLst>
          </p:cNvPr>
          <p:cNvSpPr/>
          <p:nvPr/>
        </p:nvSpPr>
        <p:spPr>
          <a:xfrm>
            <a:off x="1435134" y="2760005"/>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0,2,2</a:t>
            </a:r>
          </a:p>
        </p:txBody>
      </p:sp>
      <p:sp>
        <p:nvSpPr>
          <p:cNvPr id="122" name="Rectangle: Rounded Corners 121">
            <a:extLst>
              <a:ext uri="{FF2B5EF4-FFF2-40B4-BE49-F238E27FC236}">
                <a16:creationId xmlns:a16="http://schemas.microsoft.com/office/drawing/2014/main" id="{DC8FDF0C-B8DF-D033-6F09-DD4BCBAC71A8}"/>
              </a:ext>
            </a:extLst>
          </p:cNvPr>
          <p:cNvSpPr/>
          <p:nvPr/>
        </p:nvSpPr>
        <p:spPr>
          <a:xfrm>
            <a:off x="2282478" y="2769782"/>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0,2,3</a:t>
            </a:r>
          </a:p>
        </p:txBody>
      </p:sp>
      <p:sp>
        <p:nvSpPr>
          <p:cNvPr id="123" name="Rectangle: Rounded Corners 122">
            <a:extLst>
              <a:ext uri="{FF2B5EF4-FFF2-40B4-BE49-F238E27FC236}">
                <a16:creationId xmlns:a16="http://schemas.microsoft.com/office/drawing/2014/main" id="{733A300B-EC4E-FCF2-4060-CBE29B230C0B}"/>
              </a:ext>
            </a:extLst>
          </p:cNvPr>
          <p:cNvSpPr/>
          <p:nvPr/>
        </p:nvSpPr>
        <p:spPr>
          <a:xfrm>
            <a:off x="3149330" y="2777054"/>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0,2,4</a:t>
            </a:r>
          </a:p>
        </p:txBody>
      </p:sp>
      <p:sp>
        <p:nvSpPr>
          <p:cNvPr id="124" name="Rectangle: Rounded Corners 123">
            <a:extLst>
              <a:ext uri="{FF2B5EF4-FFF2-40B4-BE49-F238E27FC236}">
                <a16:creationId xmlns:a16="http://schemas.microsoft.com/office/drawing/2014/main" id="{733D1BDD-59F0-04A6-8AE1-F55B4DA96521}"/>
              </a:ext>
            </a:extLst>
          </p:cNvPr>
          <p:cNvSpPr/>
          <p:nvPr/>
        </p:nvSpPr>
        <p:spPr>
          <a:xfrm>
            <a:off x="4745870" y="2786089"/>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0,2,22</a:t>
            </a:r>
          </a:p>
        </p:txBody>
      </p:sp>
      <p:sp>
        <p:nvSpPr>
          <p:cNvPr id="125" name="TextBox 124">
            <a:extLst>
              <a:ext uri="{FF2B5EF4-FFF2-40B4-BE49-F238E27FC236}">
                <a16:creationId xmlns:a16="http://schemas.microsoft.com/office/drawing/2014/main" id="{12087B6F-0EC9-439F-FED1-EABA9A89C788}"/>
              </a:ext>
            </a:extLst>
          </p:cNvPr>
          <p:cNvSpPr txBox="1"/>
          <p:nvPr/>
        </p:nvSpPr>
        <p:spPr>
          <a:xfrm>
            <a:off x="4285928" y="2886160"/>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26" name="Rectangle: Rounded Corners 125">
            <a:extLst>
              <a:ext uri="{FF2B5EF4-FFF2-40B4-BE49-F238E27FC236}">
                <a16:creationId xmlns:a16="http://schemas.microsoft.com/office/drawing/2014/main" id="{6BA96EB2-AEFC-6497-C9E4-7524E7088B7B}"/>
              </a:ext>
            </a:extLst>
          </p:cNvPr>
          <p:cNvSpPr/>
          <p:nvPr/>
        </p:nvSpPr>
        <p:spPr>
          <a:xfrm>
            <a:off x="5735858" y="2786089"/>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0,2,23</a:t>
            </a:r>
          </a:p>
        </p:txBody>
      </p:sp>
      <p:sp>
        <p:nvSpPr>
          <p:cNvPr id="127" name="Rectangle: Rounded Corners 126">
            <a:extLst>
              <a:ext uri="{FF2B5EF4-FFF2-40B4-BE49-F238E27FC236}">
                <a16:creationId xmlns:a16="http://schemas.microsoft.com/office/drawing/2014/main" id="{08D54024-E0BF-0364-31A2-6D637EEC0998}"/>
              </a:ext>
            </a:extLst>
          </p:cNvPr>
          <p:cNvSpPr/>
          <p:nvPr/>
        </p:nvSpPr>
        <p:spPr>
          <a:xfrm>
            <a:off x="6725846" y="2765956"/>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0,2,24</a:t>
            </a:r>
          </a:p>
        </p:txBody>
      </p:sp>
      <p:sp>
        <p:nvSpPr>
          <p:cNvPr id="138" name="TextBox 137">
            <a:extLst>
              <a:ext uri="{FF2B5EF4-FFF2-40B4-BE49-F238E27FC236}">
                <a16:creationId xmlns:a16="http://schemas.microsoft.com/office/drawing/2014/main" id="{A3EF6DC1-AAD5-1B50-3276-548A9C4E2D0D}"/>
              </a:ext>
            </a:extLst>
          </p:cNvPr>
          <p:cNvSpPr txBox="1"/>
          <p:nvPr/>
        </p:nvSpPr>
        <p:spPr>
          <a:xfrm>
            <a:off x="3441632" y="3237453"/>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39" name="Rectangle: Rounded Corners 138">
            <a:extLst>
              <a:ext uri="{FF2B5EF4-FFF2-40B4-BE49-F238E27FC236}">
                <a16:creationId xmlns:a16="http://schemas.microsoft.com/office/drawing/2014/main" id="{A6F038B9-8764-858E-4D1E-043475578F57}"/>
              </a:ext>
            </a:extLst>
          </p:cNvPr>
          <p:cNvSpPr/>
          <p:nvPr/>
        </p:nvSpPr>
        <p:spPr>
          <a:xfrm>
            <a:off x="321630" y="3491174"/>
            <a:ext cx="923238" cy="37104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0,36,1</a:t>
            </a:r>
          </a:p>
        </p:txBody>
      </p:sp>
      <p:sp>
        <p:nvSpPr>
          <p:cNvPr id="140" name="Rectangle: Rounded Corners 139">
            <a:extLst>
              <a:ext uri="{FF2B5EF4-FFF2-40B4-BE49-F238E27FC236}">
                <a16:creationId xmlns:a16="http://schemas.microsoft.com/office/drawing/2014/main" id="{A8D7834D-9D2C-5F1E-8242-A6481326DE3F}"/>
              </a:ext>
            </a:extLst>
          </p:cNvPr>
          <p:cNvSpPr/>
          <p:nvPr/>
        </p:nvSpPr>
        <p:spPr>
          <a:xfrm>
            <a:off x="1279989" y="3489894"/>
            <a:ext cx="907375" cy="37104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0,36,2</a:t>
            </a:r>
          </a:p>
        </p:txBody>
      </p:sp>
      <p:sp>
        <p:nvSpPr>
          <p:cNvPr id="141" name="Rectangle: Rounded Corners 140">
            <a:extLst>
              <a:ext uri="{FF2B5EF4-FFF2-40B4-BE49-F238E27FC236}">
                <a16:creationId xmlns:a16="http://schemas.microsoft.com/office/drawing/2014/main" id="{AFADB504-D572-46BC-A3A9-793431910E7A}"/>
              </a:ext>
            </a:extLst>
          </p:cNvPr>
          <p:cNvSpPr/>
          <p:nvPr/>
        </p:nvSpPr>
        <p:spPr>
          <a:xfrm>
            <a:off x="2254114" y="3490637"/>
            <a:ext cx="895216" cy="36176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0,36,3</a:t>
            </a:r>
          </a:p>
        </p:txBody>
      </p:sp>
      <p:sp>
        <p:nvSpPr>
          <p:cNvPr id="142" name="Rectangle: Rounded Corners 141">
            <a:extLst>
              <a:ext uri="{FF2B5EF4-FFF2-40B4-BE49-F238E27FC236}">
                <a16:creationId xmlns:a16="http://schemas.microsoft.com/office/drawing/2014/main" id="{2CCC41E2-DB17-4FF6-FE04-E146E4B67EEA}"/>
              </a:ext>
            </a:extLst>
          </p:cNvPr>
          <p:cNvSpPr/>
          <p:nvPr/>
        </p:nvSpPr>
        <p:spPr>
          <a:xfrm>
            <a:off x="3216080" y="3488399"/>
            <a:ext cx="895216"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0,36,4</a:t>
            </a:r>
          </a:p>
        </p:txBody>
      </p:sp>
      <p:sp>
        <p:nvSpPr>
          <p:cNvPr id="143" name="Rectangle: Rounded Corners 142">
            <a:extLst>
              <a:ext uri="{FF2B5EF4-FFF2-40B4-BE49-F238E27FC236}">
                <a16:creationId xmlns:a16="http://schemas.microsoft.com/office/drawing/2014/main" id="{381F2BEA-7DBB-D88A-F498-D65A1D9DA6EF}"/>
              </a:ext>
            </a:extLst>
          </p:cNvPr>
          <p:cNvSpPr/>
          <p:nvPr/>
        </p:nvSpPr>
        <p:spPr>
          <a:xfrm>
            <a:off x="4640604" y="3470050"/>
            <a:ext cx="998816" cy="404689"/>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0,36,22</a:t>
            </a:r>
          </a:p>
        </p:txBody>
      </p:sp>
      <p:sp>
        <p:nvSpPr>
          <p:cNvPr id="144" name="TextBox 143">
            <a:extLst>
              <a:ext uri="{FF2B5EF4-FFF2-40B4-BE49-F238E27FC236}">
                <a16:creationId xmlns:a16="http://schemas.microsoft.com/office/drawing/2014/main" id="{F9DD082A-C020-C4F1-636B-C94364647A8C}"/>
              </a:ext>
            </a:extLst>
          </p:cNvPr>
          <p:cNvSpPr txBox="1"/>
          <p:nvPr/>
        </p:nvSpPr>
        <p:spPr>
          <a:xfrm>
            <a:off x="4294756" y="3616049"/>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45" name="Rectangle: Rounded Corners 144">
            <a:extLst>
              <a:ext uri="{FF2B5EF4-FFF2-40B4-BE49-F238E27FC236}">
                <a16:creationId xmlns:a16="http://schemas.microsoft.com/office/drawing/2014/main" id="{4150D330-DC6A-6D61-3568-C6E9D7D70E23}"/>
              </a:ext>
            </a:extLst>
          </p:cNvPr>
          <p:cNvSpPr/>
          <p:nvPr/>
        </p:nvSpPr>
        <p:spPr>
          <a:xfrm>
            <a:off x="5686764" y="3470050"/>
            <a:ext cx="998816" cy="39088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0,36,23</a:t>
            </a:r>
          </a:p>
        </p:txBody>
      </p:sp>
      <p:sp>
        <p:nvSpPr>
          <p:cNvPr id="146" name="Rectangle: Rounded Corners 145">
            <a:extLst>
              <a:ext uri="{FF2B5EF4-FFF2-40B4-BE49-F238E27FC236}">
                <a16:creationId xmlns:a16="http://schemas.microsoft.com/office/drawing/2014/main" id="{3C2AD272-49DE-BC32-8276-1B4ECF65A3FC}"/>
              </a:ext>
            </a:extLst>
          </p:cNvPr>
          <p:cNvSpPr/>
          <p:nvPr/>
        </p:nvSpPr>
        <p:spPr>
          <a:xfrm>
            <a:off x="6734674" y="3495845"/>
            <a:ext cx="1089360"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0,36,24</a:t>
            </a:r>
          </a:p>
        </p:txBody>
      </p:sp>
      <p:sp>
        <p:nvSpPr>
          <p:cNvPr id="5" name="Rectangle: Rounded Corners 4">
            <a:extLst>
              <a:ext uri="{FF2B5EF4-FFF2-40B4-BE49-F238E27FC236}">
                <a16:creationId xmlns:a16="http://schemas.microsoft.com/office/drawing/2014/main" id="{F0C93F42-170E-5D75-6FF0-1DB984D5C767}"/>
              </a:ext>
            </a:extLst>
          </p:cNvPr>
          <p:cNvSpPr/>
          <p:nvPr/>
        </p:nvSpPr>
        <p:spPr>
          <a:xfrm>
            <a:off x="672210" y="3976186"/>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1,0,1</a:t>
            </a:r>
          </a:p>
        </p:txBody>
      </p:sp>
      <p:sp>
        <p:nvSpPr>
          <p:cNvPr id="6" name="Rectangle: Rounded Corners 5">
            <a:extLst>
              <a:ext uri="{FF2B5EF4-FFF2-40B4-BE49-F238E27FC236}">
                <a16:creationId xmlns:a16="http://schemas.microsoft.com/office/drawing/2014/main" id="{05384607-68E0-2256-127B-A257F71B66F9}"/>
              </a:ext>
            </a:extLst>
          </p:cNvPr>
          <p:cNvSpPr/>
          <p:nvPr/>
        </p:nvSpPr>
        <p:spPr>
          <a:xfrm>
            <a:off x="1519554" y="3984724"/>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1,0,2</a:t>
            </a:r>
          </a:p>
        </p:txBody>
      </p:sp>
      <p:sp>
        <p:nvSpPr>
          <p:cNvPr id="7" name="Rectangle: Rounded Corners 6">
            <a:extLst>
              <a:ext uri="{FF2B5EF4-FFF2-40B4-BE49-F238E27FC236}">
                <a16:creationId xmlns:a16="http://schemas.microsoft.com/office/drawing/2014/main" id="{211E42AB-92F1-F49E-332D-E94B644227BF}"/>
              </a:ext>
            </a:extLst>
          </p:cNvPr>
          <p:cNvSpPr/>
          <p:nvPr/>
        </p:nvSpPr>
        <p:spPr>
          <a:xfrm>
            <a:off x="2366898" y="3994501"/>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1,0,3</a:t>
            </a:r>
          </a:p>
        </p:txBody>
      </p:sp>
      <p:sp>
        <p:nvSpPr>
          <p:cNvPr id="8" name="Rectangle: Rounded Corners 7">
            <a:extLst>
              <a:ext uri="{FF2B5EF4-FFF2-40B4-BE49-F238E27FC236}">
                <a16:creationId xmlns:a16="http://schemas.microsoft.com/office/drawing/2014/main" id="{C251A8B7-F0CC-AE94-F1E2-CAF97234D08F}"/>
              </a:ext>
            </a:extLst>
          </p:cNvPr>
          <p:cNvSpPr/>
          <p:nvPr/>
        </p:nvSpPr>
        <p:spPr>
          <a:xfrm>
            <a:off x="3233750" y="4001773"/>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1,0,4</a:t>
            </a:r>
          </a:p>
        </p:txBody>
      </p:sp>
      <p:sp>
        <p:nvSpPr>
          <p:cNvPr id="9" name="Rectangle: Rounded Corners 8">
            <a:extLst>
              <a:ext uri="{FF2B5EF4-FFF2-40B4-BE49-F238E27FC236}">
                <a16:creationId xmlns:a16="http://schemas.microsoft.com/office/drawing/2014/main" id="{197D73DF-1654-6164-30F8-CB26F570CF82}"/>
              </a:ext>
            </a:extLst>
          </p:cNvPr>
          <p:cNvSpPr/>
          <p:nvPr/>
        </p:nvSpPr>
        <p:spPr>
          <a:xfrm>
            <a:off x="4830290" y="4010808"/>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1,0,22</a:t>
            </a:r>
          </a:p>
        </p:txBody>
      </p:sp>
      <p:sp>
        <p:nvSpPr>
          <p:cNvPr id="10" name="TextBox 9">
            <a:extLst>
              <a:ext uri="{FF2B5EF4-FFF2-40B4-BE49-F238E27FC236}">
                <a16:creationId xmlns:a16="http://schemas.microsoft.com/office/drawing/2014/main" id="{06053A06-B2D6-0740-AFB7-04CAE7705A83}"/>
              </a:ext>
            </a:extLst>
          </p:cNvPr>
          <p:cNvSpPr txBox="1"/>
          <p:nvPr/>
        </p:nvSpPr>
        <p:spPr>
          <a:xfrm>
            <a:off x="4370348" y="4110879"/>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1" name="Rectangle: Rounded Corners 10">
            <a:extLst>
              <a:ext uri="{FF2B5EF4-FFF2-40B4-BE49-F238E27FC236}">
                <a16:creationId xmlns:a16="http://schemas.microsoft.com/office/drawing/2014/main" id="{5C7623C2-ED34-EA94-0D16-31CC6E3887A9}"/>
              </a:ext>
            </a:extLst>
          </p:cNvPr>
          <p:cNvSpPr/>
          <p:nvPr/>
        </p:nvSpPr>
        <p:spPr>
          <a:xfrm>
            <a:off x="5820278" y="4010808"/>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1,0,23</a:t>
            </a:r>
          </a:p>
        </p:txBody>
      </p:sp>
      <p:sp>
        <p:nvSpPr>
          <p:cNvPr id="12" name="Rectangle: Rounded Corners 11">
            <a:extLst>
              <a:ext uri="{FF2B5EF4-FFF2-40B4-BE49-F238E27FC236}">
                <a16:creationId xmlns:a16="http://schemas.microsoft.com/office/drawing/2014/main" id="{F120ECC1-D55C-09BA-9CFB-D81A0BA59318}"/>
              </a:ext>
            </a:extLst>
          </p:cNvPr>
          <p:cNvSpPr/>
          <p:nvPr/>
        </p:nvSpPr>
        <p:spPr>
          <a:xfrm>
            <a:off x="6810266" y="3990675"/>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1,0,24</a:t>
            </a:r>
          </a:p>
        </p:txBody>
      </p:sp>
      <p:sp>
        <p:nvSpPr>
          <p:cNvPr id="13" name="Rectangle: Rounded Corners 12">
            <a:extLst>
              <a:ext uri="{FF2B5EF4-FFF2-40B4-BE49-F238E27FC236}">
                <a16:creationId xmlns:a16="http://schemas.microsoft.com/office/drawing/2014/main" id="{416FE288-D286-80DA-13F1-4F16C6DCDC4F}"/>
              </a:ext>
            </a:extLst>
          </p:cNvPr>
          <p:cNvSpPr/>
          <p:nvPr/>
        </p:nvSpPr>
        <p:spPr>
          <a:xfrm>
            <a:off x="663382" y="4428331"/>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1,1,1</a:t>
            </a:r>
          </a:p>
        </p:txBody>
      </p:sp>
      <p:sp>
        <p:nvSpPr>
          <p:cNvPr id="14" name="Rectangle: Rounded Corners 13">
            <a:extLst>
              <a:ext uri="{FF2B5EF4-FFF2-40B4-BE49-F238E27FC236}">
                <a16:creationId xmlns:a16="http://schemas.microsoft.com/office/drawing/2014/main" id="{346819F3-44A8-09E7-94CE-62E035E5D145}"/>
              </a:ext>
            </a:extLst>
          </p:cNvPr>
          <p:cNvSpPr/>
          <p:nvPr/>
        </p:nvSpPr>
        <p:spPr>
          <a:xfrm>
            <a:off x="1510726" y="4436869"/>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1,1,2</a:t>
            </a:r>
          </a:p>
        </p:txBody>
      </p:sp>
      <p:sp>
        <p:nvSpPr>
          <p:cNvPr id="15" name="Rectangle: Rounded Corners 14">
            <a:extLst>
              <a:ext uri="{FF2B5EF4-FFF2-40B4-BE49-F238E27FC236}">
                <a16:creationId xmlns:a16="http://schemas.microsoft.com/office/drawing/2014/main" id="{E75C77EC-5309-DB77-9D09-46D61A87AC0E}"/>
              </a:ext>
            </a:extLst>
          </p:cNvPr>
          <p:cNvSpPr/>
          <p:nvPr/>
        </p:nvSpPr>
        <p:spPr>
          <a:xfrm>
            <a:off x="2358070" y="4446646"/>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1,1,3</a:t>
            </a:r>
          </a:p>
        </p:txBody>
      </p:sp>
      <p:sp>
        <p:nvSpPr>
          <p:cNvPr id="16" name="Rectangle: Rounded Corners 15">
            <a:extLst>
              <a:ext uri="{FF2B5EF4-FFF2-40B4-BE49-F238E27FC236}">
                <a16:creationId xmlns:a16="http://schemas.microsoft.com/office/drawing/2014/main" id="{91C2D635-F13D-477A-CC2E-D933DFA421A1}"/>
              </a:ext>
            </a:extLst>
          </p:cNvPr>
          <p:cNvSpPr/>
          <p:nvPr/>
        </p:nvSpPr>
        <p:spPr>
          <a:xfrm>
            <a:off x="3224922" y="4453918"/>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1,1,4</a:t>
            </a:r>
          </a:p>
        </p:txBody>
      </p:sp>
      <p:sp>
        <p:nvSpPr>
          <p:cNvPr id="17" name="Rectangle: Rounded Corners 16">
            <a:extLst>
              <a:ext uri="{FF2B5EF4-FFF2-40B4-BE49-F238E27FC236}">
                <a16:creationId xmlns:a16="http://schemas.microsoft.com/office/drawing/2014/main" id="{421195E4-3D36-C936-CBBA-1EF5844BA952}"/>
              </a:ext>
            </a:extLst>
          </p:cNvPr>
          <p:cNvSpPr/>
          <p:nvPr/>
        </p:nvSpPr>
        <p:spPr>
          <a:xfrm>
            <a:off x="4821462" y="4462953"/>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1,1,22</a:t>
            </a:r>
          </a:p>
        </p:txBody>
      </p:sp>
      <p:sp>
        <p:nvSpPr>
          <p:cNvPr id="18" name="TextBox 17">
            <a:extLst>
              <a:ext uri="{FF2B5EF4-FFF2-40B4-BE49-F238E27FC236}">
                <a16:creationId xmlns:a16="http://schemas.microsoft.com/office/drawing/2014/main" id="{21B8DC64-B8E0-FE66-7A2B-B25A18D05BDA}"/>
              </a:ext>
            </a:extLst>
          </p:cNvPr>
          <p:cNvSpPr txBox="1"/>
          <p:nvPr/>
        </p:nvSpPr>
        <p:spPr>
          <a:xfrm>
            <a:off x="4361520" y="4563024"/>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19" name="Rectangle: Rounded Corners 18">
            <a:extLst>
              <a:ext uri="{FF2B5EF4-FFF2-40B4-BE49-F238E27FC236}">
                <a16:creationId xmlns:a16="http://schemas.microsoft.com/office/drawing/2014/main" id="{7E5F1007-BB73-5B6E-9FC7-9B424D3774E3}"/>
              </a:ext>
            </a:extLst>
          </p:cNvPr>
          <p:cNvSpPr/>
          <p:nvPr/>
        </p:nvSpPr>
        <p:spPr>
          <a:xfrm>
            <a:off x="5811450" y="4462953"/>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1,1,23</a:t>
            </a:r>
          </a:p>
        </p:txBody>
      </p:sp>
      <p:sp>
        <p:nvSpPr>
          <p:cNvPr id="20" name="Rectangle: Rounded Corners 19">
            <a:extLst>
              <a:ext uri="{FF2B5EF4-FFF2-40B4-BE49-F238E27FC236}">
                <a16:creationId xmlns:a16="http://schemas.microsoft.com/office/drawing/2014/main" id="{DC16F970-5791-5389-96F9-ED79E45E84A2}"/>
              </a:ext>
            </a:extLst>
          </p:cNvPr>
          <p:cNvSpPr/>
          <p:nvPr/>
        </p:nvSpPr>
        <p:spPr>
          <a:xfrm>
            <a:off x="6801438" y="4442820"/>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1,1,24</a:t>
            </a:r>
          </a:p>
        </p:txBody>
      </p:sp>
      <p:sp>
        <p:nvSpPr>
          <p:cNvPr id="21" name="Rectangle: Rounded Corners 20">
            <a:extLst>
              <a:ext uri="{FF2B5EF4-FFF2-40B4-BE49-F238E27FC236}">
                <a16:creationId xmlns:a16="http://schemas.microsoft.com/office/drawing/2014/main" id="{5BB86818-E30A-A0B5-CD94-B2FBB724CFEE}"/>
              </a:ext>
            </a:extLst>
          </p:cNvPr>
          <p:cNvSpPr/>
          <p:nvPr/>
        </p:nvSpPr>
        <p:spPr>
          <a:xfrm>
            <a:off x="663382" y="4898038"/>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1,2,1</a:t>
            </a:r>
          </a:p>
        </p:txBody>
      </p:sp>
      <p:sp>
        <p:nvSpPr>
          <p:cNvPr id="22" name="Rectangle: Rounded Corners 21">
            <a:extLst>
              <a:ext uri="{FF2B5EF4-FFF2-40B4-BE49-F238E27FC236}">
                <a16:creationId xmlns:a16="http://schemas.microsoft.com/office/drawing/2014/main" id="{E8564BDE-02BD-DD48-4DB7-BF1E5000BF8E}"/>
              </a:ext>
            </a:extLst>
          </p:cNvPr>
          <p:cNvSpPr/>
          <p:nvPr/>
        </p:nvSpPr>
        <p:spPr>
          <a:xfrm>
            <a:off x="1510726" y="4906576"/>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1,2,2</a:t>
            </a:r>
          </a:p>
        </p:txBody>
      </p:sp>
      <p:sp>
        <p:nvSpPr>
          <p:cNvPr id="23" name="Rectangle: Rounded Corners 22">
            <a:extLst>
              <a:ext uri="{FF2B5EF4-FFF2-40B4-BE49-F238E27FC236}">
                <a16:creationId xmlns:a16="http://schemas.microsoft.com/office/drawing/2014/main" id="{F547CE01-7E7A-CC88-F08F-18E70487E7D9}"/>
              </a:ext>
            </a:extLst>
          </p:cNvPr>
          <p:cNvSpPr/>
          <p:nvPr/>
        </p:nvSpPr>
        <p:spPr>
          <a:xfrm>
            <a:off x="2358070" y="4916353"/>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1,2,3</a:t>
            </a:r>
          </a:p>
        </p:txBody>
      </p:sp>
      <p:sp>
        <p:nvSpPr>
          <p:cNvPr id="24" name="Rectangle: Rounded Corners 23">
            <a:extLst>
              <a:ext uri="{FF2B5EF4-FFF2-40B4-BE49-F238E27FC236}">
                <a16:creationId xmlns:a16="http://schemas.microsoft.com/office/drawing/2014/main" id="{C7E5EA51-B9B5-8385-7A35-CC42D7134A2F}"/>
              </a:ext>
            </a:extLst>
          </p:cNvPr>
          <p:cNvSpPr/>
          <p:nvPr/>
        </p:nvSpPr>
        <p:spPr>
          <a:xfrm>
            <a:off x="3224922" y="4923625"/>
            <a:ext cx="771752"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1,2,4</a:t>
            </a:r>
          </a:p>
        </p:txBody>
      </p:sp>
      <p:sp>
        <p:nvSpPr>
          <p:cNvPr id="25" name="Rectangle: Rounded Corners 24">
            <a:extLst>
              <a:ext uri="{FF2B5EF4-FFF2-40B4-BE49-F238E27FC236}">
                <a16:creationId xmlns:a16="http://schemas.microsoft.com/office/drawing/2014/main" id="{DAF7C253-AC01-E7F2-79D9-FE358B969236}"/>
              </a:ext>
            </a:extLst>
          </p:cNvPr>
          <p:cNvSpPr/>
          <p:nvPr/>
        </p:nvSpPr>
        <p:spPr>
          <a:xfrm>
            <a:off x="4821462" y="4932660"/>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1,2,22</a:t>
            </a:r>
          </a:p>
        </p:txBody>
      </p:sp>
      <p:sp>
        <p:nvSpPr>
          <p:cNvPr id="26" name="TextBox 25">
            <a:extLst>
              <a:ext uri="{FF2B5EF4-FFF2-40B4-BE49-F238E27FC236}">
                <a16:creationId xmlns:a16="http://schemas.microsoft.com/office/drawing/2014/main" id="{C6AADFCB-7353-7EC1-A347-19BF847EC370}"/>
              </a:ext>
            </a:extLst>
          </p:cNvPr>
          <p:cNvSpPr txBox="1"/>
          <p:nvPr/>
        </p:nvSpPr>
        <p:spPr>
          <a:xfrm>
            <a:off x="4361520" y="5032731"/>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27" name="Rectangle: Rounded Corners 26">
            <a:extLst>
              <a:ext uri="{FF2B5EF4-FFF2-40B4-BE49-F238E27FC236}">
                <a16:creationId xmlns:a16="http://schemas.microsoft.com/office/drawing/2014/main" id="{F7261421-8D37-78E0-CDB9-E85E3C7EE478}"/>
              </a:ext>
            </a:extLst>
          </p:cNvPr>
          <p:cNvSpPr/>
          <p:nvPr/>
        </p:nvSpPr>
        <p:spPr>
          <a:xfrm>
            <a:off x="5811450" y="4932660"/>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1,2,23</a:t>
            </a:r>
          </a:p>
        </p:txBody>
      </p:sp>
      <p:sp>
        <p:nvSpPr>
          <p:cNvPr id="28" name="Rectangle: Rounded Corners 27">
            <a:extLst>
              <a:ext uri="{FF2B5EF4-FFF2-40B4-BE49-F238E27FC236}">
                <a16:creationId xmlns:a16="http://schemas.microsoft.com/office/drawing/2014/main" id="{A1047583-853F-F128-DEFE-D2FA1A36B69F}"/>
              </a:ext>
            </a:extLst>
          </p:cNvPr>
          <p:cNvSpPr/>
          <p:nvPr/>
        </p:nvSpPr>
        <p:spPr>
          <a:xfrm>
            <a:off x="6801438" y="4912527"/>
            <a:ext cx="923238"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1,2,24</a:t>
            </a:r>
          </a:p>
        </p:txBody>
      </p:sp>
      <p:sp>
        <p:nvSpPr>
          <p:cNvPr id="29" name="TextBox 28">
            <a:extLst>
              <a:ext uri="{FF2B5EF4-FFF2-40B4-BE49-F238E27FC236}">
                <a16:creationId xmlns:a16="http://schemas.microsoft.com/office/drawing/2014/main" id="{AD04184B-F623-01CA-677A-C69838DD4E3E}"/>
              </a:ext>
            </a:extLst>
          </p:cNvPr>
          <p:cNvSpPr txBox="1"/>
          <p:nvPr/>
        </p:nvSpPr>
        <p:spPr>
          <a:xfrm>
            <a:off x="3517224" y="5384024"/>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30" name="Rectangle: Rounded Corners 29">
            <a:extLst>
              <a:ext uri="{FF2B5EF4-FFF2-40B4-BE49-F238E27FC236}">
                <a16:creationId xmlns:a16="http://schemas.microsoft.com/office/drawing/2014/main" id="{D08B850D-C078-C75B-8153-A8E8211C6032}"/>
              </a:ext>
            </a:extLst>
          </p:cNvPr>
          <p:cNvSpPr/>
          <p:nvPr/>
        </p:nvSpPr>
        <p:spPr>
          <a:xfrm>
            <a:off x="397222" y="5637745"/>
            <a:ext cx="923238" cy="37104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1,36,1</a:t>
            </a:r>
          </a:p>
        </p:txBody>
      </p:sp>
      <p:sp>
        <p:nvSpPr>
          <p:cNvPr id="31" name="Rectangle: Rounded Corners 30">
            <a:extLst>
              <a:ext uri="{FF2B5EF4-FFF2-40B4-BE49-F238E27FC236}">
                <a16:creationId xmlns:a16="http://schemas.microsoft.com/office/drawing/2014/main" id="{A1813838-78DC-4EA1-1E3C-70CA3716B74A}"/>
              </a:ext>
            </a:extLst>
          </p:cNvPr>
          <p:cNvSpPr/>
          <p:nvPr/>
        </p:nvSpPr>
        <p:spPr>
          <a:xfrm>
            <a:off x="1355581" y="5636465"/>
            <a:ext cx="907375" cy="37104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1,36,2</a:t>
            </a:r>
          </a:p>
        </p:txBody>
      </p:sp>
      <p:sp>
        <p:nvSpPr>
          <p:cNvPr id="32" name="Rectangle: Rounded Corners 31">
            <a:extLst>
              <a:ext uri="{FF2B5EF4-FFF2-40B4-BE49-F238E27FC236}">
                <a16:creationId xmlns:a16="http://schemas.microsoft.com/office/drawing/2014/main" id="{521955B9-E37C-AE75-C110-AF9F6D3961C1}"/>
              </a:ext>
            </a:extLst>
          </p:cNvPr>
          <p:cNvSpPr/>
          <p:nvPr/>
        </p:nvSpPr>
        <p:spPr>
          <a:xfrm>
            <a:off x="2329706" y="5637208"/>
            <a:ext cx="895216" cy="36176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1,36,3</a:t>
            </a:r>
          </a:p>
        </p:txBody>
      </p:sp>
      <p:sp>
        <p:nvSpPr>
          <p:cNvPr id="33" name="Rectangle: Rounded Corners 32">
            <a:extLst>
              <a:ext uri="{FF2B5EF4-FFF2-40B4-BE49-F238E27FC236}">
                <a16:creationId xmlns:a16="http://schemas.microsoft.com/office/drawing/2014/main" id="{94D63900-D5D8-CCB2-62DF-1FF1C551E2BC}"/>
              </a:ext>
            </a:extLst>
          </p:cNvPr>
          <p:cNvSpPr/>
          <p:nvPr/>
        </p:nvSpPr>
        <p:spPr>
          <a:xfrm>
            <a:off x="3291672" y="5634970"/>
            <a:ext cx="895216"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1,36,4</a:t>
            </a:r>
          </a:p>
        </p:txBody>
      </p:sp>
      <p:sp>
        <p:nvSpPr>
          <p:cNvPr id="34" name="Rectangle: Rounded Corners 33">
            <a:extLst>
              <a:ext uri="{FF2B5EF4-FFF2-40B4-BE49-F238E27FC236}">
                <a16:creationId xmlns:a16="http://schemas.microsoft.com/office/drawing/2014/main" id="{5B269D51-A79E-2CD6-CE7B-2BE1C8739718}"/>
              </a:ext>
            </a:extLst>
          </p:cNvPr>
          <p:cNvSpPr/>
          <p:nvPr/>
        </p:nvSpPr>
        <p:spPr>
          <a:xfrm>
            <a:off x="4716196" y="5616621"/>
            <a:ext cx="998816" cy="404689"/>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1,36,22</a:t>
            </a:r>
          </a:p>
        </p:txBody>
      </p:sp>
      <p:sp>
        <p:nvSpPr>
          <p:cNvPr id="35" name="TextBox 34">
            <a:extLst>
              <a:ext uri="{FF2B5EF4-FFF2-40B4-BE49-F238E27FC236}">
                <a16:creationId xmlns:a16="http://schemas.microsoft.com/office/drawing/2014/main" id="{9AB5E0C1-6B25-453B-F762-D67C30B82F28}"/>
              </a:ext>
            </a:extLst>
          </p:cNvPr>
          <p:cNvSpPr txBox="1"/>
          <p:nvPr/>
        </p:nvSpPr>
        <p:spPr>
          <a:xfrm>
            <a:off x="4370348" y="5762620"/>
            <a:ext cx="393192" cy="236347"/>
          </a:xfrm>
          <a:prstGeom prst="rect">
            <a:avLst/>
          </a:prstGeom>
          <a:solidFill>
            <a:schemeClr val="accent4">
              <a:lumMod val="20000"/>
              <a:lumOff val="80000"/>
            </a:schemeClr>
          </a:solid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t>
            </a:r>
          </a:p>
        </p:txBody>
      </p:sp>
      <p:sp>
        <p:nvSpPr>
          <p:cNvPr id="36" name="Rectangle: Rounded Corners 35">
            <a:extLst>
              <a:ext uri="{FF2B5EF4-FFF2-40B4-BE49-F238E27FC236}">
                <a16:creationId xmlns:a16="http://schemas.microsoft.com/office/drawing/2014/main" id="{CB892A07-A5AB-C2EA-61E5-E403EB4CA35F}"/>
              </a:ext>
            </a:extLst>
          </p:cNvPr>
          <p:cNvSpPr/>
          <p:nvPr/>
        </p:nvSpPr>
        <p:spPr>
          <a:xfrm>
            <a:off x="5762356" y="5616621"/>
            <a:ext cx="998816" cy="39088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1,36,23</a:t>
            </a:r>
          </a:p>
        </p:txBody>
      </p:sp>
      <p:sp>
        <p:nvSpPr>
          <p:cNvPr id="37" name="Rectangle: Rounded Corners 36">
            <a:extLst>
              <a:ext uri="{FF2B5EF4-FFF2-40B4-BE49-F238E27FC236}">
                <a16:creationId xmlns:a16="http://schemas.microsoft.com/office/drawing/2014/main" id="{98C3DF92-8986-8179-A5F0-4C3F6D549856}"/>
              </a:ext>
            </a:extLst>
          </p:cNvPr>
          <p:cNvSpPr/>
          <p:nvPr/>
        </p:nvSpPr>
        <p:spPr>
          <a:xfrm>
            <a:off x="6810266" y="5642416"/>
            <a:ext cx="1089360" cy="38030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tx1"/>
                </a:solidFill>
                <a:latin typeface="Microsoft Sans Serif"/>
                <a:cs typeface="Microsoft Sans Serif" panose="020B0604020202020204" pitchFamily="34" charset="0"/>
              </a:rPr>
              <a:t>1,36,24</a:t>
            </a:r>
          </a:p>
        </p:txBody>
      </p:sp>
      <p:pic>
        <p:nvPicPr>
          <p:cNvPr id="39" name="Picture 38">
            <a:extLst>
              <a:ext uri="{FF2B5EF4-FFF2-40B4-BE49-F238E27FC236}">
                <a16:creationId xmlns:a16="http://schemas.microsoft.com/office/drawing/2014/main" id="{B272E4DB-19EC-6B7C-4ECA-151746175F8F}"/>
              </a:ext>
            </a:extLst>
          </p:cNvPr>
          <p:cNvPicPr>
            <a:picLocks noChangeAspect="1"/>
          </p:cNvPicPr>
          <p:nvPr/>
        </p:nvPicPr>
        <p:blipFill>
          <a:blip r:embed="rId2"/>
          <a:stretch>
            <a:fillRect/>
          </a:stretch>
        </p:blipFill>
        <p:spPr>
          <a:xfrm>
            <a:off x="8083684" y="1881658"/>
            <a:ext cx="3878849" cy="2156552"/>
          </a:xfrm>
          <a:prstGeom prst="rect">
            <a:avLst/>
          </a:prstGeom>
        </p:spPr>
      </p:pic>
    </p:spTree>
    <p:extLst>
      <p:ext uri="{BB962C8B-B14F-4D97-AF65-F5344CB8AC3E}">
        <p14:creationId xmlns:p14="http://schemas.microsoft.com/office/powerpoint/2010/main" val="1882032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9FA1F-19DA-647E-40F3-CFB757AE4F1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F13FD3-7E5B-8351-56DC-CAD55D6D9E19}"/>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96519879-54F3-14DB-91B2-A06BBA462863}"/>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DA471570-927E-B605-031F-23B1110B3714}"/>
              </a:ext>
            </a:extLst>
          </p:cNvPr>
          <p:cNvSpPr>
            <a:spLocks noGrp="1"/>
          </p:cNvSpPr>
          <p:nvPr>
            <p:ph idx="1"/>
          </p:nvPr>
        </p:nvSpPr>
        <p:spPr>
          <a:xfrm>
            <a:off x="435256" y="1085754"/>
            <a:ext cx="11160126" cy="4344989"/>
          </a:xfrm>
        </p:spPr>
        <p:txBody>
          <a:bodyPr/>
          <a:lstStyle/>
          <a:p>
            <a:pPr marL="0" indent="0">
              <a:buNone/>
            </a:pPr>
            <a:r>
              <a:rPr lang="en-US" dirty="0"/>
              <a:t>Audio case follows what text does in </a:t>
            </a:r>
            <a:r>
              <a:rPr lang="en-US" dirty="0" err="1"/>
              <a:t>TMRoPE</a:t>
            </a:r>
            <a:r>
              <a:rPr lang="en-US" dirty="0"/>
              <a:t>, except for the similar </a:t>
            </a:r>
            <a:r>
              <a:rPr lang="en-US" dirty="0" err="1"/>
              <a:t>downsampling</a:t>
            </a:r>
            <a:r>
              <a:rPr lang="en-US" dirty="0"/>
              <a:t> as </a:t>
            </a:r>
            <a:r>
              <a:rPr lang="en-US" dirty="0" err="1"/>
              <a:t>AudioEncoder</a:t>
            </a:r>
            <a:endParaRPr lang="en-US" dirty="0"/>
          </a:p>
          <a:p>
            <a:pPr marL="0" indent="0">
              <a:buNone/>
            </a:pPr>
            <a:r>
              <a:rPr lang="en-US" dirty="0" err="1"/>
              <a:t>audio_len</a:t>
            </a:r>
            <a:r>
              <a:rPr lang="en-US" dirty="0"/>
              <a:t> = </a:t>
            </a:r>
            <a:r>
              <a:rPr lang="en-US" dirty="0">
                <a:solidFill>
                  <a:srgbClr val="92D050"/>
                </a:solidFill>
              </a:rPr>
              <a:t>((</a:t>
            </a:r>
            <a:r>
              <a:rPr lang="en-US" dirty="0" err="1">
                <a:solidFill>
                  <a:srgbClr val="92D050"/>
                </a:solidFill>
              </a:rPr>
              <a:t>audio_seqlens</a:t>
            </a:r>
            <a:r>
              <a:rPr lang="en-US" dirty="0">
                <a:solidFill>
                  <a:srgbClr val="92D050"/>
                </a:solidFill>
              </a:rPr>
              <a:t>[</a:t>
            </a:r>
            <a:r>
              <a:rPr lang="en-US" dirty="0" err="1">
                <a:solidFill>
                  <a:srgbClr val="92D050"/>
                </a:solidFill>
              </a:rPr>
              <a:t>audio_idx</a:t>
            </a:r>
            <a:r>
              <a:rPr lang="en-US" dirty="0">
                <a:solidFill>
                  <a:srgbClr val="92D050"/>
                </a:solidFill>
              </a:rPr>
              <a:t>] - 1) // 2 + 1 - 2) // 2 + 1</a:t>
            </a:r>
          </a:p>
          <a:p>
            <a:pPr marL="0" indent="0">
              <a:buNone/>
            </a:pPr>
            <a:r>
              <a:rPr lang="en-US" dirty="0" err="1"/>
              <a:t>llm_pos_ids</a:t>
            </a:r>
            <a:r>
              <a:rPr lang="en-US" dirty="0"/>
              <a:t> = </a:t>
            </a:r>
            <a:r>
              <a:rPr lang="en-US" dirty="0" err="1"/>
              <a:t>torch.arange</a:t>
            </a:r>
            <a:r>
              <a:rPr lang="en-US" dirty="0"/>
              <a:t>(</a:t>
            </a:r>
            <a:r>
              <a:rPr lang="en-US" dirty="0" err="1"/>
              <a:t>audio_len</a:t>
            </a:r>
            <a:r>
              <a:rPr lang="en-US" dirty="0"/>
              <a:t>).view(1, -1).expand(3, -1) + </a:t>
            </a:r>
            <a:r>
              <a:rPr lang="en-US" dirty="0" err="1"/>
              <a:t>st_idx</a:t>
            </a:r>
            <a:endParaRPr lang="en-US" dirty="0"/>
          </a:p>
          <a:p>
            <a:pPr marL="0" indent="0">
              <a:buNone/>
            </a:pPr>
            <a:r>
              <a:rPr lang="en-US" dirty="0" err="1"/>
              <a:t>llm_pos_ids_list.append</a:t>
            </a:r>
            <a:r>
              <a:rPr lang="en-US" dirty="0"/>
              <a:t>(</a:t>
            </a:r>
            <a:r>
              <a:rPr lang="en-US" dirty="0" err="1"/>
              <a:t>llm_pos_ids</a:t>
            </a:r>
            <a:r>
              <a:rPr lang="en-US" dirty="0"/>
              <a:t>)</a:t>
            </a:r>
          </a:p>
          <a:p>
            <a:pPr marL="0" indent="0">
              <a:buNone/>
            </a:pPr>
            <a:endParaRPr lang="en-US" dirty="0"/>
          </a:p>
        </p:txBody>
      </p:sp>
      <p:grpSp>
        <p:nvGrpSpPr>
          <p:cNvPr id="34" name="Group 33">
            <a:extLst>
              <a:ext uri="{FF2B5EF4-FFF2-40B4-BE49-F238E27FC236}">
                <a16:creationId xmlns:a16="http://schemas.microsoft.com/office/drawing/2014/main" id="{2746E97C-C22C-E996-00AC-9E3B501D1001}"/>
              </a:ext>
            </a:extLst>
          </p:cNvPr>
          <p:cNvGrpSpPr/>
          <p:nvPr/>
        </p:nvGrpSpPr>
        <p:grpSpPr>
          <a:xfrm>
            <a:off x="435256" y="3776869"/>
            <a:ext cx="2842059" cy="1477288"/>
            <a:chOff x="804672" y="5129419"/>
            <a:chExt cx="2842059" cy="1477288"/>
          </a:xfrm>
          <a:solidFill>
            <a:srgbClr val="92D050"/>
          </a:solidFill>
        </p:grpSpPr>
        <p:sp>
          <p:nvSpPr>
            <p:cNvPr id="5" name="Rectangle: Rounded Corners 4">
              <a:extLst>
                <a:ext uri="{FF2B5EF4-FFF2-40B4-BE49-F238E27FC236}">
                  <a16:creationId xmlns:a16="http://schemas.microsoft.com/office/drawing/2014/main" id="{6ECA163B-8A8E-F3D9-0FAC-24BA517A1F2F}"/>
                </a:ext>
              </a:extLst>
            </p:cNvPr>
            <p:cNvSpPr/>
            <p:nvPr/>
          </p:nvSpPr>
          <p:spPr>
            <a:xfrm>
              <a:off x="1186083" y="5132974"/>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6" name="Rectangle: Rounded Corners 5">
              <a:extLst>
                <a:ext uri="{FF2B5EF4-FFF2-40B4-BE49-F238E27FC236}">
                  <a16:creationId xmlns:a16="http://schemas.microsoft.com/office/drawing/2014/main" id="{F0564106-556C-D2ED-839F-E58CD86782A5}"/>
                </a:ext>
              </a:extLst>
            </p:cNvPr>
            <p:cNvSpPr/>
            <p:nvPr/>
          </p:nvSpPr>
          <p:spPr>
            <a:xfrm>
              <a:off x="1490883" y="5129419"/>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7" name="Rectangle: Rounded Corners 6">
              <a:extLst>
                <a:ext uri="{FF2B5EF4-FFF2-40B4-BE49-F238E27FC236}">
                  <a16:creationId xmlns:a16="http://schemas.microsoft.com/office/drawing/2014/main" id="{AB5E1C3A-D2CD-EECF-E882-403E6990447E}"/>
                </a:ext>
              </a:extLst>
            </p:cNvPr>
            <p:cNvSpPr/>
            <p:nvPr/>
          </p:nvSpPr>
          <p:spPr>
            <a:xfrm>
              <a:off x="1803275" y="5132974"/>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8" name="Rectangle: Rounded Corners 7">
              <a:extLst>
                <a:ext uri="{FF2B5EF4-FFF2-40B4-BE49-F238E27FC236}">
                  <a16:creationId xmlns:a16="http://schemas.microsoft.com/office/drawing/2014/main" id="{95B25AA6-8B11-98D3-ABE5-7A751242B173}"/>
                </a:ext>
              </a:extLst>
            </p:cNvPr>
            <p:cNvSpPr/>
            <p:nvPr/>
          </p:nvSpPr>
          <p:spPr>
            <a:xfrm>
              <a:off x="2108075" y="5129419"/>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9" name="Rectangle: Rounded Corners 8">
              <a:extLst>
                <a:ext uri="{FF2B5EF4-FFF2-40B4-BE49-F238E27FC236}">
                  <a16:creationId xmlns:a16="http://schemas.microsoft.com/office/drawing/2014/main" id="{A0DC4EB7-0286-089B-42AC-278B63205E3A}"/>
                </a:ext>
              </a:extLst>
            </p:cNvPr>
            <p:cNvSpPr/>
            <p:nvPr/>
          </p:nvSpPr>
          <p:spPr>
            <a:xfrm>
              <a:off x="2421344" y="5132974"/>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0" name="Rectangle: Rounded Corners 9">
              <a:extLst>
                <a:ext uri="{FF2B5EF4-FFF2-40B4-BE49-F238E27FC236}">
                  <a16:creationId xmlns:a16="http://schemas.microsoft.com/office/drawing/2014/main" id="{8F2AFB34-17D8-9F5B-FAEC-025996412CE2}"/>
                </a:ext>
              </a:extLst>
            </p:cNvPr>
            <p:cNvSpPr/>
            <p:nvPr/>
          </p:nvSpPr>
          <p:spPr>
            <a:xfrm>
              <a:off x="2726144" y="5129419"/>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1" name="Rectangle: Rounded Corners 10">
              <a:extLst>
                <a:ext uri="{FF2B5EF4-FFF2-40B4-BE49-F238E27FC236}">
                  <a16:creationId xmlns:a16="http://schemas.microsoft.com/office/drawing/2014/main" id="{D0BBF53C-655A-E46F-B445-C5090A534802}"/>
                </a:ext>
              </a:extLst>
            </p:cNvPr>
            <p:cNvSpPr/>
            <p:nvPr/>
          </p:nvSpPr>
          <p:spPr>
            <a:xfrm>
              <a:off x="3038536" y="5132974"/>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2" name="Rectangle: Rounded Corners 11">
              <a:extLst>
                <a:ext uri="{FF2B5EF4-FFF2-40B4-BE49-F238E27FC236}">
                  <a16:creationId xmlns:a16="http://schemas.microsoft.com/office/drawing/2014/main" id="{DBC25873-C03D-E4C4-3DDA-8590299321E6}"/>
                </a:ext>
              </a:extLst>
            </p:cNvPr>
            <p:cNvSpPr/>
            <p:nvPr/>
          </p:nvSpPr>
          <p:spPr>
            <a:xfrm>
              <a:off x="3343336" y="5129419"/>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3" name="Rectangle: Rounded Corners 12">
              <a:extLst>
                <a:ext uri="{FF2B5EF4-FFF2-40B4-BE49-F238E27FC236}">
                  <a16:creationId xmlns:a16="http://schemas.microsoft.com/office/drawing/2014/main" id="{61DD0DAD-7740-258D-274A-80138DBB4CC8}"/>
                </a:ext>
              </a:extLst>
            </p:cNvPr>
            <p:cNvSpPr/>
            <p:nvPr/>
          </p:nvSpPr>
          <p:spPr>
            <a:xfrm>
              <a:off x="1186083" y="5450921"/>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4" name="Rectangle: Rounded Corners 13">
              <a:extLst>
                <a:ext uri="{FF2B5EF4-FFF2-40B4-BE49-F238E27FC236}">
                  <a16:creationId xmlns:a16="http://schemas.microsoft.com/office/drawing/2014/main" id="{929C6B1B-ACBB-BC7B-07FF-46E317A7A9DC}"/>
                </a:ext>
              </a:extLst>
            </p:cNvPr>
            <p:cNvSpPr/>
            <p:nvPr/>
          </p:nvSpPr>
          <p:spPr>
            <a:xfrm>
              <a:off x="1490883" y="5447366"/>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5" name="Rectangle: Rounded Corners 14">
              <a:extLst>
                <a:ext uri="{FF2B5EF4-FFF2-40B4-BE49-F238E27FC236}">
                  <a16:creationId xmlns:a16="http://schemas.microsoft.com/office/drawing/2014/main" id="{21CBFEF4-EC6E-90AD-D08C-06D218E6B84D}"/>
                </a:ext>
              </a:extLst>
            </p:cNvPr>
            <p:cNvSpPr/>
            <p:nvPr/>
          </p:nvSpPr>
          <p:spPr>
            <a:xfrm>
              <a:off x="1803275" y="5450921"/>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6" name="Rectangle: Rounded Corners 15">
              <a:extLst>
                <a:ext uri="{FF2B5EF4-FFF2-40B4-BE49-F238E27FC236}">
                  <a16:creationId xmlns:a16="http://schemas.microsoft.com/office/drawing/2014/main" id="{C56E7D0C-13D1-ABCC-2B28-D75D361D3E47}"/>
                </a:ext>
              </a:extLst>
            </p:cNvPr>
            <p:cNvSpPr/>
            <p:nvPr/>
          </p:nvSpPr>
          <p:spPr>
            <a:xfrm>
              <a:off x="2108075" y="5447366"/>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7" name="Rectangle: Rounded Corners 16">
              <a:extLst>
                <a:ext uri="{FF2B5EF4-FFF2-40B4-BE49-F238E27FC236}">
                  <a16:creationId xmlns:a16="http://schemas.microsoft.com/office/drawing/2014/main" id="{AB9A5C9F-7AA1-5A0F-6823-B2C27BCA492F}"/>
                </a:ext>
              </a:extLst>
            </p:cNvPr>
            <p:cNvSpPr/>
            <p:nvPr/>
          </p:nvSpPr>
          <p:spPr>
            <a:xfrm>
              <a:off x="2421344" y="5450921"/>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8" name="Rectangle: Rounded Corners 17">
              <a:extLst>
                <a:ext uri="{FF2B5EF4-FFF2-40B4-BE49-F238E27FC236}">
                  <a16:creationId xmlns:a16="http://schemas.microsoft.com/office/drawing/2014/main" id="{0F2C7DE5-264E-F13D-BCBB-D58F55ACF605}"/>
                </a:ext>
              </a:extLst>
            </p:cNvPr>
            <p:cNvSpPr/>
            <p:nvPr/>
          </p:nvSpPr>
          <p:spPr>
            <a:xfrm>
              <a:off x="2726144" y="5447366"/>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19" name="Rectangle: Rounded Corners 18">
              <a:extLst>
                <a:ext uri="{FF2B5EF4-FFF2-40B4-BE49-F238E27FC236}">
                  <a16:creationId xmlns:a16="http://schemas.microsoft.com/office/drawing/2014/main" id="{138C687F-91AC-EB69-D097-D2E67F7E712B}"/>
                </a:ext>
              </a:extLst>
            </p:cNvPr>
            <p:cNvSpPr/>
            <p:nvPr/>
          </p:nvSpPr>
          <p:spPr>
            <a:xfrm>
              <a:off x="3038536" y="5450921"/>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0" name="Rectangle: Rounded Corners 19">
              <a:extLst>
                <a:ext uri="{FF2B5EF4-FFF2-40B4-BE49-F238E27FC236}">
                  <a16:creationId xmlns:a16="http://schemas.microsoft.com/office/drawing/2014/main" id="{8E2C06A3-018D-AFC6-759F-212E14501572}"/>
                </a:ext>
              </a:extLst>
            </p:cNvPr>
            <p:cNvSpPr/>
            <p:nvPr/>
          </p:nvSpPr>
          <p:spPr>
            <a:xfrm>
              <a:off x="3343336" y="5447366"/>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1" name="Rectangle: Rounded Corners 20">
              <a:extLst>
                <a:ext uri="{FF2B5EF4-FFF2-40B4-BE49-F238E27FC236}">
                  <a16:creationId xmlns:a16="http://schemas.microsoft.com/office/drawing/2014/main" id="{2DE62A72-236F-6A96-BC2F-861D6AB192C9}"/>
                </a:ext>
              </a:extLst>
            </p:cNvPr>
            <p:cNvSpPr/>
            <p:nvPr/>
          </p:nvSpPr>
          <p:spPr>
            <a:xfrm>
              <a:off x="1206014" y="5850801"/>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2" name="Rectangle: Rounded Corners 21">
              <a:extLst>
                <a:ext uri="{FF2B5EF4-FFF2-40B4-BE49-F238E27FC236}">
                  <a16:creationId xmlns:a16="http://schemas.microsoft.com/office/drawing/2014/main" id="{D00B35B7-2DA2-312E-69C8-E4EEA6910863}"/>
                </a:ext>
              </a:extLst>
            </p:cNvPr>
            <p:cNvSpPr/>
            <p:nvPr/>
          </p:nvSpPr>
          <p:spPr>
            <a:xfrm>
              <a:off x="1510814" y="5847246"/>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3" name="Rectangle: Rounded Corners 22">
              <a:extLst>
                <a:ext uri="{FF2B5EF4-FFF2-40B4-BE49-F238E27FC236}">
                  <a16:creationId xmlns:a16="http://schemas.microsoft.com/office/drawing/2014/main" id="{04A41D69-136B-6948-7794-E2849F9CF802}"/>
                </a:ext>
              </a:extLst>
            </p:cNvPr>
            <p:cNvSpPr/>
            <p:nvPr/>
          </p:nvSpPr>
          <p:spPr>
            <a:xfrm>
              <a:off x="1823206" y="5850801"/>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4" name="Rectangle: Rounded Corners 23">
              <a:extLst>
                <a:ext uri="{FF2B5EF4-FFF2-40B4-BE49-F238E27FC236}">
                  <a16:creationId xmlns:a16="http://schemas.microsoft.com/office/drawing/2014/main" id="{5133B117-0730-B59B-09CE-0EFD8C7ECC17}"/>
                </a:ext>
              </a:extLst>
            </p:cNvPr>
            <p:cNvSpPr/>
            <p:nvPr/>
          </p:nvSpPr>
          <p:spPr>
            <a:xfrm>
              <a:off x="2128006" y="5847246"/>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5" name="Rectangle: Rounded Corners 24">
              <a:extLst>
                <a:ext uri="{FF2B5EF4-FFF2-40B4-BE49-F238E27FC236}">
                  <a16:creationId xmlns:a16="http://schemas.microsoft.com/office/drawing/2014/main" id="{5162F164-011A-51F0-A8E1-9D4F66EC9967}"/>
                </a:ext>
              </a:extLst>
            </p:cNvPr>
            <p:cNvSpPr/>
            <p:nvPr/>
          </p:nvSpPr>
          <p:spPr>
            <a:xfrm>
              <a:off x="2441275" y="5850801"/>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6" name="Rectangle: Rounded Corners 25">
              <a:extLst>
                <a:ext uri="{FF2B5EF4-FFF2-40B4-BE49-F238E27FC236}">
                  <a16:creationId xmlns:a16="http://schemas.microsoft.com/office/drawing/2014/main" id="{D235BA33-C5A8-D21A-035C-8B7D57582C48}"/>
                </a:ext>
              </a:extLst>
            </p:cNvPr>
            <p:cNvSpPr/>
            <p:nvPr/>
          </p:nvSpPr>
          <p:spPr>
            <a:xfrm>
              <a:off x="2746075" y="5847246"/>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7" name="Rectangle: Rounded Corners 26">
              <a:extLst>
                <a:ext uri="{FF2B5EF4-FFF2-40B4-BE49-F238E27FC236}">
                  <a16:creationId xmlns:a16="http://schemas.microsoft.com/office/drawing/2014/main" id="{BA4120E4-0C2C-7DA7-55CE-ABDDC4D0B80D}"/>
                </a:ext>
              </a:extLst>
            </p:cNvPr>
            <p:cNvSpPr/>
            <p:nvPr/>
          </p:nvSpPr>
          <p:spPr>
            <a:xfrm>
              <a:off x="3058467" y="5850801"/>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8" name="Rectangle: Rounded Corners 27">
              <a:extLst>
                <a:ext uri="{FF2B5EF4-FFF2-40B4-BE49-F238E27FC236}">
                  <a16:creationId xmlns:a16="http://schemas.microsoft.com/office/drawing/2014/main" id="{322BC8DA-8CF6-1410-3DA0-5BC28D3557BB}"/>
                </a:ext>
              </a:extLst>
            </p:cNvPr>
            <p:cNvSpPr/>
            <p:nvPr/>
          </p:nvSpPr>
          <p:spPr>
            <a:xfrm>
              <a:off x="3363267" y="5847246"/>
              <a:ext cx="283464" cy="256032"/>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dirty="0" err="1">
                <a:solidFill>
                  <a:schemeClr val="bg1"/>
                </a:solidFill>
                <a:latin typeface="Microsoft Sans Serif"/>
                <a:cs typeface="Microsoft Sans Serif" panose="020B0604020202020204" pitchFamily="34" charset="0"/>
              </a:endParaRPr>
            </a:p>
          </p:txBody>
        </p:sp>
        <p:sp>
          <p:nvSpPr>
            <p:cNvPr id="29" name="TextBox 28">
              <a:extLst>
                <a:ext uri="{FF2B5EF4-FFF2-40B4-BE49-F238E27FC236}">
                  <a16:creationId xmlns:a16="http://schemas.microsoft.com/office/drawing/2014/main" id="{DC9D9DFE-C291-C9F1-F60F-4A7A93C4BF64}"/>
                </a:ext>
              </a:extLst>
            </p:cNvPr>
            <p:cNvSpPr txBox="1"/>
            <p:nvPr/>
          </p:nvSpPr>
          <p:spPr>
            <a:xfrm>
              <a:off x="804672" y="5139261"/>
              <a:ext cx="283464" cy="236347"/>
            </a:xfrm>
            <a:prstGeom prst="rect">
              <a:avLst/>
            </a:prstGeom>
            <a:no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T</a:t>
              </a:r>
            </a:p>
          </p:txBody>
        </p:sp>
        <p:sp>
          <p:nvSpPr>
            <p:cNvPr id="30" name="TextBox 29">
              <a:extLst>
                <a:ext uri="{FF2B5EF4-FFF2-40B4-BE49-F238E27FC236}">
                  <a16:creationId xmlns:a16="http://schemas.microsoft.com/office/drawing/2014/main" id="{A3DE08A0-4B7C-9979-87AD-E0DA33E83492}"/>
                </a:ext>
              </a:extLst>
            </p:cNvPr>
            <p:cNvSpPr txBox="1"/>
            <p:nvPr/>
          </p:nvSpPr>
          <p:spPr>
            <a:xfrm>
              <a:off x="804672" y="5493253"/>
              <a:ext cx="283464" cy="236347"/>
            </a:xfrm>
            <a:prstGeom prst="rect">
              <a:avLst/>
            </a:prstGeom>
            <a:no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H</a:t>
              </a:r>
            </a:p>
          </p:txBody>
        </p:sp>
        <p:sp>
          <p:nvSpPr>
            <p:cNvPr id="31" name="TextBox 30">
              <a:extLst>
                <a:ext uri="{FF2B5EF4-FFF2-40B4-BE49-F238E27FC236}">
                  <a16:creationId xmlns:a16="http://schemas.microsoft.com/office/drawing/2014/main" id="{8728D408-CA73-2231-5506-8D8F6F87CC24}"/>
                </a:ext>
              </a:extLst>
            </p:cNvPr>
            <p:cNvSpPr txBox="1"/>
            <p:nvPr/>
          </p:nvSpPr>
          <p:spPr>
            <a:xfrm>
              <a:off x="804672" y="5847246"/>
              <a:ext cx="283464" cy="236347"/>
            </a:xfrm>
            <a:prstGeom prst="rect">
              <a:avLst/>
            </a:prstGeom>
            <a:no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W</a:t>
              </a:r>
            </a:p>
          </p:txBody>
        </p:sp>
        <p:sp>
          <p:nvSpPr>
            <p:cNvPr id="32" name="Right Brace 31">
              <a:extLst>
                <a:ext uri="{FF2B5EF4-FFF2-40B4-BE49-F238E27FC236}">
                  <a16:creationId xmlns:a16="http://schemas.microsoft.com/office/drawing/2014/main" id="{6AB0C289-8057-F16A-42B0-D4FEFA8D98A6}"/>
                </a:ext>
              </a:extLst>
            </p:cNvPr>
            <p:cNvSpPr/>
            <p:nvPr/>
          </p:nvSpPr>
          <p:spPr>
            <a:xfrm rot="5400000">
              <a:off x="2295616" y="4996085"/>
              <a:ext cx="158579" cy="2440719"/>
            </a:xfrm>
            <a:prstGeom prst="rightBrace">
              <a:avLst/>
            </a:prstGeom>
            <a:noFill/>
            <a:ln w="12700" cap="rnd">
              <a:solidFill>
                <a:schemeClr val="tx2"/>
              </a:solidFill>
              <a:round/>
              <a:headEnd type="none" w="med"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a:extLst>
                <a:ext uri="{FF2B5EF4-FFF2-40B4-BE49-F238E27FC236}">
                  <a16:creationId xmlns:a16="http://schemas.microsoft.com/office/drawing/2014/main" id="{DC860E84-2D8B-CE05-5EF4-446ACF254A87}"/>
                </a:ext>
              </a:extLst>
            </p:cNvPr>
            <p:cNvSpPr txBox="1"/>
            <p:nvPr/>
          </p:nvSpPr>
          <p:spPr>
            <a:xfrm>
              <a:off x="1930994" y="6370360"/>
              <a:ext cx="1367804" cy="236347"/>
            </a:xfrm>
            <a:prstGeom prst="rect">
              <a:avLst/>
            </a:prstGeom>
            <a:noFill/>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Audio Tokens</a:t>
              </a:r>
            </a:p>
          </p:txBody>
        </p:sp>
      </p:grpSp>
    </p:spTree>
    <p:extLst>
      <p:ext uri="{BB962C8B-B14F-4D97-AF65-F5344CB8AC3E}">
        <p14:creationId xmlns:p14="http://schemas.microsoft.com/office/powerpoint/2010/main" val="2722886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56165-4724-C1A4-949E-FB1CC31801E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167E24F-5508-1A68-14BE-701EE8D6E0DB}"/>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8368E97F-0F80-2D40-C067-EEDFF90FC4DF}"/>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B2139EB9-F1C8-29C0-7F75-B54705DE337E}"/>
              </a:ext>
            </a:extLst>
          </p:cNvPr>
          <p:cNvSpPr>
            <a:spLocks noGrp="1"/>
          </p:cNvSpPr>
          <p:nvPr>
            <p:ph idx="1"/>
          </p:nvPr>
        </p:nvSpPr>
        <p:spPr>
          <a:xfrm>
            <a:off x="435256" y="1256505"/>
            <a:ext cx="11160126" cy="4797521"/>
          </a:xfrm>
        </p:spPr>
        <p:txBody>
          <a:bodyPr/>
          <a:lstStyle/>
          <a:p>
            <a:pPr marL="0" indent="0">
              <a:buNone/>
            </a:pPr>
            <a:r>
              <a:rPr lang="en-US" altLang="zh-CN" dirty="0"/>
              <a:t>Image: Taking 25x37 patches as an example (Patch Size 14)</a:t>
            </a:r>
          </a:p>
          <a:p>
            <a:pPr marL="0" indent="0">
              <a:buNone/>
            </a:pPr>
            <a:r>
              <a:rPr lang="en-US" dirty="0"/>
              <a:t>Total Image tokens = 25x37 = 925</a:t>
            </a:r>
          </a:p>
          <a:p>
            <a:pPr marL="0" indent="0">
              <a:buNone/>
            </a:pPr>
            <a:r>
              <a:rPr lang="en-US" dirty="0" err="1"/>
              <a:t>MRoPE</a:t>
            </a:r>
            <a:r>
              <a:rPr lang="en-US" dirty="0"/>
              <a:t> Position IDs : [3, B, 925], </a:t>
            </a:r>
            <a:r>
              <a:rPr lang="en-US" dirty="0" err="1"/>
              <a:t>head_dim</a:t>
            </a:r>
            <a:r>
              <a:rPr lang="en-US" dirty="0"/>
              <a:t> = 128 = (16 + 24 + 24)*2, B = 1</a:t>
            </a:r>
          </a:p>
          <a:p>
            <a:pPr marL="0" indent="0">
              <a:buNone/>
            </a:pPr>
            <a:r>
              <a:rPr lang="en-US" dirty="0" err="1"/>
              <a:t>inv_freq</a:t>
            </a:r>
            <a:r>
              <a:rPr lang="en-US" dirty="0"/>
              <a:t> = [1.0, 0.1, 0.01 …], size </a:t>
            </a:r>
            <a:r>
              <a:rPr lang="en-US" dirty="0" err="1"/>
              <a:t>head_dim</a:t>
            </a:r>
            <a:r>
              <a:rPr lang="en-US" dirty="0"/>
              <a:t> // 2, higher dim will rotate slower later</a:t>
            </a:r>
          </a:p>
          <a:p>
            <a:pPr marL="0" indent="0">
              <a:buNone/>
            </a:pPr>
            <a:r>
              <a:rPr lang="en-US" dirty="0" err="1"/>
              <a:t>inv_freq_expanded</a:t>
            </a:r>
            <a:r>
              <a:rPr lang="en-US" dirty="0"/>
              <a:t> -&gt; [3, B, 64, 1]</a:t>
            </a:r>
          </a:p>
          <a:p>
            <a:pPr marL="0" indent="0">
              <a:buNone/>
            </a:pPr>
            <a:r>
              <a:rPr lang="en-US" dirty="0" err="1"/>
              <a:t>position_ids_expanded</a:t>
            </a:r>
            <a:r>
              <a:rPr lang="en-US" dirty="0"/>
              <a:t> -&gt; [3, B, 1, 925]</a:t>
            </a:r>
          </a:p>
          <a:p>
            <a:pPr marL="0" indent="0">
              <a:buNone/>
            </a:pPr>
            <a:r>
              <a:rPr lang="en-US" dirty="0" err="1"/>
              <a:t>freqs</a:t>
            </a:r>
            <a:r>
              <a:rPr lang="en-US" dirty="0"/>
              <a:t> = </a:t>
            </a:r>
            <a:r>
              <a:rPr lang="en-US" dirty="0" err="1"/>
              <a:t>inv_freq_expanded</a:t>
            </a:r>
            <a:r>
              <a:rPr lang="en-US" dirty="0"/>
              <a:t> @ </a:t>
            </a:r>
            <a:r>
              <a:rPr lang="en-US" dirty="0" err="1"/>
              <a:t>position_ids_expanded</a:t>
            </a:r>
            <a:r>
              <a:rPr lang="en-US" dirty="0"/>
              <a:t> -&gt; [3, B, 32, 925] -&gt; [3, B, 925, 32]</a:t>
            </a:r>
          </a:p>
          <a:p>
            <a:pPr marL="0" indent="0">
              <a:buNone/>
            </a:pPr>
            <a:r>
              <a:rPr lang="en-US" dirty="0"/>
              <a:t>Duplicate and </a:t>
            </a:r>
            <a:r>
              <a:rPr lang="en-US" dirty="0" err="1"/>
              <a:t>Concate</a:t>
            </a:r>
            <a:r>
              <a:rPr lang="en-US" dirty="0"/>
              <a:t> to </a:t>
            </a:r>
            <a:r>
              <a:rPr lang="en-US" dirty="0" err="1"/>
              <a:t>emb</a:t>
            </a:r>
            <a:r>
              <a:rPr lang="en-US" dirty="0"/>
              <a:t> = [3, B, 925, 128]</a:t>
            </a:r>
          </a:p>
          <a:p>
            <a:pPr marL="0" indent="0">
              <a:buNone/>
            </a:pPr>
            <a:r>
              <a:rPr lang="en-US" dirty="0"/>
              <a:t>Sin = </a:t>
            </a:r>
            <a:r>
              <a:rPr lang="en-US" dirty="0" err="1"/>
              <a:t>emb.sin</a:t>
            </a:r>
            <a:r>
              <a:rPr lang="en-US" dirty="0"/>
              <a:t>() -&gt; [3, B, 925, 128]</a:t>
            </a:r>
          </a:p>
          <a:p>
            <a:pPr marL="0" indent="0">
              <a:buNone/>
            </a:pPr>
            <a:r>
              <a:rPr lang="en-US" dirty="0"/>
              <a:t>Cos = </a:t>
            </a:r>
            <a:r>
              <a:rPr lang="en-US" dirty="0" err="1"/>
              <a:t>emb.cos</a:t>
            </a:r>
            <a:r>
              <a:rPr lang="en-US" dirty="0"/>
              <a:t>() -&gt; [3, B, 925, 128]</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573321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2BE85-E43A-CCBA-957F-3C1BF49E079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D882070-75E5-1ABE-AB8A-74466F325CC7}"/>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4E70B515-EA42-13C8-84CF-F31B9C245D19}"/>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B1F121A2-EAF0-50E7-FC9B-0DFD23635F52}"/>
              </a:ext>
            </a:extLst>
          </p:cNvPr>
          <p:cNvSpPr>
            <a:spLocks noGrp="1"/>
          </p:cNvSpPr>
          <p:nvPr>
            <p:ph idx="1"/>
          </p:nvPr>
        </p:nvSpPr>
        <p:spPr>
          <a:xfrm>
            <a:off x="435256" y="951622"/>
            <a:ext cx="11160126" cy="5605991"/>
          </a:xfrm>
        </p:spPr>
        <p:txBody>
          <a:bodyPr/>
          <a:lstStyle/>
          <a:p>
            <a:pPr marL="0" indent="0">
              <a:buNone/>
            </a:pPr>
            <a:r>
              <a:rPr lang="en-US" altLang="zh-CN" dirty="0"/>
              <a:t>Image: Taking 25x37 patches as an example (Patch Size 14)</a:t>
            </a:r>
          </a:p>
          <a:p>
            <a:pPr marL="0" indent="0">
              <a:buNone/>
            </a:pPr>
            <a:r>
              <a:rPr lang="en-US" dirty="0"/>
              <a:t>Total Image tokens = 25x37 = 925</a:t>
            </a:r>
          </a:p>
          <a:p>
            <a:pPr marL="0" indent="0">
              <a:buNone/>
            </a:pPr>
            <a:r>
              <a:rPr lang="en-US" dirty="0" err="1"/>
              <a:t>MRoPE</a:t>
            </a:r>
            <a:r>
              <a:rPr lang="en-US" dirty="0"/>
              <a:t> Position IDs : [3, B, 925], </a:t>
            </a:r>
            <a:r>
              <a:rPr lang="en-US" dirty="0" err="1"/>
              <a:t>head_dim</a:t>
            </a:r>
            <a:r>
              <a:rPr lang="en-US" dirty="0"/>
              <a:t> = 128 = (16 + 24 + 24)*2, B = 1</a:t>
            </a:r>
          </a:p>
          <a:p>
            <a:pPr marL="0" indent="0">
              <a:buNone/>
            </a:pPr>
            <a:r>
              <a:rPr lang="en-US" dirty="0"/>
              <a:t>Positional Embedding Sin/Cos [3, B, 925, 128]</a:t>
            </a:r>
          </a:p>
          <a:p>
            <a:pPr marL="0" indent="0">
              <a:buNone/>
            </a:pPr>
            <a:r>
              <a:rPr lang="en-US" dirty="0"/>
              <a:t>Applying to Q/K, </a:t>
            </a:r>
          </a:p>
          <a:p>
            <a:pPr marL="0" indent="0">
              <a:buNone/>
            </a:pPr>
            <a:r>
              <a:rPr lang="en-US" dirty="0"/>
              <a:t>	</a:t>
            </a:r>
            <a:r>
              <a:rPr lang="en-US" dirty="0" err="1"/>
              <a:t>mrope_section</a:t>
            </a:r>
            <a:r>
              <a:rPr lang="en-US" dirty="0"/>
              <a:t> = [16, 24, 24] * 2 = [32, 48, 48]</a:t>
            </a:r>
          </a:p>
          <a:p>
            <a:pPr marL="0" indent="0">
              <a:buNone/>
            </a:pPr>
            <a:r>
              <a:rPr lang="en-US" dirty="0"/>
              <a:t>	Split Sin/Cos on last Dim -&gt; [3, B, 925, 32], [3, B, 925, 48], [3, B, 925, 48]</a:t>
            </a:r>
          </a:p>
          <a:p>
            <a:pPr marL="0" indent="0">
              <a:buNone/>
            </a:pPr>
            <a:r>
              <a:rPr lang="en-US" dirty="0"/>
              <a:t>	For 0</a:t>
            </a:r>
            <a:r>
              <a:rPr lang="en-US" baseline="30000" dirty="0"/>
              <a:t>th</a:t>
            </a:r>
            <a:r>
              <a:rPr lang="en-US" dirty="0"/>
              <a:t> Chunk, select Temporal Dim; For 1</a:t>
            </a:r>
            <a:r>
              <a:rPr lang="en-US" baseline="30000" dirty="0"/>
              <a:t>st</a:t>
            </a:r>
            <a:r>
              <a:rPr lang="en-US" dirty="0"/>
              <a:t> Chunk, select Height Dim…</a:t>
            </a:r>
          </a:p>
          <a:p>
            <a:pPr marL="0" indent="0">
              <a:buNone/>
            </a:pPr>
            <a:r>
              <a:rPr lang="en-US" dirty="0"/>
              <a:t>		T: B, 925, 32</a:t>
            </a:r>
          </a:p>
          <a:p>
            <a:pPr marL="0" indent="0">
              <a:buNone/>
            </a:pPr>
            <a:r>
              <a:rPr lang="en-US" dirty="0"/>
              <a:t>		H: B, 925, 48</a:t>
            </a:r>
          </a:p>
          <a:p>
            <a:pPr marL="0" indent="0">
              <a:buNone/>
            </a:pPr>
            <a:r>
              <a:rPr lang="en-US" dirty="0"/>
              <a:t>		W: B, 925, 48</a:t>
            </a:r>
          </a:p>
          <a:p>
            <a:pPr marL="0" indent="0">
              <a:buNone/>
            </a:pPr>
            <a:r>
              <a:rPr lang="en-US" dirty="0"/>
              <a:t>	</a:t>
            </a:r>
            <a:r>
              <a:rPr lang="en-US" dirty="0" err="1"/>
              <a:t>Concat</a:t>
            </a:r>
            <a:r>
              <a:rPr lang="en-US" dirty="0"/>
              <a:t> Back, Sin/Cos [B, 925, 128]</a:t>
            </a:r>
          </a:p>
        </p:txBody>
      </p:sp>
    </p:spTree>
    <p:extLst>
      <p:ext uri="{BB962C8B-B14F-4D97-AF65-F5344CB8AC3E}">
        <p14:creationId xmlns:p14="http://schemas.microsoft.com/office/powerpoint/2010/main" val="78854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5D31-10B6-C838-7FB9-05E59EF2973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D10471F-A185-D55F-1E62-E2D7A277BEAA}"/>
              </a:ext>
            </a:extLst>
          </p:cNvPr>
          <p:cNvSpPr>
            <a:spLocks noGrp="1"/>
          </p:cNvSpPr>
          <p:nvPr>
            <p:ph type="ftr" sz="quarter" idx="22"/>
          </p:nvPr>
        </p:nvSpPr>
        <p:spPr/>
        <p:txBody>
          <a:bodyPr/>
          <a:lstStyle/>
          <a:p>
            <a:endParaRPr lang="en-CA" dirty="0"/>
          </a:p>
        </p:txBody>
      </p:sp>
      <p:sp>
        <p:nvSpPr>
          <p:cNvPr id="3" name="Title 2">
            <a:extLst>
              <a:ext uri="{FF2B5EF4-FFF2-40B4-BE49-F238E27FC236}">
                <a16:creationId xmlns:a16="http://schemas.microsoft.com/office/drawing/2014/main" id="{BD63C01C-2672-0054-234C-2C98F29908FE}"/>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577E78D3-42DE-92D3-C085-362B6FB26FE6}"/>
              </a:ext>
            </a:extLst>
          </p:cNvPr>
          <p:cNvSpPr>
            <a:spLocks noGrp="1"/>
          </p:cNvSpPr>
          <p:nvPr>
            <p:ph idx="1"/>
          </p:nvPr>
        </p:nvSpPr>
        <p:spPr>
          <a:xfrm>
            <a:off x="435256" y="1085754"/>
            <a:ext cx="11160126" cy="4344989"/>
          </a:xfrm>
        </p:spPr>
        <p:txBody>
          <a:bodyPr/>
          <a:lstStyle/>
          <a:p>
            <a:pPr marL="0" indent="0">
              <a:buNone/>
            </a:pPr>
            <a:r>
              <a:rPr lang="en-US" dirty="0"/>
              <a:t>Applying to Q/K, </a:t>
            </a:r>
          </a:p>
          <a:p>
            <a:pPr marL="0" indent="0">
              <a:buNone/>
            </a:pPr>
            <a:r>
              <a:rPr lang="en-US" dirty="0"/>
              <a:t>	Next, perform normal </a:t>
            </a:r>
            <a:r>
              <a:rPr lang="en-US" dirty="0" err="1"/>
              <a:t>RoPE</a:t>
            </a:r>
            <a:r>
              <a:rPr lang="en-US" dirty="0"/>
              <a:t>: </a:t>
            </a:r>
            <a:r>
              <a:rPr lang="en-US" dirty="0" err="1"/>
              <a:t>q_embed</a:t>
            </a:r>
            <a:r>
              <a:rPr lang="en-US" dirty="0"/>
              <a:t> = (q * cos) + (</a:t>
            </a:r>
            <a:r>
              <a:rPr lang="en-US" dirty="0" err="1"/>
              <a:t>rotate_half</a:t>
            </a:r>
            <a:r>
              <a:rPr lang="en-US" dirty="0"/>
              <a:t>(q) * sin)</a:t>
            </a:r>
          </a:p>
        </p:txBody>
      </p:sp>
      <p:pic>
        <p:nvPicPr>
          <p:cNvPr id="6" name="Picture 5">
            <a:extLst>
              <a:ext uri="{FF2B5EF4-FFF2-40B4-BE49-F238E27FC236}">
                <a16:creationId xmlns:a16="http://schemas.microsoft.com/office/drawing/2014/main" id="{205E49BE-6849-A82B-9910-974312BAE5B3}"/>
              </a:ext>
            </a:extLst>
          </p:cNvPr>
          <p:cNvPicPr>
            <a:picLocks noChangeAspect="1"/>
          </p:cNvPicPr>
          <p:nvPr/>
        </p:nvPicPr>
        <p:blipFill>
          <a:blip r:embed="rId2"/>
          <a:stretch>
            <a:fillRect/>
          </a:stretch>
        </p:blipFill>
        <p:spPr>
          <a:xfrm>
            <a:off x="596618" y="1914270"/>
            <a:ext cx="8361113" cy="4344989"/>
          </a:xfrm>
          <a:prstGeom prst="rect">
            <a:avLst/>
          </a:prstGeom>
        </p:spPr>
      </p:pic>
      <p:sp>
        <p:nvSpPr>
          <p:cNvPr id="7" name="TextBox 6">
            <a:extLst>
              <a:ext uri="{FF2B5EF4-FFF2-40B4-BE49-F238E27FC236}">
                <a16:creationId xmlns:a16="http://schemas.microsoft.com/office/drawing/2014/main" id="{0BA97282-B77E-1E29-1377-11F02AB99038}"/>
              </a:ext>
            </a:extLst>
          </p:cNvPr>
          <p:cNvSpPr txBox="1"/>
          <p:nvPr/>
        </p:nvSpPr>
        <p:spPr>
          <a:xfrm>
            <a:off x="9310255" y="2161309"/>
            <a:ext cx="2285127" cy="472694"/>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For each pair, rotate means (x, y) -&gt; (-y, x) </a:t>
            </a:r>
          </a:p>
        </p:txBody>
      </p:sp>
      <p:pic>
        <p:nvPicPr>
          <p:cNvPr id="9" name="Picture 8">
            <a:extLst>
              <a:ext uri="{FF2B5EF4-FFF2-40B4-BE49-F238E27FC236}">
                <a16:creationId xmlns:a16="http://schemas.microsoft.com/office/drawing/2014/main" id="{EA7CADD2-7AF6-B019-8B33-A05ED5063BEC}"/>
              </a:ext>
            </a:extLst>
          </p:cNvPr>
          <p:cNvPicPr>
            <a:picLocks noChangeAspect="1"/>
          </p:cNvPicPr>
          <p:nvPr/>
        </p:nvPicPr>
        <p:blipFill>
          <a:blip r:embed="rId3"/>
          <a:stretch>
            <a:fillRect/>
          </a:stretch>
        </p:blipFill>
        <p:spPr>
          <a:xfrm>
            <a:off x="9119093" y="2683158"/>
            <a:ext cx="3038899" cy="828791"/>
          </a:xfrm>
          <a:prstGeom prst="rect">
            <a:avLst/>
          </a:prstGeom>
        </p:spPr>
      </p:pic>
      <p:pic>
        <p:nvPicPr>
          <p:cNvPr id="11" name="Picture 10">
            <a:extLst>
              <a:ext uri="{FF2B5EF4-FFF2-40B4-BE49-F238E27FC236}">
                <a16:creationId xmlns:a16="http://schemas.microsoft.com/office/drawing/2014/main" id="{19767E43-F6A3-3607-8551-69D143846D56}"/>
              </a:ext>
            </a:extLst>
          </p:cNvPr>
          <p:cNvPicPr>
            <a:picLocks noChangeAspect="1"/>
          </p:cNvPicPr>
          <p:nvPr/>
        </p:nvPicPr>
        <p:blipFill>
          <a:blip r:embed="rId4"/>
          <a:stretch>
            <a:fillRect/>
          </a:stretch>
        </p:blipFill>
        <p:spPr>
          <a:xfrm>
            <a:off x="9100040" y="4022137"/>
            <a:ext cx="3077004" cy="714475"/>
          </a:xfrm>
          <a:prstGeom prst="rect">
            <a:avLst/>
          </a:prstGeom>
        </p:spPr>
      </p:pic>
      <p:cxnSp>
        <p:nvCxnSpPr>
          <p:cNvPr id="13" name="Straight Arrow Connector 12">
            <a:extLst>
              <a:ext uri="{FF2B5EF4-FFF2-40B4-BE49-F238E27FC236}">
                <a16:creationId xmlns:a16="http://schemas.microsoft.com/office/drawing/2014/main" id="{632C97F3-CA71-E6AA-EFED-2E68792757FB}"/>
              </a:ext>
            </a:extLst>
          </p:cNvPr>
          <p:cNvCxnSpPr/>
          <p:nvPr/>
        </p:nvCxnSpPr>
        <p:spPr>
          <a:xfrm>
            <a:off x="10452818" y="3511949"/>
            <a:ext cx="0" cy="510188"/>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FA07FD7-6AA0-63A4-E6A0-3E92D1C6AE42}"/>
              </a:ext>
            </a:extLst>
          </p:cNvPr>
          <p:cNvSpPr txBox="1"/>
          <p:nvPr/>
        </p:nvSpPr>
        <p:spPr>
          <a:xfrm>
            <a:off x="1535458" y="6337808"/>
            <a:ext cx="7564582" cy="354584"/>
          </a:xfrm>
          <a:prstGeom prst="rect">
            <a:avLst/>
          </a:prstGeom>
        </p:spPr>
        <p:txBody>
          <a:bodyPr wrap="square" lIns="0" tIns="0" rIns="0" bIns="0" rtlCol="0">
            <a:spAutoFit/>
          </a:bodyPr>
          <a:lstStyle/>
          <a:p>
            <a:pPr>
              <a:lnSpc>
                <a:spcPct val="96000"/>
              </a:lnSpc>
            </a:pPr>
            <a:r>
              <a:rPr lang="en-US" sz="1200" dirty="0">
                <a:solidFill>
                  <a:srgbClr val="000000"/>
                </a:solidFill>
                <a:latin typeface="Aptos" panose="020B0004020202020204" pitchFamily="34" charset="0"/>
                <a:cs typeface="Microsoft Sans Serif" panose="020B0604020202020204" pitchFamily="34" charset="0"/>
              </a:rPr>
              <a:t>* Standard </a:t>
            </a:r>
            <a:r>
              <a:rPr lang="en-US" sz="1200" dirty="0" err="1">
                <a:solidFill>
                  <a:srgbClr val="000000"/>
                </a:solidFill>
                <a:latin typeface="Aptos" panose="020B0004020202020204" pitchFamily="34" charset="0"/>
                <a:cs typeface="Microsoft Sans Serif" panose="020B0604020202020204" pitchFamily="34" charset="0"/>
              </a:rPr>
              <a:t>RoPE</a:t>
            </a:r>
            <a:r>
              <a:rPr lang="en-US" sz="1200" dirty="0">
                <a:solidFill>
                  <a:srgbClr val="000000"/>
                </a:solidFill>
                <a:latin typeface="Aptos" panose="020B0004020202020204" pitchFamily="34" charset="0"/>
                <a:cs typeface="Microsoft Sans Serif" panose="020B0604020202020204" pitchFamily="34" charset="0"/>
              </a:rPr>
              <a:t> technique: ROFORMER: ENHANCED TRANSFORMER WITH ROTARY</a:t>
            </a:r>
          </a:p>
          <a:p>
            <a:pPr>
              <a:lnSpc>
                <a:spcPct val="96000"/>
              </a:lnSpc>
            </a:pPr>
            <a:r>
              <a:rPr lang="en-US" sz="1200" dirty="0">
                <a:solidFill>
                  <a:srgbClr val="000000"/>
                </a:solidFill>
                <a:latin typeface="Aptos" panose="020B0004020202020204" pitchFamily="34" charset="0"/>
                <a:cs typeface="Microsoft Sans Serif" panose="020B0604020202020204" pitchFamily="34" charset="0"/>
              </a:rPr>
              <a:t>POSITION EMBEDDING, https://arxiv.org/pdf/2104.09864</a:t>
            </a:r>
          </a:p>
        </p:txBody>
      </p:sp>
    </p:spTree>
    <p:extLst>
      <p:ext uri="{BB962C8B-B14F-4D97-AF65-F5344CB8AC3E}">
        <p14:creationId xmlns:p14="http://schemas.microsoft.com/office/powerpoint/2010/main" val="905405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69F08-2677-BA50-3789-22FA529225A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FF8011-EEAF-7FE7-9BDE-AAC42F26CC51}"/>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91C16422-DCFA-B04D-4E41-F44A3C328771}"/>
              </a:ext>
            </a:extLst>
          </p:cNvPr>
          <p:cNvSpPr>
            <a:spLocks noGrp="1"/>
          </p:cNvSpPr>
          <p:nvPr>
            <p:ph type="title"/>
          </p:nvPr>
        </p:nvSpPr>
        <p:spPr>
          <a:xfrm>
            <a:off x="435256" y="300387"/>
            <a:ext cx="11160126" cy="647700"/>
          </a:xfrm>
        </p:spPr>
        <p:txBody>
          <a:bodyPr/>
          <a:lstStyle/>
          <a:p>
            <a:r>
              <a:rPr lang="en-US" dirty="0"/>
              <a:t>Qwen2.5 Omni Thinker</a:t>
            </a:r>
            <a:br>
              <a:rPr lang="en-US" dirty="0"/>
            </a:br>
            <a:r>
              <a:rPr lang="en-US" dirty="0" err="1"/>
              <a:t>TMRoPE</a:t>
            </a:r>
            <a:endParaRPr lang="en-US" dirty="0"/>
          </a:p>
        </p:txBody>
      </p:sp>
      <p:sp>
        <p:nvSpPr>
          <p:cNvPr id="4" name="Content Placeholder 3">
            <a:extLst>
              <a:ext uri="{FF2B5EF4-FFF2-40B4-BE49-F238E27FC236}">
                <a16:creationId xmlns:a16="http://schemas.microsoft.com/office/drawing/2014/main" id="{1A5559DB-AB10-44A3-005B-1DBE0C88494C}"/>
              </a:ext>
            </a:extLst>
          </p:cNvPr>
          <p:cNvSpPr>
            <a:spLocks noGrp="1"/>
          </p:cNvSpPr>
          <p:nvPr>
            <p:ph idx="1"/>
          </p:nvPr>
        </p:nvSpPr>
        <p:spPr>
          <a:xfrm>
            <a:off x="342900" y="1043241"/>
            <a:ext cx="11160126" cy="5471859"/>
          </a:xfrm>
        </p:spPr>
        <p:txBody>
          <a:bodyPr/>
          <a:lstStyle/>
          <a:p>
            <a:pPr marL="0" indent="0">
              <a:buNone/>
            </a:pPr>
            <a:r>
              <a:rPr lang="en-US" dirty="0"/>
              <a:t>Video + Audio, this is what </a:t>
            </a:r>
            <a:r>
              <a:rPr lang="en-US" dirty="0" err="1"/>
              <a:t>TMRoPE</a:t>
            </a:r>
            <a:r>
              <a:rPr lang="en-US" dirty="0"/>
              <a:t> designs for Omni</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1600" dirty="0"/>
              <a:t>Code level, it first get audio tokens and video tokens individually.</a:t>
            </a:r>
          </a:p>
          <a:p>
            <a:pPr marL="0" indent="0">
              <a:buNone/>
            </a:pPr>
            <a:r>
              <a:rPr lang="en-US" sz="1600" b="1" dirty="0"/>
              <a:t>Adjust Video temporal IDs to be 1/40ms:</a:t>
            </a:r>
          </a:p>
          <a:p>
            <a:pPr marL="0" indent="0">
              <a:buNone/>
            </a:pPr>
            <a:r>
              <a:rPr lang="en-US" sz="1600" dirty="0"/>
              <a:t>	</a:t>
            </a:r>
            <a:r>
              <a:rPr lang="en-US" sz="1600" dirty="0" err="1"/>
              <a:t>t_index</a:t>
            </a:r>
            <a:r>
              <a:rPr lang="en-US" sz="1600" dirty="0"/>
              <a:t> = (</a:t>
            </a:r>
            <a:r>
              <a:rPr lang="en-US" sz="1600" dirty="0" err="1"/>
              <a:t>torch.arange</a:t>
            </a:r>
            <a:r>
              <a:rPr lang="en-US" sz="1600" dirty="0"/>
              <a:t>(</a:t>
            </a:r>
            <a:r>
              <a:rPr lang="en-US" sz="1600" dirty="0" err="1"/>
              <a:t>grid_t</a:t>
            </a:r>
            <a:r>
              <a:rPr lang="en-US" sz="1600" dirty="0"/>
              <a:t>) * </a:t>
            </a:r>
            <a:r>
              <a:rPr lang="en-US" sz="1600" dirty="0" err="1"/>
              <a:t>second_per_grids</a:t>
            </a:r>
            <a:r>
              <a:rPr lang="en-US" sz="1600" dirty="0"/>
              <a:t>[</a:t>
            </a:r>
            <a:r>
              <a:rPr lang="en-US" sz="1600" dirty="0" err="1"/>
              <a:t>video_idx</a:t>
            </a:r>
            <a:r>
              <a:rPr lang="en-US" sz="1600" dirty="0"/>
              <a:t>].</a:t>
            </a:r>
            <a:r>
              <a:rPr lang="en-US" sz="1600" dirty="0" err="1"/>
              <a:t>cpu</a:t>
            </a:r>
            <a:r>
              <a:rPr lang="en-US" sz="1600" dirty="0"/>
              <a:t>().float() * </a:t>
            </a:r>
            <a:r>
              <a:rPr lang="en-US" sz="1600" dirty="0" err="1"/>
              <a:t>position_id_per_seconds</a:t>
            </a:r>
            <a:r>
              <a:rPr lang="en-US" sz="1600" dirty="0"/>
              <a:t>).long()</a:t>
            </a:r>
          </a:p>
          <a:p>
            <a:pPr marL="0" indent="0">
              <a:buNone/>
            </a:pPr>
            <a:r>
              <a:rPr lang="en-US" sz="1600" dirty="0"/>
              <a:t>	 </a:t>
            </a:r>
            <a:r>
              <a:rPr lang="en-US" sz="1600" dirty="0" err="1"/>
              <a:t>position_id_per_seconds</a:t>
            </a:r>
            <a:r>
              <a:rPr lang="en-US" sz="1600" dirty="0"/>
              <a:t> = 25, </a:t>
            </a:r>
            <a:r>
              <a:rPr lang="en-US" sz="1600" dirty="0" err="1"/>
              <a:t>second_per_grids</a:t>
            </a:r>
            <a:r>
              <a:rPr lang="en-US" sz="1600" dirty="0"/>
              <a:t> = 1, forming </a:t>
            </a:r>
            <a:r>
              <a:rPr lang="en-US" sz="1600" dirty="0" err="1"/>
              <a:t>t_index</a:t>
            </a:r>
            <a:r>
              <a:rPr lang="en-US" sz="1600" dirty="0"/>
              <a:t> = [0, 25, 50 …]</a:t>
            </a:r>
          </a:p>
          <a:p>
            <a:pPr marL="0" indent="0">
              <a:buNone/>
            </a:pPr>
            <a:r>
              <a:rPr lang="en-US" sz="1600" b="1" dirty="0"/>
              <a:t>Span Chunks every 2s</a:t>
            </a:r>
            <a:r>
              <a:rPr lang="en-US" sz="1600" dirty="0"/>
              <a:t>, following  [video_chunk_0][audio_chunk_0] [video_chunk_1][audio_chunk_1]</a:t>
            </a:r>
          </a:p>
          <a:p>
            <a:pPr marL="0" indent="0">
              <a:buNone/>
            </a:pPr>
            <a:endParaRPr lang="en-US" dirty="0"/>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219BDEB5-FC58-01A1-3EBA-8993C80A026E}"/>
              </a:ext>
            </a:extLst>
          </p:cNvPr>
          <p:cNvPicPr>
            <a:picLocks noChangeAspect="1"/>
          </p:cNvPicPr>
          <p:nvPr/>
        </p:nvPicPr>
        <p:blipFill>
          <a:blip r:embed="rId2"/>
          <a:stretch>
            <a:fillRect/>
          </a:stretch>
        </p:blipFill>
        <p:spPr>
          <a:xfrm>
            <a:off x="342900" y="1427257"/>
            <a:ext cx="10325720" cy="3373343"/>
          </a:xfrm>
          <a:prstGeom prst="rect">
            <a:avLst/>
          </a:prstGeom>
        </p:spPr>
      </p:pic>
    </p:spTree>
    <p:extLst>
      <p:ext uri="{BB962C8B-B14F-4D97-AF65-F5344CB8AC3E}">
        <p14:creationId xmlns:p14="http://schemas.microsoft.com/office/powerpoint/2010/main" val="711527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B1C10-4BBC-E8AE-581E-8BAC722738D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DC538D-9362-9263-9514-6BACE24E4A87}"/>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179105C6-09DC-6F22-EBB1-8A0252833594}"/>
              </a:ext>
            </a:extLst>
          </p:cNvPr>
          <p:cNvSpPr>
            <a:spLocks noGrp="1"/>
          </p:cNvSpPr>
          <p:nvPr>
            <p:ph type="title"/>
          </p:nvPr>
        </p:nvSpPr>
        <p:spPr>
          <a:xfrm>
            <a:off x="435256" y="300387"/>
            <a:ext cx="11160126" cy="647700"/>
          </a:xfrm>
        </p:spPr>
        <p:txBody>
          <a:bodyPr/>
          <a:lstStyle/>
          <a:p>
            <a:r>
              <a:rPr lang="en-US" dirty="0"/>
              <a:t>Qwen2.5 Omni Talker</a:t>
            </a:r>
          </a:p>
        </p:txBody>
      </p:sp>
      <p:sp>
        <p:nvSpPr>
          <p:cNvPr id="4" name="Content Placeholder 3">
            <a:extLst>
              <a:ext uri="{FF2B5EF4-FFF2-40B4-BE49-F238E27FC236}">
                <a16:creationId xmlns:a16="http://schemas.microsoft.com/office/drawing/2014/main" id="{51A82576-E838-7614-47AB-C954AEB405FC}"/>
              </a:ext>
            </a:extLst>
          </p:cNvPr>
          <p:cNvSpPr>
            <a:spLocks noGrp="1"/>
          </p:cNvSpPr>
          <p:nvPr>
            <p:ph idx="1"/>
          </p:nvPr>
        </p:nvSpPr>
        <p:spPr>
          <a:xfrm>
            <a:off x="596618" y="761904"/>
            <a:ext cx="4365344" cy="6400895"/>
          </a:xfrm>
        </p:spPr>
        <p:txBody>
          <a:bodyPr>
            <a:noAutofit/>
          </a:bodyPr>
          <a:lstStyle/>
          <a:p>
            <a:pPr marL="0" indent="0">
              <a:buNone/>
            </a:pPr>
            <a:r>
              <a:rPr lang="en-US" sz="2000" dirty="0"/>
              <a:t>The necessity of using High-level representation from Thinker model:</a:t>
            </a:r>
          </a:p>
          <a:p>
            <a:pPr marL="457200" indent="-457200">
              <a:buAutoNum type="arabicPeriod"/>
            </a:pPr>
            <a:r>
              <a:rPr lang="en-US" sz="2000" dirty="0"/>
              <a:t>Voice generation needs to anticipate content’s tone and attitude</a:t>
            </a:r>
          </a:p>
          <a:p>
            <a:pPr marL="457200" indent="-457200">
              <a:buAutoNum type="arabicPeriod"/>
            </a:pPr>
            <a:r>
              <a:rPr lang="en-US" sz="2000" dirty="0"/>
              <a:t>Thinker representation primarily express semantic similarity</a:t>
            </a:r>
          </a:p>
          <a:p>
            <a:pPr marL="687388" lvl="1" indent="-457200">
              <a:buAutoNum type="arabicPeriod"/>
            </a:pPr>
            <a:r>
              <a:rPr lang="en-US" sz="2000" dirty="0"/>
              <a:t>Phonetically distinct word can be semantically similar</a:t>
            </a:r>
          </a:p>
          <a:p>
            <a:pPr marL="457200" indent="-457200">
              <a:buAutoNum type="arabicPeriod"/>
            </a:pPr>
            <a:r>
              <a:rPr lang="en-US" sz="2000" dirty="0"/>
              <a:t>Note: Talker also uses multimodal inputs for its input </a:t>
            </a:r>
            <a:r>
              <a:rPr lang="en-US" sz="2000" dirty="0" err="1"/>
              <a:t>emeds</a:t>
            </a:r>
            <a:endParaRPr lang="en-US" sz="2000" dirty="0"/>
          </a:p>
          <a:p>
            <a:pPr marL="0" indent="0">
              <a:buNone/>
            </a:pPr>
            <a:r>
              <a:rPr lang="en-US" sz="2000" dirty="0"/>
              <a:t>Thinker has similar </a:t>
            </a:r>
            <a:r>
              <a:rPr lang="en-US" sz="2000" dirty="0" err="1"/>
              <a:t>Transfomer</a:t>
            </a:r>
            <a:r>
              <a:rPr lang="en-US" sz="2000" dirty="0"/>
              <a:t> Architecture as Thinker, except:</a:t>
            </a:r>
          </a:p>
          <a:p>
            <a:r>
              <a:rPr lang="en-US" sz="2000" dirty="0" err="1"/>
              <a:t>thinker_to_talker_proj</a:t>
            </a:r>
            <a:endParaRPr lang="en-US" sz="2000" dirty="0"/>
          </a:p>
          <a:p>
            <a:r>
              <a:rPr lang="en-US" sz="2000" dirty="0" err="1"/>
              <a:t>codec_head</a:t>
            </a:r>
            <a:endParaRPr lang="en-US" sz="2000" dirty="0"/>
          </a:p>
          <a:p>
            <a:r>
              <a:rPr lang="en-US" sz="2000" dirty="0"/>
              <a:t>Normal </a:t>
            </a:r>
            <a:r>
              <a:rPr lang="en-US" sz="2000" dirty="0" err="1"/>
              <a:t>RoPE</a:t>
            </a:r>
            <a:endParaRPr lang="en-US" sz="2000" dirty="0"/>
          </a:p>
          <a:p>
            <a:pPr marL="0" indent="0">
              <a:buNone/>
            </a:pPr>
            <a:endParaRPr lang="en-US" sz="2000" dirty="0"/>
          </a:p>
          <a:p>
            <a:pPr marL="0" indent="0">
              <a:buNone/>
            </a:pPr>
            <a:endParaRPr lang="en-US" sz="2000" dirty="0"/>
          </a:p>
          <a:p>
            <a:pPr marL="687388" lvl="1" indent="-457200">
              <a:buAutoNum type="arabicPeriod"/>
            </a:pPr>
            <a:endParaRPr lang="en-US" sz="2000" dirty="0"/>
          </a:p>
        </p:txBody>
      </p:sp>
      <p:pic>
        <p:nvPicPr>
          <p:cNvPr id="6" name="Picture 5">
            <a:extLst>
              <a:ext uri="{FF2B5EF4-FFF2-40B4-BE49-F238E27FC236}">
                <a16:creationId xmlns:a16="http://schemas.microsoft.com/office/drawing/2014/main" id="{5B6A2789-5E35-073D-171E-8FB87AA71469}"/>
              </a:ext>
            </a:extLst>
          </p:cNvPr>
          <p:cNvPicPr>
            <a:picLocks noChangeAspect="1"/>
          </p:cNvPicPr>
          <p:nvPr/>
        </p:nvPicPr>
        <p:blipFill>
          <a:blip r:embed="rId2"/>
          <a:stretch>
            <a:fillRect/>
          </a:stretch>
        </p:blipFill>
        <p:spPr>
          <a:xfrm>
            <a:off x="5200650" y="472689"/>
            <a:ext cx="6310465" cy="5716623"/>
          </a:xfrm>
          <a:prstGeom prst="rect">
            <a:avLst/>
          </a:prstGeom>
        </p:spPr>
      </p:pic>
    </p:spTree>
    <p:extLst>
      <p:ext uri="{BB962C8B-B14F-4D97-AF65-F5344CB8AC3E}">
        <p14:creationId xmlns:p14="http://schemas.microsoft.com/office/powerpoint/2010/main" val="2537485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58F8-B8F5-CE90-8563-2260BC621F3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7DA15A4-A09F-D45A-7B9A-E764CFA40BDC}"/>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AA25DF4C-5C60-C7C0-2BE9-E57744E23EDA}"/>
              </a:ext>
            </a:extLst>
          </p:cNvPr>
          <p:cNvSpPr>
            <a:spLocks noGrp="1"/>
          </p:cNvSpPr>
          <p:nvPr>
            <p:ph type="title"/>
          </p:nvPr>
        </p:nvSpPr>
        <p:spPr>
          <a:xfrm>
            <a:off x="435256" y="300387"/>
            <a:ext cx="11160126" cy="647700"/>
          </a:xfrm>
        </p:spPr>
        <p:txBody>
          <a:bodyPr/>
          <a:lstStyle/>
          <a:p>
            <a:r>
              <a:rPr lang="en-US" dirty="0"/>
              <a:t>Qwen2.5 Omni Streaming Codec Decoder</a:t>
            </a:r>
          </a:p>
        </p:txBody>
      </p:sp>
      <p:sp>
        <p:nvSpPr>
          <p:cNvPr id="4" name="Content Placeholder 3">
            <a:extLst>
              <a:ext uri="{FF2B5EF4-FFF2-40B4-BE49-F238E27FC236}">
                <a16:creationId xmlns:a16="http://schemas.microsoft.com/office/drawing/2014/main" id="{685DA7AB-8B9F-1588-FB15-EFCC5E50698B}"/>
              </a:ext>
            </a:extLst>
          </p:cNvPr>
          <p:cNvSpPr>
            <a:spLocks noGrp="1"/>
          </p:cNvSpPr>
          <p:nvPr>
            <p:ph idx="1"/>
          </p:nvPr>
        </p:nvSpPr>
        <p:spPr>
          <a:xfrm>
            <a:off x="435256" y="1085754"/>
            <a:ext cx="5374994" cy="4495896"/>
          </a:xfrm>
        </p:spPr>
        <p:txBody>
          <a:bodyPr/>
          <a:lstStyle/>
          <a:p>
            <a:r>
              <a:rPr lang="en-US" dirty="0"/>
              <a:t>Codec-&gt;Mel Spectrum</a:t>
            </a:r>
          </a:p>
          <a:p>
            <a:pPr lvl="1"/>
            <a:r>
              <a:rPr lang="en-US" dirty="0"/>
              <a:t>Omni uses Flow-Matching </a:t>
            </a:r>
            <a:r>
              <a:rPr lang="en-US" dirty="0" err="1"/>
              <a:t>DiT</a:t>
            </a:r>
            <a:r>
              <a:rPr lang="en-US" dirty="0"/>
              <a:t> model*</a:t>
            </a:r>
          </a:p>
          <a:p>
            <a:pPr lvl="1"/>
            <a:r>
              <a:rPr lang="en-US" dirty="0"/>
              <a:t>Specifically, a sliding-window block attention mechanism is used (Flow-Matching)</a:t>
            </a:r>
          </a:p>
          <a:p>
            <a:endParaRPr lang="en-US" dirty="0"/>
          </a:p>
          <a:p>
            <a:endParaRPr lang="en-US" dirty="0"/>
          </a:p>
          <a:p>
            <a:endParaRPr lang="en-US" dirty="0"/>
          </a:p>
          <a:p>
            <a:endParaRPr lang="en-US" dirty="0"/>
          </a:p>
          <a:p>
            <a:endParaRPr lang="en-US" dirty="0"/>
          </a:p>
          <a:p>
            <a:endParaRPr lang="en-US" dirty="0"/>
          </a:p>
          <a:p>
            <a:r>
              <a:rPr lang="en-US" dirty="0"/>
              <a:t>Mel Spectrum -&gt; Waveform</a:t>
            </a:r>
          </a:p>
          <a:p>
            <a:pPr lvl="1"/>
            <a:r>
              <a:rPr lang="en-US" dirty="0"/>
              <a:t>Omni uses </a:t>
            </a:r>
            <a:r>
              <a:rPr lang="en-US" dirty="0" err="1"/>
              <a:t>BigVGAN</a:t>
            </a:r>
            <a:r>
              <a:rPr lang="en-US" dirty="0"/>
              <a:t> </a:t>
            </a:r>
          </a:p>
        </p:txBody>
      </p:sp>
      <p:pic>
        <p:nvPicPr>
          <p:cNvPr id="6" name="Picture 5">
            <a:extLst>
              <a:ext uri="{FF2B5EF4-FFF2-40B4-BE49-F238E27FC236}">
                <a16:creationId xmlns:a16="http://schemas.microsoft.com/office/drawing/2014/main" id="{F97B8382-DA03-F686-5B1B-8B2082256709}"/>
              </a:ext>
            </a:extLst>
          </p:cNvPr>
          <p:cNvPicPr>
            <a:picLocks noChangeAspect="1"/>
          </p:cNvPicPr>
          <p:nvPr/>
        </p:nvPicPr>
        <p:blipFill>
          <a:blip r:embed="rId2"/>
          <a:stretch>
            <a:fillRect/>
          </a:stretch>
        </p:blipFill>
        <p:spPr>
          <a:xfrm>
            <a:off x="6015319" y="1085754"/>
            <a:ext cx="5534797" cy="4401164"/>
          </a:xfrm>
          <a:prstGeom prst="rect">
            <a:avLst/>
          </a:prstGeom>
        </p:spPr>
      </p:pic>
      <p:sp>
        <p:nvSpPr>
          <p:cNvPr id="7" name="TextBox 6">
            <a:extLst>
              <a:ext uri="{FF2B5EF4-FFF2-40B4-BE49-F238E27FC236}">
                <a16:creationId xmlns:a16="http://schemas.microsoft.com/office/drawing/2014/main" id="{0A16D8DF-EB4D-FBA6-FD72-0CA1F8A29EF6}"/>
              </a:ext>
            </a:extLst>
          </p:cNvPr>
          <p:cNvSpPr txBox="1"/>
          <p:nvPr/>
        </p:nvSpPr>
        <p:spPr>
          <a:xfrm>
            <a:off x="666749" y="5947610"/>
            <a:ext cx="8667751" cy="354584"/>
          </a:xfrm>
          <a:prstGeom prst="rect">
            <a:avLst/>
          </a:prstGeom>
        </p:spPr>
        <p:txBody>
          <a:bodyPr wrap="square" lIns="0" tIns="0" rIns="0" bIns="0" rtlCol="0">
            <a:spAutoFit/>
          </a:bodyPr>
          <a:lstStyle/>
          <a:p>
            <a:pPr>
              <a:lnSpc>
                <a:spcPct val="96000"/>
              </a:lnSpc>
            </a:pPr>
            <a:r>
              <a:rPr lang="en-US" sz="1200" dirty="0">
                <a:solidFill>
                  <a:srgbClr val="000000"/>
                </a:solidFill>
                <a:latin typeface="Aptos" panose="020B0004020202020204" pitchFamily="34" charset="0"/>
                <a:cs typeface="Microsoft Sans Serif" panose="020B0604020202020204" pitchFamily="34" charset="0"/>
              </a:rPr>
              <a:t>*Flow Matching for Generative Modeling, </a:t>
            </a:r>
            <a:r>
              <a:rPr lang="en-US" sz="1200" dirty="0">
                <a:solidFill>
                  <a:srgbClr val="000000"/>
                </a:solidFill>
                <a:latin typeface="Aptos" panose="020B0004020202020204" pitchFamily="34" charset="0"/>
                <a:cs typeface="Microsoft Sans Serif" panose="020B0604020202020204" pitchFamily="34" charset="0"/>
                <a:hlinkClick r:id="rId3"/>
              </a:rPr>
              <a:t>https://arxiv.org/abs/2210.02747</a:t>
            </a:r>
            <a:endParaRPr lang="en-US" sz="1200" dirty="0">
              <a:solidFill>
                <a:srgbClr val="000000"/>
              </a:solidFill>
              <a:latin typeface="Aptos" panose="020B0004020202020204" pitchFamily="34" charset="0"/>
              <a:cs typeface="Microsoft Sans Serif" panose="020B0604020202020204" pitchFamily="34" charset="0"/>
            </a:endParaRPr>
          </a:p>
          <a:p>
            <a:pPr>
              <a:lnSpc>
                <a:spcPct val="96000"/>
              </a:lnSpc>
            </a:pPr>
            <a:r>
              <a:rPr lang="en-US" sz="1200" dirty="0">
                <a:solidFill>
                  <a:srgbClr val="000000"/>
                </a:solidFill>
                <a:latin typeface="Aptos" panose="020B0004020202020204" pitchFamily="34" charset="0"/>
                <a:cs typeface="Microsoft Sans Serif" panose="020B0604020202020204" pitchFamily="34" charset="0"/>
              </a:rPr>
              <a:t>*</a:t>
            </a:r>
            <a:r>
              <a:rPr lang="en-US" sz="1200" dirty="0" err="1">
                <a:solidFill>
                  <a:srgbClr val="000000"/>
                </a:solidFill>
                <a:latin typeface="Aptos" panose="020B0004020202020204" pitchFamily="34" charset="0"/>
                <a:cs typeface="Microsoft Sans Serif" panose="020B0604020202020204" pitchFamily="34" charset="0"/>
              </a:rPr>
              <a:t>BigVGAN</a:t>
            </a:r>
            <a:r>
              <a:rPr lang="en-US" sz="1200" dirty="0">
                <a:solidFill>
                  <a:srgbClr val="000000"/>
                </a:solidFill>
                <a:latin typeface="Aptos" panose="020B0004020202020204" pitchFamily="34" charset="0"/>
                <a:cs typeface="Microsoft Sans Serif" panose="020B0604020202020204" pitchFamily="34" charset="0"/>
              </a:rPr>
              <a:t>: A Universal Neural Vocoder with Large-Scale Training, https://arxiv.org/abs/2206.04658</a:t>
            </a:r>
          </a:p>
        </p:txBody>
      </p:sp>
      <p:pic>
        <p:nvPicPr>
          <p:cNvPr id="9" name="Picture 8">
            <a:extLst>
              <a:ext uri="{FF2B5EF4-FFF2-40B4-BE49-F238E27FC236}">
                <a16:creationId xmlns:a16="http://schemas.microsoft.com/office/drawing/2014/main" id="{CFD60690-D0DC-5434-1796-5D4FCC81A1C4}"/>
              </a:ext>
            </a:extLst>
          </p:cNvPr>
          <p:cNvPicPr>
            <a:picLocks noChangeAspect="1"/>
          </p:cNvPicPr>
          <p:nvPr/>
        </p:nvPicPr>
        <p:blipFill>
          <a:blip r:embed="rId4"/>
          <a:stretch>
            <a:fillRect/>
          </a:stretch>
        </p:blipFill>
        <p:spPr>
          <a:xfrm>
            <a:off x="752474" y="2476499"/>
            <a:ext cx="2176327" cy="2519635"/>
          </a:xfrm>
          <a:prstGeom prst="rect">
            <a:avLst/>
          </a:prstGeom>
        </p:spPr>
      </p:pic>
      <p:sp>
        <p:nvSpPr>
          <p:cNvPr id="10" name="TextBox 9">
            <a:extLst>
              <a:ext uri="{FF2B5EF4-FFF2-40B4-BE49-F238E27FC236}">
                <a16:creationId xmlns:a16="http://schemas.microsoft.com/office/drawing/2014/main" id="{724CB1B1-3F40-6B08-FCB8-27800A3649FA}"/>
              </a:ext>
            </a:extLst>
          </p:cNvPr>
          <p:cNvSpPr txBox="1"/>
          <p:nvPr/>
        </p:nvSpPr>
        <p:spPr>
          <a:xfrm>
            <a:off x="3429000" y="2505075"/>
            <a:ext cx="2228850" cy="1654427"/>
          </a:xfrm>
          <a:prstGeom prst="rect">
            <a:avLst/>
          </a:prstGeom>
        </p:spPr>
        <p:txBody>
          <a:bodyPr wrap="square" lIns="0" tIns="0" rIns="0" bIns="0" rtlCol="0">
            <a:spAutoFit/>
          </a:bodyPr>
          <a:lstStyle/>
          <a:p>
            <a:pPr algn="l">
              <a:lnSpc>
                <a:spcPct val="96000"/>
              </a:lnSpc>
            </a:pPr>
            <a:r>
              <a:rPr lang="en-US" sz="1600" dirty="0">
                <a:solidFill>
                  <a:srgbClr val="000000"/>
                </a:solidFill>
                <a:latin typeface="Aptos" panose="020B0004020202020204" pitchFamily="34" charset="0"/>
                <a:cs typeface="Microsoft Sans Serif" panose="020B0604020202020204" pitchFamily="34" charset="0"/>
              </a:rPr>
              <a:t>Grouping adjacent codecs into blocks, each decode step has attention mask of:</a:t>
            </a:r>
          </a:p>
          <a:p>
            <a:pPr marL="285750" indent="-285750" algn="l">
              <a:lnSpc>
                <a:spcPct val="96000"/>
              </a:lnSpc>
              <a:buFontTx/>
              <a:buChar char="-"/>
            </a:pPr>
            <a:r>
              <a:rPr lang="en-US" sz="1600" dirty="0">
                <a:solidFill>
                  <a:srgbClr val="000000"/>
                </a:solidFill>
                <a:latin typeface="Aptos" panose="020B0004020202020204" pitchFamily="34" charset="0"/>
                <a:cs typeface="Microsoft Sans Serif" panose="020B0604020202020204" pitchFamily="34" charset="0"/>
              </a:rPr>
              <a:t>Current 4 blocks</a:t>
            </a:r>
          </a:p>
          <a:p>
            <a:pPr marL="285750" indent="-285750" algn="l">
              <a:lnSpc>
                <a:spcPct val="96000"/>
              </a:lnSpc>
              <a:buFontTx/>
              <a:buChar char="-"/>
            </a:pPr>
            <a:r>
              <a:rPr lang="en-US" sz="1600" dirty="0">
                <a:solidFill>
                  <a:srgbClr val="000000"/>
                </a:solidFill>
                <a:latin typeface="Aptos" panose="020B0004020202020204" pitchFamily="34" charset="0"/>
                <a:cs typeface="Microsoft Sans Serif" panose="020B0604020202020204" pitchFamily="34" charset="0"/>
              </a:rPr>
              <a:t>Previous 2 blocks</a:t>
            </a:r>
          </a:p>
          <a:p>
            <a:pPr marL="285750" indent="-285750" algn="l">
              <a:lnSpc>
                <a:spcPct val="96000"/>
              </a:lnSpc>
              <a:buFontTx/>
              <a:buChar char="-"/>
            </a:pPr>
            <a:r>
              <a:rPr lang="en-US" sz="1600" dirty="0">
                <a:solidFill>
                  <a:srgbClr val="000000"/>
                </a:solidFill>
                <a:latin typeface="Aptos" panose="020B0004020202020204" pitchFamily="34" charset="0"/>
                <a:cs typeface="Microsoft Sans Serif" panose="020B0604020202020204" pitchFamily="34" charset="0"/>
              </a:rPr>
              <a:t>Future 1 block</a:t>
            </a:r>
          </a:p>
        </p:txBody>
      </p:sp>
    </p:spTree>
    <p:extLst>
      <p:ext uri="{BB962C8B-B14F-4D97-AF65-F5344CB8AC3E}">
        <p14:creationId xmlns:p14="http://schemas.microsoft.com/office/powerpoint/2010/main" val="2446319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5B76E-2E6F-5E68-63D3-EAFCB1B4D78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492AEC-2EB6-8248-6CA9-E458C0BBC29E}"/>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D3921496-5641-A6BB-2AAF-98C304628FB0}"/>
              </a:ext>
            </a:extLst>
          </p:cNvPr>
          <p:cNvSpPr>
            <a:spLocks noGrp="1"/>
          </p:cNvSpPr>
          <p:nvPr>
            <p:ph type="title"/>
          </p:nvPr>
        </p:nvSpPr>
        <p:spPr>
          <a:xfrm>
            <a:off x="435256" y="300387"/>
            <a:ext cx="11160126" cy="647700"/>
          </a:xfrm>
        </p:spPr>
        <p:txBody>
          <a:bodyPr/>
          <a:lstStyle/>
          <a:p>
            <a:r>
              <a:rPr lang="en-US" dirty="0"/>
              <a:t>Qwen2.5 Omni</a:t>
            </a:r>
            <a:br>
              <a:rPr lang="en-US" dirty="0"/>
            </a:br>
            <a:r>
              <a:rPr lang="en-US" dirty="0"/>
              <a:t>Training, Benchmark</a:t>
            </a:r>
          </a:p>
        </p:txBody>
      </p:sp>
      <p:sp>
        <p:nvSpPr>
          <p:cNvPr id="4" name="Content Placeholder 3">
            <a:extLst>
              <a:ext uri="{FF2B5EF4-FFF2-40B4-BE49-F238E27FC236}">
                <a16:creationId xmlns:a16="http://schemas.microsoft.com/office/drawing/2014/main" id="{50CC7617-C007-A2FF-D2F3-B1F86369ADED}"/>
              </a:ext>
            </a:extLst>
          </p:cNvPr>
          <p:cNvSpPr>
            <a:spLocks noGrp="1"/>
          </p:cNvSpPr>
          <p:nvPr>
            <p:ph idx="1"/>
          </p:nvPr>
        </p:nvSpPr>
        <p:spPr>
          <a:xfrm>
            <a:off x="435256" y="1299621"/>
            <a:ext cx="11160126" cy="2225073"/>
          </a:xfrm>
        </p:spPr>
        <p:txBody>
          <a:bodyPr/>
          <a:lstStyle/>
          <a:p>
            <a:pPr marL="0" indent="0">
              <a:buNone/>
            </a:pPr>
            <a:r>
              <a:rPr lang="en-US" sz="1800" dirty="0"/>
              <a:t>0.    Initialize weights coming from Qwen2-Audio, Qwen2.5, Whisper-large-v3</a:t>
            </a:r>
          </a:p>
          <a:p>
            <a:pPr marL="457200" indent="-457200">
              <a:buFont typeface="+mj-lt"/>
              <a:buAutoNum type="arabicPeriod"/>
            </a:pPr>
            <a:r>
              <a:rPr lang="en-US" sz="1800" dirty="0"/>
              <a:t>Freeze LLM, train Vision/Audio Encoder</a:t>
            </a:r>
          </a:p>
          <a:p>
            <a:pPr marL="457200" indent="-457200">
              <a:buFont typeface="+mj-lt"/>
              <a:buAutoNum type="arabicPeriod"/>
            </a:pPr>
            <a:r>
              <a:rPr lang="en-US" sz="1800" dirty="0"/>
              <a:t>Unfreeze LLM, train with Vision/Audio Encoder</a:t>
            </a:r>
          </a:p>
          <a:p>
            <a:pPr marL="687388" lvl="1" indent="-457200">
              <a:buFont typeface="+mj-lt"/>
              <a:buAutoNum type="arabicPeriod"/>
            </a:pPr>
            <a:r>
              <a:rPr lang="en-US" sz="1800" dirty="0"/>
              <a:t>800 billion tokens of image and video related data, 300 billion tokens of audio related data, and 100 billion tokens of video with audio related data</a:t>
            </a:r>
          </a:p>
          <a:p>
            <a:pPr marL="457200" indent="-457200">
              <a:buFont typeface="+mj-lt"/>
              <a:buAutoNum type="arabicPeriod"/>
            </a:pPr>
            <a:r>
              <a:rPr lang="en-US" sz="1800" dirty="0"/>
              <a:t>Train with Long Context length 32K</a:t>
            </a:r>
          </a:p>
        </p:txBody>
      </p:sp>
      <p:sp>
        <p:nvSpPr>
          <p:cNvPr id="5" name="Content Placeholder 3">
            <a:extLst>
              <a:ext uri="{FF2B5EF4-FFF2-40B4-BE49-F238E27FC236}">
                <a16:creationId xmlns:a16="http://schemas.microsoft.com/office/drawing/2014/main" id="{C221967E-636A-4F8A-128A-BC9A73F1AAF4}"/>
              </a:ext>
            </a:extLst>
          </p:cNvPr>
          <p:cNvSpPr txBox="1">
            <a:spLocks/>
          </p:cNvSpPr>
          <p:nvPr/>
        </p:nvSpPr>
        <p:spPr>
          <a:xfrm>
            <a:off x="435256" y="3649296"/>
            <a:ext cx="11160126" cy="2225073"/>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pPr marL="342900" indent="-342900">
              <a:buFont typeface="Arial" panose="020B0604020202020204" pitchFamily="34" charset="0"/>
              <a:buAutoNum type="arabicPeriod"/>
            </a:pPr>
            <a:r>
              <a:rPr lang="en-US" sz="1800" dirty="0"/>
              <a:t>Instruction-following data with </a:t>
            </a:r>
            <a:r>
              <a:rPr lang="en-US" sz="1800" dirty="0" err="1"/>
              <a:t>ChatML</a:t>
            </a:r>
            <a:r>
              <a:rPr lang="en-US" sz="1800" dirty="0"/>
              <a:t> (instruction-finetuning)</a:t>
            </a:r>
          </a:p>
          <a:p>
            <a:pPr marL="342900" indent="-342900">
              <a:buFont typeface="Arial" panose="020B0604020202020204" pitchFamily="34" charset="0"/>
              <a:buAutoNum type="arabicPeriod"/>
            </a:pPr>
            <a:r>
              <a:rPr lang="en-US" sz="1800" dirty="0"/>
              <a:t>Train Talker</a:t>
            </a:r>
          </a:p>
          <a:p>
            <a:pPr marL="573088" lvl="1" indent="-342900">
              <a:buFont typeface="Arial" panose="020B0604020202020204" pitchFamily="34" charset="0"/>
              <a:buAutoNum type="arabicPeriod"/>
            </a:pPr>
            <a:r>
              <a:rPr lang="en-US" sz="1800" dirty="0"/>
              <a:t> In-Context Learning (ICL) training phase: to learn context continuation. Next-token prediction, multimodal contexts and spoken responses</a:t>
            </a:r>
          </a:p>
          <a:p>
            <a:pPr marL="573088" lvl="1" indent="-342900">
              <a:buFont typeface="Arial" panose="020B0604020202020204" pitchFamily="34" charset="0"/>
              <a:buAutoNum type="arabicPeriod"/>
            </a:pPr>
            <a:r>
              <a:rPr lang="en-US" sz="1800" dirty="0"/>
              <a:t>Utilize DPO (Rafailov et al., 2023 *) to enhance the stability of speech generation. </a:t>
            </a:r>
          </a:p>
          <a:p>
            <a:pPr marL="709613" lvl="2" indent="-342900"/>
            <a:r>
              <a:rPr lang="en-US" sz="1600" dirty="0"/>
              <a:t>This is a RL phase to mitigate the issue that pretraining data inevitably contains label noise and pronunciation errors</a:t>
            </a:r>
          </a:p>
          <a:p>
            <a:pPr marL="573088" lvl="1" indent="-342900">
              <a:buFont typeface="Arial" panose="020B0604020202020204" pitchFamily="34" charset="0"/>
              <a:buAutoNum type="arabicPeriod"/>
            </a:pPr>
            <a:r>
              <a:rPr lang="en-US" sz="1800" dirty="0"/>
              <a:t>Apply multi-speaker instruction fine-tuning to improve the naturalness and controllability of the speech responses</a:t>
            </a:r>
          </a:p>
        </p:txBody>
      </p:sp>
      <p:sp>
        <p:nvSpPr>
          <p:cNvPr id="6" name="TextBox 5">
            <a:extLst>
              <a:ext uri="{FF2B5EF4-FFF2-40B4-BE49-F238E27FC236}">
                <a16:creationId xmlns:a16="http://schemas.microsoft.com/office/drawing/2014/main" id="{293A1271-8D41-2222-21BA-A4842CD60C0F}"/>
              </a:ext>
            </a:extLst>
          </p:cNvPr>
          <p:cNvSpPr txBox="1"/>
          <p:nvPr/>
        </p:nvSpPr>
        <p:spPr>
          <a:xfrm>
            <a:off x="971550" y="6321266"/>
            <a:ext cx="6496050" cy="236347"/>
          </a:xfrm>
          <a:prstGeom prst="rect">
            <a:avLst/>
          </a:prstGeom>
        </p:spPr>
        <p:txBody>
          <a:bodyPr wrap="square" lIns="0" tIns="0" rIns="0" bIns="0" rtlCol="0">
            <a:spAutoFit/>
          </a:bodyPr>
          <a:lstStyle/>
          <a:p>
            <a:pPr>
              <a:lnSpc>
                <a:spcPct val="96000"/>
              </a:lnSpc>
            </a:pPr>
            <a:r>
              <a:rPr lang="en-US" sz="1600" dirty="0">
                <a:solidFill>
                  <a:srgbClr val="000000"/>
                </a:solidFill>
                <a:latin typeface="Aptos" panose="020B0004020202020204" pitchFamily="34" charset="0"/>
                <a:cs typeface="Microsoft Sans Serif" panose="020B0604020202020204" pitchFamily="34" charset="0"/>
              </a:rPr>
              <a:t>* </a:t>
            </a:r>
            <a:r>
              <a:rPr lang="en-US" sz="1600" dirty="0"/>
              <a:t>Your language model is secretly a reward model. In </a:t>
            </a:r>
            <a:r>
              <a:rPr lang="en-US" sz="1600" dirty="0" err="1"/>
              <a:t>NeurIPS</a:t>
            </a:r>
            <a:r>
              <a:rPr lang="en-US" sz="1600" dirty="0"/>
              <a:t>, 2023</a:t>
            </a:r>
            <a:endParaRPr lang="en-US" sz="1600" dirty="0">
              <a:solidFill>
                <a:srgbClr val="000000"/>
              </a:solidFill>
              <a:latin typeface="Aptos" panose="020B0004020202020204" pitchFamily="34" charset="0"/>
              <a:cs typeface="Microsoft Sans Serif" panose="020B0604020202020204" pitchFamily="34" charset="0"/>
            </a:endParaRPr>
          </a:p>
        </p:txBody>
      </p:sp>
      <p:sp>
        <p:nvSpPr>
          <p:cNvPr id="7" name="Rectangle: Rounded Corners 6">
            <a:extLst>
              <a:ext uri="{FF2B5EF4-FFF2-40B4-BE49-F238E27FC236}">
                <a16:creationId xmlns:a16="http://schemas.microsoft.com/office/drawing/2014/main" id="{9B010414-2C0F-53F2-6EA3-06CAA8DC090E}"/>
              </a:ext>
            </a:extLst>
          </p:cNvPr>
          <p:cNvSpPr/>
          <p:nvPr/>
        </p:nvSpPr>
        <p:spPr>
          <a:xfrm>
            <a:off x="435256" y="1071578"/>
            <a:ext cx="1885950" cy="213740"/>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bg1"/>
                </a:solidFill>
                <a:latin typeface="Microsoft Sans Serif"/>
                <a:cs typeface="Microsoft Sans Serif" panose="020B0604020202020204" pitchFamily="34" charset="0"/>
              </a:rPr>
              <a:t>Pre-training</a:t>
            </a:r>
          </a:p>
        </p:txBody>
      </p:sp>
      <p:sp>
        <p:nvSpPr>
          <p:cNvPr id="8" name="Rectangle: Rounded Corners 7">
            <a:extLst>
              <a:ext uri="{FF2B5EF4-FFF2-40B4-BE49-F238E27FC236}">
                <a16:creationId xmlns:a16="http://schemas.microsoft.com/office/drawing/2014/main" id="{55845610-9EB0-B5D4-D619-2481996EC406}"/>
              </a:ext>
            </a:extLst>
          </p:cNvPr>
          <p:cNvSpPr/>
          <p:nvPr/>
        </p:nvSpPr>
        <p:spPr>
          <a:xfrm>
            <a:off x="381000" y="3373882"/>
            <a:ext cx="1885950" cy="213740"/>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6000"/>
              </a:lnSpc>
            </a:pPr>
            <a:r>
              <a:rPr lang="en-US" dirty="0">
                <a:solidFill>
                  <a:schemeClr val="bg1"/>
                </a:solidFill>
                <a:latin typeface="Microsoft Sans Serif"/>
                <a:cs typeface="Microsoft Sans Serif" panose="020B0604020202020204" pitchFamily="34" charset="0"/>
              </a:rPr>
              <a:t>Post-training</a:t>
            </a:r>
          </a:p>
        </p:txBody>
      </p:sp>
    </p:spTree>
    <p:extLst>
      <p:ext uri="{BB962C8B-B14F-4D97-AF65-F5344CB8AC3E}">
        <p14:creationId xmlns:p14="http://schemas.microsoft.com/office/powerpoint/2010/main" val="80023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DD20B-68F4-4F01-9405-A8BAB3FDD6A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78C368-F1BA-000E-6784-95A7A768D4A7}"/>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AE1C0548-4260-306D-1259-AC1C887CE62F}"/>
              </a:ext>
            </a:extLst>
          </p:cNvPr>
          <p:cNvSpPr>
            <a:spLocks noGrp="1"/>
          </p:cNvSpPr>
          <p:nvPr>
            <p:ph type="title"/>
          </p:nvPr>
        </p:nvSpPr>
        <p:spPr>
          <a:xfrm>
            <a:off x="435256" y="300387"/>
            <a:ext cx="11160126" cy="647700"/>
          </a:xfrm>
        </p:spPr>
        <p:txBody>
          <a:bodyPr/>
          <a:lstStyle/>
          <a:p>
            <a:r>
              <a:rPr lang="en-US" dirty="0"/>
              <a:t>Qwen2.5 Omni</a:t>
            </a:r>
            <a:br>
              <a:rPr lang="en-US" dirty="0"/>
            </a:br>
            <a:r>
              <a:rPr lang="en-US" dirty="0"/>
              <a:t>Training, Benchmark</a:t>
            </a:r>
          </a:p>
        </p:txBody>
      </p:sp>
      <p:sp>
        <p:nvSpPr>
          <p:cNvPr id="4" name="Content Placeholder 3">
            <a:extLst>
              <a:ext uri="{FF2B5EF4-FFF2-40B4-BE49-F238E27FC236}">
                <a16:creationId xmlns:a16="http://schemas.microsoft.com/office/drawing/2014/main" id="{5CF5CEA0-F7C5-2BF2-C88F-F09F9B8038E7}"/>
              </a:ext>
            </a:extLst>
          </p:cNvPr>
          <p:cNvSpPr>
            <a:spLocks noGrp="1"/>
          </p:cNvSpPr>
          <p:nvPr>
            <p:ph idx="1"/>
          </p:nvPr>
        </p:nvSpPr>
        <p:spPr>
          <a:xfrm>
            <a:off x="435256" y="1085754"/>
            <a:ext cx="11160126" cy="4344989"/>
          </a:xfrm>
        </p:spPr>
        <p:txBody>
          <a:bodyPr/>
          <a:lstStyle/>
          <a:p>
            <a:endParaRPr lang="en-US" dirty="0"/>
          </a:p>
        </p:txBody>
      </p:sp>
      <p:pic>
        <p:nvPicPr>
          <p:cNvPr id="6" name="Picture 5">
            <a:extLst>
              <a:ext uri="{FF2B5EF4-FFF2-40B4-BE49-F238E27FC236}">
                <a16:creationId xmlns:a16="http://schemas.microsoft.com/office/drawing/2014/main" id="{032E51AC-FA4B-E4AF-F050-C9613DF9345B}"/>
              </a:ext>
            </a:extLst>
          </p:cNvPr>
          <p:cNvPicPr>
            <a:picLocks noChangeAspect="1"/>
          </p:cNvPicPr>
          <p:nvPr/>
        </p:nvPicPr>
        <p:blipFill>
          <a:blip r:embed="rId2"/>
          <a:stretch>
            <a:fillRect/>
          </a:stretch>
        </p:blipFill>
        <p:spPr>
          <a:xfrm>
            <a:off x="435256" y="1041843"/>
            <a:ext cx="9463920" cy="5355083"/>
          </a:xfrm>
          <a:prstGeom prst="rect">
            <a:avLst/>
          </a:prstGeom>
        </p:spPr>
      </p:pic>
    </p:spTree>
    <p:extLst>
      <p:ext uri="{BB962C8B-B14F-4D97-AF65-F5344CB8AC3E}">
        <p14:creationId xmlns:p14="http://schemas.microsoft.com/office/powerpoint/2010/main" val="3032711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8FE10-2A5B-15A6-7C0C-58377AF2F04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3B7448-5F92-563E-E540-C5AEE254C264}"/>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2E8CC043-EFF0-72BC-2DF5-B081F8837A06}"/>
              </a:ext>
            </a:extLst>
          </p:cNvPr>
          <p:cNvSpPr>
            <a:spLocks noGrp="1"/>
          </p:cNvSpPr>
          <p:nvPr>
            <p:ph type="title"/>
          </p:nvPr>
        </p:nvSpPr>
        <p:spPr>
          <a:xfrm>
            <a:off x="435256" y="300387"/>
            <a:ext cx="11160126" cy="647700"/>
          </a:xfrm>
        </p:spPr>
        <p:txBody>
          <a:bodyPr/>
          <a:lstStyle/>
          <a:p>
            <a:r>
              <a:rPr lang="en-US" dirty="0"/>
              <a:t>Qwen2.5 Omni</a:t>
            </a:r>
            <a:br>
              <a:rPr lang="en-US" dirty="0"/>
            </a:br>
            <a:r>
              <a:rPr lang="en-US" dirty="0"/>
              <a:t>Future Study</a:t>
            </a:r>
          </a:p>
        </p:txBody>
      </p:sp>
      <p:sp>
        <p:nvSpPr>
          <p:cNvPr id="4" name="Content Placeholder 3">
            <a:extLst>
              <a:ext uri="{FF2B5EF4-FFF2-40B4-BE49-F238E27FC236}">
                <a16:creationId xmlns:a16="http://schemas.microsoft.com/office/drawing/2014/main" id="{06118699-7FF0-52DE-AAA0-BF8D536AB71C}"/>
              </a:ext>
            </a:extLst>
          </p:cNvPr>
          <p:cNvSpPr>
            <a:spLocks noGrp="1"/>
          </p:cNvSpPr>
          <p:nvPr>
            <p:ph idx="1"/>
          </p:nvPr>
        </p:nvSpPr>
        <p:spPr>
          <a:xfrm>
            <a:off x="435256" y="1085754"/>
            <a:ext cx="11160126" cy="4344989"/>
          </a:xfrm>
        </p:spPr>
        <p:txBody>
          <a:bodyPr/>
          <a:lstStyle/>
          <a:p>
            <a:r>
              <a:rPr lang="en-US" sz="2000" dirty="0"/>
              <a:t>Fast Omni model deployment:	</a:t>
            </a:r>
          </a:p>
          <a:p>
            <a:pPr lvl="1"/>
            <a:r>
              <a:rPr lang="en-US" sz="2000" dirty="0" err="1"/>
              <a:t>vLLM</a:t>
            </a:r>
            <a:r>
              <a:rPr lang="en-US" sz="2000" dirty="0"/>
              <a:t>-Omni: </a:t>
            </a:r>
            <a:r>
              <a:rPr lang="en-US" sz="2000" dirty="0">
                <a:hlinkClick r:id="rId2"/>
              </a:rPr>
              <a:t>https://github.com/vllm-project/vllm-omni</a:t>
            </a:r>
            <a:endParaRPr lang="en-US" sz="2000" dirty="0"/>
          </a:p>
          <a:p>
            <a:r>
              <a:rPr lang="en-US" sz="2000" dirty="0"/>
              <a:t>Multi-turn, Any-to-Any ability</a:t>
            </a:r>
          </a:p>
          <a:p>
            <a:pPr lvl="1"/>
            <a:r>
              <a:rPr lang="en-US" sz="2000" dirty="0"/>
              <a:t>Gemini-Omni: </a:t>
            </a:r>
            <a:r>
              <a:rPr lang="en-US" sz="2000" dirty="0">
                <a:hlinkClick r:id="rId3"/>
              </a:rPr>
              <a:t>https://blog.google/innovation-and-ai/models-and-research/gemini-models/gemini-omni/</a:t>
            </a:r>
            <a:endParaRPr lang="en-US" sz="2000" dirty="0"/>
          </a:p>
          <a:p>
            <a:pPr lvl="1"/>
            <a:r>
              <a:rPr lang="en-US" sz="2000" dirty="0"/>
              <a:t>Next-Omni: https://arxiv.org/abs/2510.13721</a:t>
            </a:r>
          </a:p>
          <a:p>
            <a:r>
              <a:rPr lang="en-US" sz="2000" dirty="0"/>
              <a:t>Holistic Evaluation &amp; Benchmarking: </a:t>
            </a:r>
          </a:p>
          <a:p>
            <a:pPr lvl="1"/>
            <a:r>
              <a:rPr lang="en-US" sz="2000" dirty="0"/>
              <a:t>New evaluation tools like </a:t>
            </a:r>
            <a:r>
              <a:rPr lang="en-US" sz="2000" dirty="0" err="1"/>
              <a:t>FutureOmni</a:t>
            </a:r>
            <a:r>
              <a:rPr lang="en-US" sz="2000" dirty="0"/>
              <a:t> [https://arxiv.org/abs/2601.13836]and Omni-</a:t>
            </a:r>
            <a:r>
              <a:rPr lang="en-US" sz="2000" dirty="0" err="1"/>
              <a:t>WorldBench</a:t>
            </a:r>
            <a:r>
              <a:rPr lang="en-US" sz="2000" dirty="0"/>
              <a:t> [https://arxiv.org/abs/2603.22212] are actively being developed to test omni models’ ability to forecast future events</a:t>
            </a:r>
          </a:p>
        </p:txBody>
      </p:sp>
    </p:spTree>
    <p:extLst>
      <p:ext uri="{BB962C8B-B14F-4D97-AF65-F5344CB8AC3E}">
        <p14:creationId xmlns:p14="http://schemas.microsoft.com/office/powerpoint/2010/main" val="380817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339DF-5E47-7928-427A-B12C49C0C7C1}"/>
              </a:ext>
            </a:extLst>
          </p:cNvPr>
          <p:cNvSpPr>
            <a:spLocks noGrp="1"/>
          </p:cNvSpPr>
          <p:nvPr>
            <p:ph type="title"/>
          </p:nvPr>
        </p:nvSpPr>
        <p:spPr/>
        <p:txBody>
          <a:bodyPr/>
          <a:lstStyle/>
          <a:p>
            <a:r>
              <a:rPr lang="en-US" dirty="0" err="1"/>
              <a:t>vLLM</a:t>
            </a:r>
            <a:r>
              <a:rPr lang="en-US" dirty="0"/>
              <a:t> </a:t>
            </a:r>
            <a:r>
              <a:rPr lang="en-US" dirty="0" err="1"/>
              <a:t>PageAttention</a:t>
            </a:r>
            <a:endParaRPr lang="en-US" dirty="0"/>
          </a:p>
        </p:txBody>
      </p:sp>
      <p:sp>
        <p:nvSpPr>
          <p:cNvPr id="3" name="TextBox 2">
            <a:extLst>
              <a:ext uri="{FF2B5EF4-FFF2-40B4-BE49-F238E27FC236}">
                <a16:creationId xmlns:a16="http://schemas.microsoft.com/office/drawing/2014/main" id="{A7E2420D-2C56-B282-EAF4-E9B48CB2E46F}"/>
              </a:ext>
            </a:extLst>
          </p:cNvPr>
          <p:cNvSpPr txBox="1"/>
          <p:nvPr/>
        </p:nvSpPr>
        <p:spPr>
          <a:xfrm>
            <a:off x="620712" y="5295900"/>
            <a:ext cx="5580063" cy="709040"/>
          </a:xfrm>
          <a:prstGeom prst="rect">
            <a:avLst/>
          </a:prstGeom>
        </p:spPr>
        <p:txBody>
          <a:bodyPr wrap="square" lIns="0" tIns="0" rIns="0" bIns="0" rtlCol="0">
            <a:spAutoFit/>
          </a:bodyPr>
          <a:lstStyle/>
          <a:p>
            <a:pPr>
              <a:lnSpc>
                <a:spcPct val="96000"/>
              </a:lnSpc>
            </a:pPr>
            <a:r>
              <a:rPr lang="en-US" sz="1600" dirty="0">
                <a:latin typeface="Aptos" panose="020B0004020202020204" pitchFamily="34" charset="0"/>
                <a:cs typeface="Microsoft Sans Serif" panose="020B0604020202020204" pitchFamily="34" charset="0"/>
              </a:rPr>
              <a:t>Efficient Memory Management for Large Language Model Serving with </a:t>
            </a:r>
            <a:r>
              <a:rPr lang="en-US" sz="1600" dirty="0" err="1">
                <a:latin typeface="Aptos" panose="020B0004020202020204" pitchFamily="34" charset="0"/>
                <a:cs typeface="Microsoft Sans Serif" panose="020B0604020202020204" pitchFamily="34" charset="0"/>
              </a:rPr>
              <a:t>PagedAttention</a:t>
            </a:r>
            <a:r>
              <a:rPr lang="en-US" sz="1600" dirty="0">
                <a:latin typeface="Aptos" panose="020B0004020202020204" pitchFamily="34" charset="0"/>
                <a:cs typeface="Microsoft Sans Serif" panose="020B0604020202020204" pitchFamily="34" charset="0"/>
              </a:rPr>
              <a:t>, SOSP 2023,</a:t>
            </a:r>
          </a:p>
          <a:p>
            <a:pPr>
              <a:lnSpc>
                <a:spcPct val="96000"/>
              </a:lnSpc>
            </a:pPr>
            <a:r>
              <a:rPr lang="en-US" sz="1600" dirty="0">
                <a:latin typeface="Aptos" panose="020B0004020202020204" pitchFamily="34" charset="0"/>
                <a:cs typeface="Microsoft Sans Serif" panose="020B0604020202020204" pitchFamily="34" charset="0"/>
              </a:rPr>
              <a:t>https://arxiv.org/pdf/2309.06180</a:t>
            </a:r>
          </a:p>
        </p:txBody>
      </p:sp>
    </p:spTree>
    <p:extLst>
      <p:ext uri="{BB962C8B-B14F-4D97-AF65-F5344CB8AC3E}">
        <p14:creationId xmlns:p14="http://schemas.microsoft.com/office/powerpoint/2010/main" val="52620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9CF10-F174-584F-47B9-F3E2DD2F3DE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82985D-44C3-5538-964E-19828C7AFE90}"/>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58224F28-C136-259E-5EE4-158DC3BA93FC}"/>
              </a:ext>
            </a:extLst>
          </p:cNvPr>
          <p:cNvSpPr>
            <a:spLocks noGrp="1"/>
          </p:cNvSpPr>
          <p:nvPr>
            <p:ph type="title"/>
          </p:nvPr>
        </p:nvSpPr>
        <p:spPr>
          <a:xfrm>
            <a:off x="435256" y="300387"/>
            <a:ext cx="11160126" cy="647700"/>
          </a:xfrm>
        </p:spPr>
        <p:txBody>
          <a:bodyPr/>
          <a:lstStyle/>
          <a:p>
            <a:r>
              <a:rPr lang="en-US" dirty="0" err="1"/>
              <a:t>vLLM</a:t>
            </a:r>
            <a:r>
              <a:rPr lang="en-US" dirty="0"/>
              <a:t> </a:t>
            </a:r>
            <a:r>
              <a:rPr lang="en-US" dirty="0" err="1"/>
              <a:t>PagedAttention</a:t>
            </a:r>
            <a:br>
              <a:rPr lang="en-US" dirty="0"/>
            </a:br>
            <a:r>
              <a:rPr lang="en-US" dirty="0"/>
              <a:t>Background</a:t>
            </a:r>
          </a:p>
        </p:txBody>
      </p:sp>
      <p:sp>
        <p:nvSpPr>
          <p:cNvPr id="4" name="Content Placeholder 3">
            <a:extLst>
              <a:ext uri="{FF2B5EF4-FFF2-40B4-BE49-F238E27FC236}">
                <a16:creationId xmlns:a16="http://schemas.microsoft.com/office/drawing/2014/main" id="{14437AC2-0772-88BF-ABCD-B8E84D1232FA}"/>
              </a:ext>
            </a:extLst>
          </p:cNvPr>
          <p:cNvSpPr>
            <a:spLocks noGrp="1"/>
          </p:cNvSpPr>
          <p:nvPr>
            <p:ph idx="1"/>
          </p:nvPr>
        </p:nvSpPr>
        <p:spPr>
          <a:xfrm>
            <a:off x="435256" y="1128284"/>
            <a:ext cx="11160126" cy="4344989"/>
          </a:xfrm>
        </p:spPr>
        <p:txBody>
          <a:bodyPr/>
          <a:lstStyle/>
          <a:p>
            <a:pPr marL="0" indent="0">
              <a:buNone/>
            </a:pPr>
            <a:r>
              <a:rPr lang="en-US" sz="1800" dirty="0" err="1"/>
              <a:t>KVCache</a:t>
            </a:r>
            <a:r>
              <a:rPr lang="en-US" sz="1800" dirty="0"/>
              <a:t> takes up ~30% of the RAM memory. </a:t>
            </a:r>
            <a:r>
              <a:rPr lang="en-US" sz="1800" dirty="0" err="1"/>
              <a:t>KVCache</a:t>
            </a:r>
            <a:r>
              <a:rPr lang="en-US" sz="1800" dirty="0"/>
              <a:t> Management has become significant for LLM services.</a:t>
            </a:r>
          </a:p>
          <a:p>
            <a:pPr marL="0" indent="0">
              <a:buNone/>
            </a:pPr>
            <a:r>
              <a:rPr lang="en-US" sz="1800" dirty="0"/>
              <a:t>In a LLM service system that handles a large number of prompts, current system face following issue in </a:t>
            </a:r>
            <a:r>
              <a:rPr lang="en-US" sz="1800" dirty="0" err="1"/>
              <a:t>KVCache</a:t>
            </a:r>
            <a:r>
              <a:rPr lang="en-US" sz="1800" dirty="0"/>
              <a:t>:</a:t>
            </a:r>
          </a:p>
          <a:p>
            <a:r>
              <a:rPr lang="en-US" sz="1800" dirty="0"/>
              <a:t>Internal memory fragmentation</a:t>
            </a:r>
          </a:p>
          <a:p>
            <a:pPr lvl="1"/>
            <a:r>
              <a:rPr lang="en-US" sz="1800" dirty="0"/>
              <a:t>To store the KV cache of a request in contiguous space, they pre-allocate a contiguous chunk of memory with the request’s maximum length. But actual usage can be a lot shorter!</a:t>
            </a:r>
          </a:p>
          <a:p>
            <a:pPr lvl="1"/>
            <a:r>
              <a:rPr lang="en-US" sz="1800" dirty="0"/>
              <a:t>It takes time for a prompt to use up to its allocated KV cache length, but the entire chunk is occupied during its lifetime.</a:t>
            </a:r>
          </a:p>
          <a:p>
            <a:r>
              <a:rPr lang="en-US" sz="1800" dirty="0"/>
              <a:t>external memory fragmentation</a:t>
            </a:r>
          </a:p>
          <a:p>
            <a:pPr lvl="1"/>
            <a:r>
              <a:rPr lang="en-US" sz="1800" dirty="0"/>
              <a:t> the pre-allocated size can be different for each request</a:t>
            </a:r>
          </a:p>
        </p:txBody>
      </p:sp>
      <p:pic>
        <p:nvPicPr>
          <p:cNvPr id="6" name="Picture 5">
            <a:extLst>
              <a:ext uri="{FF2B5EF4-FFF2-40B4-BE49-F238E27FC236}">
                <a16:creationId xmlns:a16="http://schemas.microsoft.com/office/drawing/2014/main" id="{16A733DA-6358-FB40-F1C9-0BD69B1A76D0}"/>
              </a:ext>
            </a:extLst>
          </p:cNvPr>
          <p:cNvPicPr>
            <a:picLocks noChangeAspect="1"/>
          </p:cNvPicPr>
          <p:nvPr/>
        </p:nvPicPr>
        <p:blipFill>
          <a:blip r:embed="rId2"/>
          <a:stretch>
            <a:fillRect/>
          </a:stretch>
        </p:blipFill>
        <p:spPr>
          <a:xfrm>
            <a:off x="830534" y="4183490"/>
            <a:ext cx="4090789" cy="2331610"/>
          </a:xfrm>
          <a:prstGeom prst="rect">
            <a:avLst/>
          </a:prstGeom>
        </p:spPr>
      </p:pic>
      <p:pic>
        <p:nvPicPr>
          <p:cNvPr id="8" name="Picture 7">
            <a:extLst>
              <a:ext uri="{FF2B5EF4-FFF2-40B4-BE49-F238E27FC236}">
                <a16:creationId xmlns:a16="http://schemas.microsoft.com/office/drawing/2014/main" id="{EBF793A8-7769-947D-75A1-E92CEE931A85}"/>
              </a:ext>
            </a:extLst>
          </p:cNvPr>
          <p:cNvPicPr>
            <a:picLocks noChangeAspect="1"/>
          </p:cNvPicPr>
          <p:nvPr/>
        </p:nvPicPr>
        <p:blipFill>
          <a:blip r:embed="rId3"/>
          <a:stretch>
            <a:fillRect/>
          </a:stretch>
        </p:blipFill>
        <p:spPr>
          <a:xfrm>
            <a:off x="6443498" y="3858865"/>
            <a:ext cx="4600739" cy="2538061"/>
          </a:xfrm>
          <a:prstGeom prst="rect">
            <a:avLst/>
          </a:prstGeom>
        </p:spPr>
      </p:pic>
    </p:spTree>
    <p:extLst>
      <p:ext uri="{BB962C8B-B14F-4D97-AF65-F5344CB8AC3E}">
        <p14:creationId xmlns:p14="http://schemas.microsoft.com/office/powerpoint/2010/main" val="668076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EE018-5FA1-CEE6-2B4C-51AE2ECCBB6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0FE376-6BE0-14B1-1947-9392276BF98A}"/>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E728923F-92BD-74C2-A37E-CE6B8F3AEDBE}"/>
              </a:ext>
            </a:extLst>
          </p:cNvPr>
          <p:cNvSpPr>
            <a:spLocks noGrp="1"/>
          </p:cNvSpPr>
          <p:nvPr>
            <p:ph type="title"/>
          </p:nvPr>
        </p:nvSpPr>
        <p:spPr>
          <a:xfrm>
            <a:off x="435256" y="300387"/>
            <a:ext cx="11160126" cy="647700"/>
          </a:xfrm>
        </p:spPr>
        <p:txBody>
          <a:bodyPr/>
          <a:lstStyle/>
          <a:p>
            <a:r>
              <a:rPr lang="en-US" dirty="0" err="1"/>
              <a:t>vLLM</a:t>
            </a:r>
            <a:r>
              <a:rPr lang="en-US" dirty="0"/>
              <a:t> </a:t>
            </a:r>
            <a:r>
              <a:rPr lang="en-US" dirty="0" err="1"/>
              <a:t>PagedAttention</a:t>
            </a:r>
            <a:br>
              <a:rPr lang="en-US" dirty="0"/>
            </a:br>
            <a:r>
              <a:rPr lang="en-US" dirty="0"/>
              <a:t>Background</a:t>
            </a:r>
          </a:p>
        </p:txBody>
      </p:sp>
      <p:sp>
        <p:nvSpPr>
          <p:cNvPr id="4" name="Content Placeholder 3">
            <a:extLst>
              <a:ext uri="{FF2B5EF4-FFF2-40B4-BE49-F238E27FC236}">
                <a16:creationId xmlns:a16="http://schemas.microsoft.com/office/drawing/2014/main" id="{114779B2-8F59-D0C0-1909-654129425845}"/>
              </a:ext>
            </a:extLst>
          </p:cNvPr>
          <p:cNvSpPr>
            <a:spLocks noGrp="1"/>
          </p:cNvSpPr>
          <p:nvPr>
            <p:ph idx="1"/>
          </p:nvPr>
        </p:nvSpPr>
        <p:spPr>
          <a:xfrm>
            <a:off x="435256" y="1085754"/>
            <a:ext cx="11160126" cy="4344989"/>
          </a:xfrm>
        </p:spPr>
        <p:txBody>
          <a:bodyPr/>
          <a:lstStyle/>
          <a:p>
            <a:pPr marL="0" indent="0">
              <a:buNone/>
            </a:pPr>
            <a:r>
              <a:rPr lang="en-US" sz="1800" dirty="0"/>
              <a:t>In a LLM service system that handles a large number of prompts, current system face following issue in </a:t>
            </a:r>
            <a:r>
              <a:rPr lang="en-US" sz="1800" dirty="0" err="1"/>
              <a:t>KVCache</a:t>
            </a:r>
            <a:r>
              <a:rPr lang="en-US" sz="1800" dirty="0"/>
              <a:t>:</a:t>
            </a:r>
          </a:p>
          <a:p>
            <a:r>
              <a:rPr lang="en-US" sz="1800" dirty="0"/>
              <a:t>Internal memory fragmentation</a:t>
            </a:r>
          </a:p>
          <a:p>
            <a:pPr lvl="1"/>
            <a:r>
              <a:rPr lang="en-US" sz="1800" dirty="0"/>
              <a:t>To store the KV cache of a request in contiguous space, they pre-allocate a contiguous chunk of memory with the request’s maximum length. But actual usage can be a lot shorter!</a:t>
            </a:r>
          </a:p>
          <a:p>
            <a:pPr lvl="1"/>
            <a:r>
              <a:rPr lang="en-US" sz="1800" dirty="0"/>
              <a:t>It takes time for a prompt to use up to its allocated KV cache length, but the entire chunk is occupied during its lifetime.</a:t>
            </a:r>
          </a:p>
          <a:p>
            <a:r>
              <a:rPr lang="en-US" sz="1800" dirty="0"/>
              <a:t>external memory fragmentation</a:t>
            </a:r>
          </a:p>
          <a:p>
            <a:pPr lvl="1"/>
            <a:r>
              <a:rPr lang="en-US" sz="1800" dirty="0"/>
              <a:t> the pre-allocated size can be different for each request</a:t>
            </a:r>
          </a:p>
          <a:p>
            <a:endParaRPr lang="en-US" dirty="0"/>
          </a:p>
        </p:txBody>
      </p:sp>
      <p:pic>
        <p:nvPicPr>
          <p:cNvPr id="6" name="Picture 5">
            <a:extLst>
              <a:ext uri="{FF2B5EF4-FFF2-40B4-BE49-F238E27FC236}">
                <a16:creationId xmlns:a16="http://schemas.microsoft.com/office/drawing/2014/main" id="{32D4B3BF-6639-058F-2053-BAB81DD56A7E}"/>
              </a:ext>
            </a:extLst>
          </p:cNvPr>
          <p:cNvPicPr>
            <a:picLocks noChangeAspect="1"/>
          </p:cNvPicPr>
          <p:nvPr/>
        </p:nvPicPr>
        <p:blipFill>
          <a:blip r:embed="rId2"/>
          <a:stretch>
            <a:fillRect/>
          </a:stretch>
        </p:blipFill>
        <p:spPr>
          <a:xfrm>
            <a:off x="435256" y="3773057"/>
            <a:ext cx="10060105" cy="2140778"/>
          </a:xfrm>
          <a:prstGeom prst="rect">
            <a:avLst/>
          </a:prstGeom>
        </p:spPr>
      </p:pic>
    </p:spTree>
    <p:extLst>
      <p:ext uri="{BB962C8B-B14F-4D97-AF65-F5344CB8AC3E}">
        <p14:creationId xmlns:p14="http://schemas.microsoft.com/office/powerpoint/2010/main" val="1772962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2D52E-15E6-44C0-CD65-395A6A49CCF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E03DC0D-CB05-5DB5-D9EE-61AF3371A65A}"/>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31E7B570-355B-2A6A-BE02-CECCA35CAF9C}"/>
              </a:ext>
            </a:extLst>
          </p:cNvPr>
          <p:cNvSpPr>
            <a:spLocks noGrp="1"/>
          </p:cNvSpPr>
          <p:nvPr>
            <p:ph type="title"/>
          </p:nvPr>
        </p:nvSpPr>
        <p:spPr>
          <a:xfrm>
            <a:off x="435256" y="300387"/>
            <a:ext cx="11160126" cy="647700"/>
          </a:xfrm>
        </p:spPr>
        <p:txBody>
          <a:bodyPr/>
          <a:lstStyle/>
          <a:p>
            <a:r>
              <a:rPr lang="en-US" dirty="0" err="1"/>
              <a:t>vLLM</a:t>
            </a:r>
            <a:r>
              <a:rPr lang="en-US" dirty="0"/>
              <a:t> </a:t>
            </a:r>
            <a:r>
              <a:rPr lang="en-US" dirty="0" err="1"/>
              <a:t>PagedAttention</a:t>
            </a:r>
            <a:br>
              <a:rPr lang="en-US" dirty="0"/>
            </a:br>
            <a:r>
              <a:rPr lang="en-US" dirty="0"/>
              <a:t>Solution</a:t>
            </a:r>
          </a:p>
        </p:txBody>
      </p:sp>
      <p:sp>
        <p:nvSpPr>
          <p:cNvPr id="4" name="Content Placeholder 3">
            <a:extLst>
              <a:ext uri="{FF2B5EF4-FFF2-40B4-BE49-F238E27FC236}">
                <a16:creationId xmlns:a16="http://schemas.microsoft.com/office/drawing/2014/main" id="{7D7D2A25-2668-F73A-BA5A-2BD2DE03352B}"/>
              </a:ext>
            </a:extLst>
          </p:cNvPr>
          <p:cNvSpPr>
            <a:spLocks noGrp="1"/>
          </p:cNvSpPr>
          <p:nvPr>
            <p:ph idx="1"/>
          </p:nvPr>
        </p:nvSpPr>
        <p:spPr>
          <a:xfrm>
            <a:off x="435256" y="1085754"/>
            <a:ext cx="11160126" cy="4344989"/>
          </a:xfrm>
        </p:spPr>
        <p:txBody>
          <a:bodyPr/>
          <a:lstStyle/>
          <a:p>
            <a:r>
              <a:rPr lang="en-US" sz="1800" dirty="0" err="1"/>
              <a:t>PageAttention</a:t>
            </a:r>
            <a:r>
              <a:rPr lang="en-US" sz="1800" dirty="0"/>
              <a:t> borrows idea from operation system’s virtual memory with paging</a:t>
            </a:r>
          </a:p>
          <a:p>
            <a:pPr lvl="1"/>
            <a:r>
              <a:rPr lang="en-US" sz="1800" dirty="0"/>
              <a:t>partitions the KV cache of each sequence into KV blocks, each block contains key/value vectors for a fixed number of tokens (Block Size B)</a:t>
            </a:r>
          </a:p>
          <a:p>
            <a:pPr lvl="1"/>
            <a:r>
              <a:rPr lang="en-US" sz="1800" dirty="0"/>
              <a:t>KV block manager maintains block tables, which makes physical KV Blocks unseen from user side LLM generation</a:t>
            </a:r>
          </a:p>
          <a:p>
            <a:pPr lvl="2"/>
            <a:r>
              <a:rPr lang="en-US" sz="1800" dirty="0"/>
              <a:t>To LLM, KV cache is still contiguous logically</a:t>
            </a:r>
          </a:p>
          <a:p>
            <a:pPr lvl="2"/>
            <a:endParaRPr lang="en-US" sz="1800" dirty="0"/>
          </a:p>
          <a:p>
            <a:r>
              <a:rPr lang="en-US" sz="1800" dirty="0"/>
              <a:t>Start with an example</a:t>
            </a:r>
          </a:p>
          <a:p>
            <a:pPr lvl="1"/>
            <a:r>
              <a:rPr lang="en-US" sz="1800" dirty="0"/>
              <a:t>At start, it reserves only the necessary KV blocks to accommodate the KV cache generated during prompt computation</a:t>
            </a:r>
          </a:p>
        </p:txBody>
      </p:sp>
      <p:pic>
        <p:nvPicPr>
          <p:cNvPr id="6" name="Picture 5">
            <a:extLst>
              <a:ext uri="{FF2B5EF4-FFF2-40B4-BE49-F238E27FC236}">
                <a16:creationId xmlns:a16="http://schemas.microsoft.com/office/drawing/2014/main" id="{68BAE6D9-2E7A-85BB-FFA3-40BDB18F5015}"/>
              </a:ext>
            </a:extLst>
          </p:cNvPr>
          <p:cNvPicPr>
            <a:picLocks noChangeAspect="1"/>
          </p:cNvPicPr>
          <p:nvPr/>
        </p:nvPicPr>
        <p:blipFill>
          <a:blip r:embed="rId2"/>
          <a:stretch>
            <a:fillRect/>
          </a:stretch>
        </p:blipFill>
        <p:spPr>
          <a:xfrm>
            <a:off x="8022502" y="5811648"/>
            <a:ext cx="3130711" cy="558829"/>
          </a:xfrm>
          <a:prstGeom prst="rect">
            <a:avLst/>
          </a:prstGeom>
        </p:spPr>
      </p:pic>
      <p:pic>
        <p:nvPicPr>
          <p:cNvPr id="8" name="Picture 7">
            <a:extLst>
              <a:ext uri="{FF2B5EF4-FFF2-40B4-BE49-F238E27FC236}">
                <a16:creationId xmlns:a16="http://schemas.microsoft.com/office/drawing/2014/main" id="{3D49526F-E1FA-F896-2A9C-977E2C635B3F}"/>
              </a:ext>
            </a:extLst>
          </p:cNvPr>
          <p:cNvPicPr>
            <a:picLocks noChangeAspect="1"/>
          </p:cNvPicPr>
          <p:nvPr/>
        </p:nvPicPr>
        <p:blipFill>
          <a:blip r:embed="rId3"/>
          <a:stretch>
            <a:fillRect/>
          </a:stretch>
        </p:blipFill>
        <p:spPr>
          <a:xfrm>
            <a:off x="8052417" y="4720374"/>
            <a:ext cx="2730640" cy="520727"/>
          </a:xfrm>
          <a:prstGeom prst="rect">
            <a:avLst/>
          </a:prstGeom>
        </p:spPr>
      </p:pic>
      <p:cxnSp>
        <p:nvCxnSpPr>
          <p:cNvPr id="10" name="Straight Arrow Connector 9">
            <a:extLst>
              <a:ext uri="{FF2B5EF4-FFF2-40B4-BE49-F238E27FC236}">
                <a16:creationId xmlns:a16="http://schemas.microsoft.com/office/drawing/2014/main" id="{7F28884A-E60E-653B-5627-A716F772DB50}"/>
              </a:ext>
            </a:extLst>
          </p:cNvPr>
          <p:cNvCxnSpPr>
            <a:cxnSpLocks/>
          </p:cNvCxnSpPr>
          <p:nvPr/>
        </p:nvCxnSpPr>
        <p:spPr>
          <a:xfrm>
            <a:off x="9417737" y="5293557"/>
            <a:ext cx="0" cy="518091"/>
          </a:xfrm>
          <a:prstGeom prst="straightConnector1">
            <a:avLst/>
          </a:prstGeom>
          <a:ln w="12700" cap="rnd">
            <a:solidFill>
              <a:schemeClr val="tx2"/>
            </a:solidFill>
            <a:round/>
            <a:headEnd type="none" w="med" len="sm"/>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8DAECA9A-5BA6-F2F9-86FF-994DDB32BE98}"/>
              </a:ext>
            </a:extLst>
          </p:cNvPr>
          <p:cNvPicPr>
            <a:picLocks noChangeAspect="1"/>
          </p:cNvPicPr>
          <p:nvPr/>
        </p:nvPicPr>
        <p:blipFill>
          <a:blip r:embed="rId4"/>
          <a:stretch>
            <a:fillRect/>
          </a:stretch>
        </p:blipFill>
        <p:spPr>
          <a:xfrm>
            <a:off x="2296815" y="4047305"/>
            <a:ext cx="5028965" cy="2467795"/>
          </a:xfrm>
          <a:prstGeom prst="rect">
            <a:avLst/>
          </a:prstGeom>
        </p:spPr>
      </p:pic>
    </p:spTree>
    <p:extLst>
      <p:ext uri="{BB962C8B-B14F-4D97-AF65-F5344CB8AC3E}">
        <p14:creationId xmlns:p14="http://schemas.microsoft.com/office/powerpoint/2010/main" val="160033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6D5A5-41DC-DDAD-84DC-D1241162B92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5CA5089-3CD2-1421-4053-E7AE942B1B1D}"/>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61451032-3E42-E971-DC1D-C87858982D7C}"/>
              </a:ext>
            </a:extLst>
          </p:cNvPr>
          <p:cNvSpPr>
            <a:spLocks noGrp="1"/>
          </p:cNvSpPr>
          <p:nvPr>
            <p:ph type="title"/>
          </p:nvPr>
        </p:nvSpPr>
        <p:spPr>
          <a:xfrm>
            <a:off x="435256" y="300387"/>
            <a:ext cx="11160126" cy="647700"/>
          </a:xfrm>
        </p:spPr>
        <p:txBody>
          <a:bodyPr/>
          <a:lstStyle/>
          <a:p>
            <a:r>
              <a:rPr lang="en-US" dirty="0" err="1"/>
              <a:t>vLLM</a:t>
            </a:r>
            <a:r>
              <a:rPr lang="en-US" dirty="0"/>
              <a:t> </a:t>
            </a:r>
            <a:r>
              <a:rPr lang="en-US" dirty="0" err="1"/>
              <a:t>PagedAttention</a:t>
            </a:r>
            <a:br>
              <a:rPr lang="en-US" dirty="0"/>
            </a:br>
            <a:r>
              <a:rPr lang="en-US" dirty="0"/>
              <a:t>Solution</a:t>
            </a:r>
          </a:p>
        </p:txBody>
      </p:sp>
      <p:sp>
        <p:nvSpPr>
          <p:cNvPr id="4" name="Content Placeholder 3">
            <a:extLst>
              <a:ext uri="{FF2B5EF4-FFF2-40B4-BE49-F238E27FC236}">
                <a16:creationId xmlns:a16="http://schemas.microsoft.com/office/drawing/2014/main" id="{56475A5A-EB4E-C19D-5237-3C9E67CD798E}"/>
              </a:ext>
            </a:extLst>
          </p:cNvPr>
          <p:cNvSpPr>
            <a:spLocks noGrp="1"/>
          </p:cNvSpPr>
          <p:nvPr>
            <p:ph idx="1"/>
          </p:nvPr>
        </p:nvSpPr>
        <p:spPr>
          <a:xfrm>
            <a:off x="435256" y="1085755"/>
            <a:ext cx="11160126" cy="1349628"/>
          </a:xfrm>
        </p:spPr>
        <p:txBody>
          <a:bodyPr/>
          <a:lstStyle/>
          <a:p>
            <a:r>
              <a:rPr lang="en-US" dirty="0"/>
              <a:t>Next, after first generated token, pre-allocated blocks are full</a:t>
            </a:r>
          </a:p>
          <a:p>
            <a:r>
              <a:rPr lang="en-US" dirty="0" err="1"/>
              <a:t>vLLM</a:t>
            </a:r>
            <a:r>
              <a:rPr lang="en-US" dirty="0"/>
              <a:t> stores a new physical block (physical block 3) for it and stores this mapping in the block table</a:t>
            </a:r>
          </a:p>
        </p:txBody>
      </p:sp>
      <p:pic>
        <p:nvPicPr>
          <p:cNvPr id="5" name="Picture 4">
            <a:extLst>
              <a:ext uri="{FF2B5EF4-FFF2-40B4-BE49-F238E27FC236}">
                <a16:creationId xmlns:a16="http://schemas.microsoft.com/office/drawing/2014/main" id="{5F26ABAF-835E-1D0F-D292-E189115327DB}"/>
              </a:ext>
            </a:extLst>
          </p:cNvPr>
          <p:cNvPicPr>
            <a:picLocks noChangeAspect="1"/>
          </p:cNvPicPr>
          <p:nvPr/>
        </p:nvPicPr>
        <p:blipFill>
          <a:blip r:embed="rId2"/>
          <a:stretch>
            <a:fillRect/>
          </a:stretch>
        </p:blipFill>
        <p:spPr>
          <a:xfrm>
            <a:off x="6835366" y="2035344"/>
            <a:ext cx="5028965" cy="2467795"/>
          </a:xfrm>
          <a:prstGeom prst="rect">
            <a:avLst/>
          </a:prstGeom>
        </p:spPr>
      </p:pic>
      <p:sp>
        <p:nvSpPr>
          <p:cNvPr id="6" name="TextBox 5">
            <a:extLst>
              <a:ext uri="{FF2B5EF4-FFF2-40B4-BE49-F238E27FC236}">
                <a16:creationId xmlns:a16="http://schemas.microsoft.com/office/drawing/2014/main" id="{31F5CAD2-D9BF-FE74-AAB9-DD188BF91459}"/>
              </a:ext>
            </a:extLst>
          </p:cNvPr>
          <p:cNvSpPr txBox="1"/>
          <p:nvPr/>
        </p:nvSpPr>
        <p:spPr>
          <a:xfrm>
            <a:off x="435256" y="2450647"/>
            <a:ext cx="6400110" cy="2600199"/>
          </a:xfrm>
          <a:prstGeom prst="rect">
            <a:avLst/>
          </a:prstGeom>
        </p:spPr>
        <p:txBody>
          <a:bodyPr wrap="square" lIns="0" tIns="0" rIns="0" bIns="0" rtlCol="0">
            <a:spAutoFit/>
          </a:bodyPr>
          <a:lstStyle/>
          <a:p>
            <a:pPr marL="342900" indent="-342900" algn="l">
              <a:lnSpc>
                <a:spcPct val="96000"/>
              </a:lnSpc>
              <a:buFont typeface="Arial" panose="020B0604020202020204" pitchFamily="34" charset="0"/>
              <a:buChar char="•"/>
            </a:pPr>
            <a:r>
              <a:rPr lang="en-US" sz="2200" dirty="0">
                <a:solidFill>
                  <a:srgbClr val="000000"/>
                </a:solidFill>
                <a:latin typeface="Aptos" panose="020B0004020202020204" pitchFamily="34" charset="0"/>
                <a:cs typeface="Microsoft Sans Serif" panose="020B0604020202020204" pitchFamily="34" charset="0"/>
              </a:rPr>
              <a:t>Trade-off: larger Block size -&gt;</a:t>
            </a:r>
            <a:r>
              <a:rPr lang="en-US" sz="2200" dirty="0" err="1">
                <a:solidFill>
                  <a:srgbClr val="000000"/>
                </a:solidFill>
                <a:latin typeface="Aptos" panose="020B0004020202020204" pitchFamily="34" charset="0"/>
                <a:cs typeface="Microsoft Sans Serif" panose="020B0604020202020204" pitchFamily="34" charset="0"/>
              </a:rPr>
              <a:t>PageAttention</a:t>
            </a:r>
            <a:r>
              <a:rPr lang="en-US" sz="2200" dirty="0">
                <a:solidFill>
                  <a:srgbClr val="000000"/>
                </a:solidFill>
                <a:latin typeface="Aptos" panose="020B0004020202020204" pitchFamily="34" charset="0"/>
                <a:cs typeface="Microsoft Sans Serif" panose="020B0604020202020204" pitchFamily="34" charset="0"/>
              </a:rPr>
              <a:t> Kernel parallel process all previous KV blocks (concatenate,.</a:t>
            </a:r>
            <a:r>
              <a:rPr lang="en-US" sz="2200" dirty="0" err="1">
                <a:solidFill>
                  <a:srgbClr val="000000"/>
                </a:solidFill>
                <a:latin typeface="Aptos" panose="020B0004020202020204" pitchFamily="34" charset="0"/>
                <a:cs typeface="Microsoft Sans Serif" panose="020B0604020202020204" pitchFamily="34" charset="0"/>
              </a:rPr>
              <a:t>etc</a:t>
            </a:r>
            <a:r>
              <a:rPr lang="en-US" sz="2200" dirty="0">
                <a:solidFill>
                  <a:srgbClr val="000000"/>
                </a:solidFill>
                <a:latin typeface="Aptos" panose="020B0004020202020204" pitchFamily="34" charset="0"/>
                <a:cs typeface="Microsoft Sans Serif" panose="020B0604020202020204" pitchFamily="34" charset="0"/>
              </a:rPr>
              <a:t>) -&gt; larger fragmentation </a:t>
            </a:r>
          </a:p>
          <a:p>
            <a:pPr marL="800100" lvl="1" indent="-342900">
              <a:lnSpc>
                <a:spcPct val="96000"/>
              </a:lnSpc>
              <a:buFont typeface="Arial" panose="020B0604020202020204" pitchFamily="34" charset="0"/>
              <a:buChar char="•"/>
            </a:pPr>
            <a:r>
              <a:rPr lang="en-US" sz="2200" dirty="0">
                <a:solidFill>
                  <a:srgbClr val="000000"/>
                </a:solidFill>
                <a:latin typeface="Aptos" panose="020B0004020202020204" pitchFamily="34" charset="0"/>
                <a:cs typeface="Microsoft Sans Serif" panose="020B0604020202020204" pitchFamily="34" charset="0"/>
              </a:rPr>
              <a:t>Block size is default set to 16 tokens</a:t>
            </a:r>
          </a:p>
          <a:p>
            <a:pPr marL="800100" lvl="1" indent="-342900">
              <a:lnSpc>
                <a:spcPct val="96000"/>
              </a:lnSpc>
              <a:buFont typeface="Arial" panose="020B0604020202020204" pitchFamily="34" charset="0"/>
              <a:buChar char="•"/>
            </a:pPr>
            <a:endParaRPr lang="en-US" sz="2200" dirty="0">
              <a:solidFill>
                <a:srgbClr val="000000"/>
              </a:solidFill>
              <a:latin typeface="Aptos" panose="020B0004020202020204" pitchFamily="34" charset="0"/>
              <a:cs typeface="Microsoft Sans Serif" panose="020B0604020202020204" pitchFamily="34" charset="0"/>
            </a:endParaRPr>
          </a:p>
          <a:p>
            <a:pPr marL="342900" indent="-342900">
              <a:lnSpc>
                <a:spcPct val="96000"/>
              </a:lnSpc>
              <a:buFont typeface="Arial" panose="020B0604020202020204" pitchFamily="34" charset="0"/>
              <a:buChar char="•"/>
            </a:pPr>
            <a:r>
              <a:rPr lang="en-US" sz="2200" dirty="0">
                <a:solidFill>
                  <a:srgbClr val="000000"/>
                </a:solidFill>
                <a:latin typeface="Aptos" panose="020B0004020202020204" pitchFamily="34" charset="0"/>
                <a:cs typeface="Microsoft Sans Serif" panose="020B0604020202020204" pitchFamily="34" charset="0"/>
              </a:rPr>
              <a:t>In this way, multiple requests utilize same memory region efficiently, largest internal fragmentation &lt; 1 Block</a:t>
            </a:r>
          </a:p>
        </p:txBody>
      </p:sp>
      <p:pic>
        <p:nvPicPr>
          <p:cNvPr id="8" name="Picture 7">
            <a:extLst>
              <a:ext uri="{FF2B5EF4-FFF2-40B4-BE49-F238E27FC236}">
                <a16:creationId xmlns:a16="http://schemas.microsoft.com/office/drawing/2014/main" id="{CCDDD3C5-96A6-DBC5-BA8D-855B726F00B8}"/>
              </a:ext>
            </a:extLst>
          </p:cNvPr>
          <p:cNvPicPr>
            <a:picLocks noChangeAspect="1"/>
          </p:cNvPicPr>
          <p:nvPr/>
        </p:nvPicPr>
        <p:blipFill>
          <a:blip r:embed="rId3"/>
          <a:stretch>
            <a:fillRect/>
          </a:stretch>
        </p:blipFill>
        <p:spPr>
          <a:xfrm>
            <a:off x="6835366" y="4579060"/>
            <a:ext cx="5158449" cy="2022672"/>
          </a:xfrm>
          <a:prstGeom prst="rect">
            <a:avLst/>
          </a:prstGeom>
        </p:spPr>
      </p:pic>
    </p:spTree>
    <p:extLst>
      <p:ext uri="{BB962C8B-B14F-4D97-AF65-F5344CB8AC3E}">
        <p14:creationId xmlns:p14="http://schemas.microsoft.com/office/powerpoint/2010/main" val="1734691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8A570-D6C0-C85E-365F-A0B0B892BE8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29E292-D5BF-3A99-CFBD-3E58DD6DE663}"/>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E5908272-FC98-3B6C-B63A-8FB394EA8025}"/>
              </a:ext>
            </a:extLst>
          </p:cNvPr>
          <p:cNvSpPr>
            <a:spLocks noGrp="1"/>
          </p:cNvSpPr>
          <p:nvPr>
            <p:ph type="title"/>
          </p:nvPr>
        </p:nvSpPr>
        <p:spPr>
          <a:xfrm>
            <a:off x="435256" y="300387"/>
            <a:ext cx="11160126" cy="647700"/>
          </a:xfrm>
        </p:spPr>
        <p:txBody>
          <a:bodyPr/>
          <a:lstStyle/>
          <a:p>
            <a:r>
              <a:rPr lang="en-US" dirty="0" err="1"/>
              <a:t>vLLM</a:t>
            </a:r>
            <a:r>
              <a:rPr lang="en-US" dirty="0"/>
              <a:t> </a:t>
            </a:r>
            <a:r>
              <a:rPr lang="en-US" dirty="0" err="1"/>
              <a:t>PagedAttention</a:t>
            </a:r>
            <a:br>
              <a:rPr lang="en-US" dirty="0"/>
            </a:br>
            <a:r>
              <a:rPr lang="en-US" dirty="0"/>
              <a:t>Solution</a:t>
            </a:r>
          </a:p>
        </p:txBody>
      </p:sp>
      <p:sp>
        <p:nvSpPr>
          <p:cNvPr id="4" name="Content Placeholder 3">
            <a:extLst>
              <a:ext uri="{FF2B5EF4-FFF2-40B4-BE49-F238E27FC236}">
                <a16:creationId xmlns:a16="http://schemas.microsoft.com/office/drawing/2014/main" id="{0F0C2289-E26D-378B-CBA7-022857203DB5}"/>
              </a:ext>
            </a:extLst>
          </p:cNvPr>
          <p:cNvSpPr>
            <a:spLocks noGrp="1"/>
          </p:cNvSpPr>
          <p:nvPr>
            <p:ph idx="1"/>
          </p:nvPr>
        </p:nvSpPr>
        <p:spPr>
          <a:xfrm>
            <a:off x="435256" y="1085754"/>
            <a:ext cx="11160126" cy="4344989"/>
          </a:xfrm>
        </p:spPr>
        <p:txBody>
          <a:bodyPr/>
          <a:lstStyle/>
          <a:p>
            <a:r>
              <a:rPr lang="en-US" dirty="0"/>
              <a:t>Parallel Sampling</a:t>
            </a:r>
          </a:p>
          <a:p>
            <a:pPr lvl="1"/>
            <a:r>
              <a:rPr lang="en-US" dirty="0"/>
              <a:t>Sampler setting in LLM allows LLM to generate multiple tokens instead of just 1</a:t>
            </a:r>
          </a:p>
          <a:p>
            <a:pPr lvl="1"/>
            <a:r>
              <a:rPr lang="en-US" dirty="0"/>
              <a:t>For example, Given “My favorite city is San”, sampler outputs multiple tokens [“Diego”, “Jose”, “Francisco”] depending on the setting</a:t>
            </a:r>
          </a:p>
          <a:p>
            <a:pPr lvl="1"/>
            <a:r>
              <a:rPr lang="en-US" dirty="0"/>
              <a:t>Those new tokens share same previous sequence, thus </a:t>
            </a:r>
            <a:r>
              <a:rPr lang="en-US" dirty="0" err="1"/>
              <a:t>vLLM</a:t>
            </a:r>
            <a:r>
              <a:rPr lang="en-US" dirty="0"/>
              <a:t> is able to make them share KV cache</a:t>
            </a:r>
          </a:p>
          <a:p>
            <a:pPr lvl="1"/>
            <a:r>
              <a:rPr lang="en-US" dirty="0"/>
              <a:t>When they differ at current token, copy-on-write and divergent</a:t>
            </a:r>
          </a:p>
          <a:p>
            <a:pPr lvl="2"/>
            <a:r>
              <a:rPr lang="en-US" dirty="0"/>
              <a:t>Sample A1 want to write “fathers”, then copy-on-write to Block 3 and reduce ref count to 1; Sample A2 directly writes on Block 1</a:t>
            </a:r>
          </a:p>
          <a:p>
            <a:pPr lvl="1"/>
            <a:r>
              <a:rPr lang="en-US" dirty="0"/>
              <a:t>Shared system prompts easily stores the same way</a:t>
            </a:r>
          </a:p>
        </p:txBody>
      </p:sp>
      <p:pic>
        <p:nvPicPr>
          <p:cNvPr id="6" name="Picture 5">
            <a:extLst>
              <a:ext uri="{FF2B5EF4-FFF2-40B4-BE49-F238E27FC236}">
                <a16:creationId xmlns:a16="http://schemas.microsoft.com/office/drawing/2014/main" id="{C78988E8-7B4F-6F4E-B7B4-EC3E0DC076E4}"/>
              </a:ext>
            </a:extLst>
          </p:cNvPr>
          <p:cNvPicPr>
            <a:picLocks noChangeAspect="1"/>
          </p:cNvPicPr>
          <p:nvPr/>
        </p:nvPicPr>
        <p:blipFill>
          <a:blip r:embed="rId2"/>
          <a:stretch>
            <a:fillRect/>
          </a:stretch>
        </p:blipFill>
        <p:spPr>
          <a:xfrm>
            <a:off x="866473" y="3429000"/>
            <a:ext cx="7706801" cy="3086531"/>
          </a:xfrm>
          <a:prstGeom prst="rect">
            <a:avLst/>
          </a:prstGeom>
        </p:spPr>
      </p:pic>
    </p:spTree>
    <p:extLst>
      <p:ext uri="{BB962C8B-B14F-4D97-AF65-F5344CB8AC3E}">
        <p14:creationId xmlns:p14="http://schemas.microsoft.com/office/powerpoint/2010/main" val="2389180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115D8-4D2F-39B4-99B0-BF3738491DE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72EFFF-3614-FABE-87F9-7C9FCCC176C9}"/>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845AC033-B967-B5C1-A0C3-BB92E5C874D5}"/>
              </a:ext>
            </a:extLst>
          </p:cNvPr>
          <p:cNvSpPr>
            <a:spLocks noGrp="1"/>
          </p:cNvSpPr>
          <p:nvPr>
            <p:ph type="title"/>
          </p:nvPr>
        </p:nvSpPr>
        <p:spPr>
          <a:xfrm>
            <a:off x="435256" y="300387"/>
            <a:ext cx="11160126" cy="647700"/>
          </a:xfrm>
        </p:spPr>
        <p:txBody>
          <a:bodyPr/>
          <a:lstStyle/>
          <a:p>
            <a:r>
              <a:rPr lang="en-US" dirty="0" err="1"/>
              <a:t>vLLM</a:t>
            </a:r>
            <a:r>
              <a:rPr lang="en-US" dirty="0"/>
              <a:t> </a:t>
            </a:r>
            <a:r>
              <a:rPr lang="en-US" dirty="0" err="1"/>
              <a:t>PagedAttention</a:t>
            </a:r>
            <a:br>
              <a:rPr lang="en-US" dirty="0"/>
            </a:br>
            <a:r>
              <a:rPr lang="en-US" dirty="0"/>
              <a:t>Solution</a:t>
            </a:r>
          </a:p>
        </p:txBody>
      </p:sp>
      <p:sp>
        <p:nvSpPr>
          <p:cNvPr id="4" name="Content Placeholder 3">
            <a:extLst>
              <a:ext uri="{FF2B5EF4-FFF2-40B4-BE49-F238E27FC236}">
                <a16:creationId xmlns:a16="http://schemas.microsoft.com/office/drawing/2014/main" id="{D51BD0A1-1688-CEBF-3B4F-ABA15443ABB7}"/>
              </a:ext>
            </a:extLst>
          </p:cNvPr>
          <p:cNvSpPr>
            <a:spLocks noGrp="1"/>
          </p:cNvSpPr>
          <p:nvPr>
            <p:ph idx="1"/>
          </p:nvPr>
        </p:nvSpPr>
        <p:spPr>
          <a:xfrm>
            <a:off x="435256" y="1085754"/>
            <a:ext cx="11160126" cy="4344989"/>
          </a:xfrm>
        </p:spPr>
        <p:txBody>
          <a:bodyPr/>
          <a:lstStyle/>
          <a:p>
            <a:r>
              <a:rPr lang="en-US" sz="1800" dirty="0"/>
              <a:t>Scheduling : FAFS</a:t>
            </a:r>
          </a:p>
          <a:p>
            <a:r>
              <a:rPr lang="en-US" sz="1800" dirty="0"/>
              <a:t>Eviction: </a:t>
            </a:r>
          </a:p>
          <a:p>
            <a:pPr lvl="1"/>
            <a:r>
              <a:rPr lang="en-US" sz="1800" dirty="0"/>
              <a:t>eviction policies use heuristics to predict which block will be accessed furthest in the future and evict that block</a:t>
            </a:r>
          </a:p>
          <a:p>
            <a:pPr lvl="1"/>
            <a:r>
              <a:rPr lang="en-US" sz="1800" dirty="0"/>
              <a:t>All-or-nothing: All blocks in a sequence are considered evicted together</a:t>
            </a:r>
          </a:p>
          <a:p>
            <a:pPr lvl="1"/>
            <a:r>
              <a:rPr lang="en-US" sz="1800" dirty="0"/>
              <a:t>Gang-scheduled: A group of sequences (continuing chat) will be scheduled together due to potential memory sharing</a:t>
            </a:r>
          </a:p>
          <a:p>
            <a:pPr lvl="1"/>
            <a:r>
              <a:rPr lang="en-US" sz="1800" dirty="0"/>
              <a:t>Recover-policy: evicted blocks can be copied to CPU memory</a:t>
            </a:r>
          </a:p>
          <a:p>
            <a:pPr lvl="2"/>
            <a:r>
              <a:rPr lang="en-US" sz="1800" dirty="0" err="1"/>
              <a:t>vLLM</a:t>
            </a:r>
            <a:r>
              <a:rPr lang="en-US" sz="1800" dirty="0"/>
              <a:t> also has a CPU block allocator to manage physical blocks swapped to CPU RAM</a:t>
            </a:r>
          </a:p>
        </p:txBody>
      </p:sp>
    </p:spTree>
    <p:extLst>
      <p:ext uri="{BB962C8B-B14F-4D97-AF65-F5344CB8AC3E}">
        <p14:creationId xmlns:p14="http://schemas.microsoft.com/office/powerpoint/2010/main" val="1360344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010DD-795E-A4B0-072B-C9D22B5E093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2251DA-51BC-9AFD-14CB-CC988CABFCE4}"/>
              </a:ext>
            </a:extLst>
          </p:cNvPr>
          <p:cNvSpPr>
            <a:spLocks noGrp="1"/>
          </p:cNvSpPr>
          <p:nvPr>
            <p:ph type="ftr" sz="quarter" idx="22"/>
          </p:nvPr>
        </p:nvSpPr>
        <p:spPr/>
        <p:txBody>
          <a:bodyPr/>
          <a:lstStyle/>
          <a:p>
            <a:endParaRPr lang="en-CA"/>
          </a:p>
        </p:txBody>
      </p:sp>
      <p:sp>
        <p:nvSpPr>
          <p:cNvPr id="3" name="Title 2">
            <a:extLst>
              <a:ext uri="{FF2B5EF4-FFF2-40B4-BE49-F238E27FC236}">
                <a16:creationId xmlns:a16="http://schemas.microsoft.com/office/drawing/2014/main" id="{48624F96-E241-A588-D5D7-E392251A3A84}"/>
              </a:ext>
            </a:extLst>
          </p:cNvPr>
          <p:cNvSpPr>
            <a:spLocks noGrp="1"/>
          </p:cNvSpPr>
          <p:nvPr>
            <p:ph type="title"/>
          </p:nvPr>
        </p:nvSpPr>
        <p:spPr>
          <a:xfrm>
            <a:off x="435256" y="300387"/>
            <a:ext cx="11160126" cy="647700"/>
          </a:xfrm>
        </p:spPr>
        <p:txBody>
          <a:bodyPr/>
          <a:lstStyle/>
          <a:p>
            <a:r>
              <a:rPr lang="en-US" dirty="0" err="1"/>
              <a:t>vLLM</a:t>
            </a:r>
            <a:r>
              <a:rPr lang="en-US" dirty="0"/>
              <a:t> </a:t>
            </a:r>
            <a:r>
              <a:rPr lang="en-US" dirty="0" err="1"/>
              <a:t>PagedAttention</a:t>
            </a:r>
            <a:br>
              <a:rPr lang="en-US" dirty="0"/>
            </a:br>
            <a:r>
              <a:rPr lang="en-US" dirty="0"/>
              <a:t>Future Study</a:t>
            </a:r>
          </a:p>
        </p:txBody>
      </p:sp>
      <p:sp>
        <p:nvSpPr>
          <p:cNvPr id="4" name="Content Placeholder 3">
            <a:extLst>
              <a:ext uri="{FF2B5EF4-FFF2-40B4-BE49-F238E27FC236}">
                <a16:creationId xmlns:a16="http://schemas.microsoft.com/office/drawing/2014/main" id="{4E019F34-0E13-A243-7A28-0DE6E6573549}"/>
              </a:ext>
            </a:extLst>
          </p:cNvPr>
          <p:cNvSpPr>
            <a:spLocks noGrp="1"/>
          </p:cNvSpPr>
          <p:nvPr>
            <p:ph idx="1"/>
          </p:nvPr>
        </p:nvSpPr>
        <p:spPr>
          <a:xfrm>
            <a:off x="435256" y="1085754"/>
            <a:ext cx="11160126" cy="4344989"/>
          </a:xfrm>
        </p:spPr>
        <p:txBody>
          <a:bodyPr/>
          <a:lstStyle/>
          <a:p>
            <a:r>
              <a:rPr lang="en-US" sz="2400" dirty="0"/>
              <a:t>Current inferencing on NPU is sequential, but batching might be needed in scenarios that multiple requests/models are running</a:t>
            </a:r>
          </a:p>
          <a:p>
            <a:pPr lvl="1"/>
            <a:r>
              <a:rPr lang="en-US" sz="2400" dirty="0"/>
              <a:t>For example, Robotic AI, or Video use-case</a:t>
            </a:r>
          </a:p>
          <a:p>
            <a:r>
              <a:rPr lang="en-US" sz="2400" dirty="0"/>
              <a:t>However, NPU might not be able to support</a:t>
            </a:r>
          </a:p>
          <a:p>
            <a:pPr lvl="1"/>
            <a:r>
              <a:rPr lang="en-US" sz="2400" dirty="0"/>
              <a:t>Non-contiguous memory management</a:t>
            </a:r>
          </a:p>
          <a:p>
            <a:pPr lvl="1"/>
            <a:r>
              <a:rPr lang="en-US" sz="2400" dirty="0"/>
              <a:t>Dynamic graph shuffle/maps</a:t>
            </a:r>
          </a:p>
          <a:p>
            <a:pPr lvl="1"/>
            <a:r>
              <a:rPr lang="en-US" sz="2400" dirty="0"/>
              <a:t>Host-device memory  bond</a:t>
            </a:r>
          </a:p>
          <a:p>
            <a:pPr lvl="1"/>
            <a:r>
              <a:rPr lang="en-US" sz="2400" dirty="0"/>
              <a:t>…</a:t>
            </a:r>
          </a:p>
        </p:txBody>
      </p:sp>
    </p:spTree>
    <p:extLst>
      <p:ext uri="{BB962C8B-B14F-4D97-AF65-F5344CB8AC3E}">
        <p14:creationId xmlns:p14="http://schemas.microsoft.com/office/powerpoint/2010/main" val="1569705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391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Qualcomm Corporate Public Template - 2024">
  <a:themeElements>
    <a:clrScheme name="Qualcomm Masterbrand Template 1">
      <a:dk1>
        <a:srgbClr val="000000"/>
      </a:dk1>
      <a:lt1>
        <a:srgbClr val="FFFFFF"/>
      </a:lt1>
      <a:dk2>
        <a:srgbClr val="020B3F"/>
      </a:dk2>
      <a:lt2>
        <a:srgbClr val="EFF1F5"/>
      </a:lt2>
      <a:accent1>
        <a:srgbClr val="2A2AEA"/>
      </a:accent1>
      <a:accent2>
        <a:srgbClr val="000C3F"/>
      </a:accent2>
      <a:accent3>
        <a:srgbClr val="010101"/>
      </a:accent3>
      <a:accent4>
        <a:srgbClr val="833AFF"/>
      </a:accent4>
      <a:accent5>
        <a:srgbClr val="F5EF32"/>
      </a:accent5>
      <a:accent6>
        <a:srgbClr val="D3D7E3"/>
      </a:accent6>
      <a:hlink>
        <a:srgbClr val="3253DC"/>
      </a:hlink>
      <a:folHlink>
        <a:srgbClr val="7BA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6000"/>
          </a:lnSpc>
          <a:defRPr dirty="0" err="1">
            <a:solidFill>
              <a:schemeClr val="bg1"/>
            </a:solidFill>
            <a:latin typeface="Microsoft Sans Serif"/>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tx2"/>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lnSpc>
            <a:spcPct val="96000"/>
          </a:lnSpc>
          <a:defRPr sz="1600" dirty="0" smtClean="0">
            <a:solidFill>
              <a:srgbClr val="000000"/>
            </a:solidFill>
            <a:latin typeface="Aptos" panose="020B0004020202020204" pitchFamily="34" charset="0"/>
            <a:cs typeface="Microsoft Sans Serif" panose="020B0604020202020204" pitchFamily="34" charset="0"/>
          </a:defRPr>
        </a:defPPr>
      </a:lstStyle>
    </a:txDef>
  </a:objectDefaults>
  <a:extraClrSchemeLst/>
  <a:extLst>
    <a:ext uri="{05A4C25C-085E-4340-85A3-A5531E510DB2}">
      <thm15:themeFamily xmlns:thm15="http://schemas.microsoft.com/office/thememl/2012/main" name="Presentation6" id="{F4DEF8B8-E78A-D345-974F-2C8CB376F8DA}" vid="{F8AA25BA-8370-1E45-8E12-FB83A86CF076}"/>
    </a:ext>
  </a:extLst>
</a:theme>
</file>

<file path=docMetadata/LabelInfo.xml><?xml version="1.0" encoding="utf-8"?>
<clbl:labelList xmlns:clbl="http://schemas.microsoft.com/office/2020/mipLabelMetadata">
  <clbl:label id="{08f6f869-1ed0-46b3-a227-1d3e52347e28}" enabled="1" method="Standard" siteId="{98e9ba89-e1a1-4e38-9007-8bdabc25de1d}" removed="0"/>
</clbl:labelList>
</file>

<file path=docProps/app.xml><?xml version="1.0" encoding="utf-8"?>
<Properties xmlns="http://schemas.openxmlformats.org/officeDocument/2006/extended-properties" xmlns:vt="http://schemas.openxmlformats.org/officeDocument/2006/docPropsVTypes">
  <TotalTime>12795</TotalTime>
  <Words>3558</Words>
  <Application>Microsoft Office PowerPoint</Application>
  <PresentationFormat>Widescreen</PresentationFormat>
  <Paragraphs>431</Paragraphs>
  <Slides>34</Slides>
  <Notes>0</Notes>
  <HiddenSlides>0</HiddenSlides>
  <MMClips>3</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Alfabet</vt:lpstr>
      <vt:lpstr>Aparajita</vt:lpstr>
      <vt:lpstr>Aptos</vt:lpstr>
      <vt:lpstr>Aptos Display</vt:lpstr>
      <vt:lpstr>Arial</vt:lpstr>
      <vt:lpstr>Microsoft Sans Serif</vt:lpstr>
      <vt:lpstr>Wingdings</vt:lpstr>
      <vt:lpstr>Qualcomm Corporate Public Template - 2024</vt:lpstr>
      <vt:lpstr>Qwen2.5 Omni, and vLLM PagedAttention</vt:lpstr>
      <vt:lpstr>PowerPoint Presentation</vt:lpstr>
      <vt:lpstr>Qwen2.5 Omni Model Introduction</vt:lpstr>
      <vt:lpstr>Qwen2.5 Omni Model Introduction</vt:lpstr>
      <vt:lpstr>Qwen2.5 Omni Model Demo</vt:lpstr>
      <vt:lpstr>Qwen2.5 Omni Model Demo – Our on-target result</vt:lpstr>
      <vt:lpstr>Qwen2.5 Omni Architecture</vt:lpstr>
      <vt:lpstr>Qwen2.5 Omni Thinker High-level Flow</vt:lpstr>
      <vt:lpstr>Qwen2.5 Omni Thinker  Preprocess</vt:lpstr>
      <vt:lpstr>Qwen2.5 Omni Thinker Audio Encoder</vt:lpstr>
      <vt:lpstr>Qwen2.5 Omni Thinker Audio Encoder</vt:lpstr>
      <vt:lpstr>Qwen2.5 Omni Thinker TMRoPE</vt:lpstr>
      <vt:lpstr>Qwen2.5 Omni Thinker TMRoPE</vt:lpstr>
      <vt:lpstr>Qwen2.5 Omni Thinker TMRoPE</vt:lpstr>
      <vt:lpstr>Qwen2.5 Omni Thinker TMRoPE</vt:lpstr>
      <vt:lpstr>Qwen2.5 Omni Thinker TMRoPE</vt:lpstr>
      <vt:lpstr>Qwen2.5 Omni Thinker TMRoPE</vt:lpstr>
      <vt:lpstr>Qwen2.5 Omni Thinker TMRoPE</vt:lpstr>
      <vt:lpstr>Qwen2.5 Omni Thinker TMRoPE</vt:lpstr>
      <vt:lpstr>Qwen2.5 Omni Thinker TMRoPE</vt:lpstr>
      <vt:lpstr>Qwen2.5 Omni Talker</vt:lpstr>
      <vt:lpstr>Qwen2.5 Omni Streaming Codec Decoder</vt:lpstr>
      <vt:lpstr>Qwen2.5 Omni Training, Benchmark</vt:lpstr>
      <vt:lpstr>Qwen2.5 Omni Training, Benchmark</vt:lpstr>
      <vt:lpstr>Qwen2.5 Omni Future Study</vt:lpstr>
      <vt:lpstr>vLLM PageAttention</vt:lpstr>
      <vt:lpstr>vLLM PagedAttention Background</vt:lpstr>
      <vt:lpstr>vLLM PagedAttention Background</vt:lpstr>
      <vt:lpstr>vLLM PagedAttention Solution</vt:lpstr>
      <vt:lpstr>vLLM PagedAttention Solution</vt:lpstr>
      <vt:lpstr>vLLM PagedAttention Solution</vt:lpstr>
      <vt:lpstr>vLLM PagedAttention Solution</vt:lpstr>
      <vt:lpstr>vLLM PagedAttention Future Study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Hao Ren</dc:creator>
  <cp:lastModifiedBy>Hao Ren</cp:lastModifiedBy>
  <cp:revision>1</cp:revision>
  <dcterms:created xsi:type="dcterms:W3CDTF">2026-05-27T00:01:01Z</dcterms:created>
  <dcterms:modified xsi:type="dcterms:W3CDTF">2026-06-04T22:45:58Z</dcterms:modified>
</cp:coreProperties>
</file>